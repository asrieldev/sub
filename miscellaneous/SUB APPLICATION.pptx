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28"/>
  </p:notesMasterIdLst>
  <p:handoutMasterIdLst>
    <p:handoutMasterId r:id="rId29"/>
  </p:handoutMasterIdLst>
  <p:sldIdLst>
    <p:sldId id="256" r:id="rId2"/>
    <p:sldId id="257" r:id="rId3"/>
    <p:sldId id="317" r:id="rId4"/>
    <p:sldId id="298" r:id="rId5"/>
    <p:sldId id="300" r:id="rId6"/>
    <p:sldId id="301" r:id="rId7"/>
    <p:sldId id="302" r:id="rId8"/>
    <p:sldId id="319" r:id="rId9"/>
    <p:sldId id="260" r:id="rId10"/>
    <p:sldId id="303" r:id="rId11"/>
    <p:sldId id="304" r:id="rId12"/>
    <p:sldId id="305" r:id="rId13"/>
    <p:sldId id="306" r:id="rId14"/>
    <p:sldId id="307" r:id="rId15"/>
    <p:sldId id="308" r:id="rId16"/>
    <p:sldId id="309" r:id="rId17"/>
    <p:sldId id="310" r:id="rId18"/>
    <p:sldId id="311" r:id="rId19"/>
    <p:sldId id="312" r:id="rId20"/>
    <p:sldId id="313" r:id="rId21"/>
    <p:sldId id="314" r:id="rId22"/>
    <p:sldId id="315" r:id="rId23"/>
    <p:sldId id="320" r:id="rId24"/>
    <p:sldId id="316" r:id="rId25"/>
    <p:sldId id="318" r:id="rId26"/>
    <p:sldId id="265" r:id="rId27"/>
  </p:sldIdLst>
  <p:sldSz cx="9144000" cy="5143500" type="screen16x9"/>
  <p:notesSz cx="6858000" cy="9144000"/>
  <p:embeddedFontLst>
    <p:embeddedFont>
      <p:font typeface="Albert Sans" panose="020B0604020202020204" charset="0"/>
      <p:regular r:id="rId30"/>
      <p:bold r:id="rId31"/>
      <p:italic r:id="rId32"/>
      <p:boldItalic r:id="rId33"/>
    </p:embeddedFont>
    <p:embeddedFont>
      <p:font typeface="Albert Sans Black" panose="020B0604020202020204" charset="0"/>
      <p:bold r:id="rId34"/>
      <p:boldItalic r:id="rId35"/>
    </p:embeddedFont>
    <p:embeddedFont>
      <p:font typeface="Amasis MT Pro Black" panose="02040A04050005020304" pitchFamily="18" charset="0"/>
      <p:bold r:id="rId36"/>
      <p:boldItalic r:id="rId37"/>
    </p:embeddedFont>
    <p:embeddedFont>
      <p:font typeface="Amasis MT Pro Light" panose="02040304050005020304" pitchFamily="18" charset="0"/>
      <p:regular r:id="rId38"/>
      <p:italic r:id="rId39"/>
    </p:embeddedFont>
    <p:embeddedFont>
      <p:font typeface="Amasis MT Pro Medium" panose="02040604050005020304" pitchFamily="18" charset="0"/>
      <p:regular r:id="rId40"/>
      <p:italic r:id="rId41"/>
    </p:embeddedFont>
    <p:embeddedFont>
      <p:font typeface="Aptos Black" panose="020B0004020202020204" pitchFamily="34" charset="0"/>
      <p:bold r:id="rId42"/>
      <p:boldItalic r:id="rId43"/>
    </p:embeddedFont>
    <p:embeddedFont>
      <p:font typeface="Aptos Slab Black" panose="020B0004020202020204" pitchFamily="34" charset="0"/>
      <p:bold r:id="rId44"/>
      <p:boldItalic r:id="rId45"/>
    </p:embeddedFont>
    <p:embeddedFont>
      <p:font typeface="Assistant" pitchFamily="2" charset="-79"/>
      <p:regular r:id="rId46"/>
      <p:bold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3FCAEE4-DF34-4B31-BFEA-F281A6BAEBA6}">
  <a:tblStyle styleId="{53FCAEE4-DF34-4B31-BFEA-F281A6BAEBA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A9CCEAF-05A5-4AC6-A117-1434CEC1453C}"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070" y="-835"/>
      </p:cViewPr>
      <p:guideLst/>
    </p:cSldViewPr>
  </p:slid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47" Type="http://schemas.openxmlformats.org/officeDocument/2006/relationships/font" Target="fonts/font18.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handoutMaster" Target="handoutMasters/handoutMaster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font" Target="fonts/font1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7.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font" Target="fonts/font1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font" Target="fonts/font14.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0287EE-0625-6B86-3A45-C222A797D0C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E8474B5-32BD-27A9-12CD-C6D08E03EE4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0F02FAB-178C-45EC-B21A-7B5E9814FFD3}" type="datetimeFigureOut">
              <a:rPr lang="en-US" smtClean="0"/>
              <a:t>5/6/2026</a:t>
            </a:fld>
            <a:endParaRPr lang="en-US" dirty="0"/>
          </a:p>
        </p:txBody>
      </p:sp>
      <p:sp>
        <p:nvSpPr>
          <p:cNvPr id="4" name="Footer Placeholder 3">
            <a:extLst>
              <a:ext uri="{FF2B5EF4-FFF2-40B4-BE49-F238E27FC236}">
                <a16:creationId xmlns:a16="http://schemas.microsoft.com/office/drawing/2014/main" id="{750A0B04-3152-3EA2-EA24-4E5AE4C38C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190ABDA-F63A-0AAA-70AF-389969E6DED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BF2ED8-DF22-460E-80FB-07680F77477D}" type="slidenum">
              <a:rPr lang="en-US" smtClean="0"/>
              <a:t>‹#›</a:t>
            </a:fld>
            <a:endParaRPr lang="en-US" dirty="0"/>
          </a:p>
        </p:txBody>
      </p:sp>
    </p:spTree>
    <p:extLst>
      <p:ext uri="{BB962C8B-B14F-4D97-AF65-F5344CB8AC3E}">
        <p14:creationId xmlns:p14="http://schemas.microsoft.com/office/powerpoint/2010/main" val="2746942951"/>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sldNum="0" hd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29e095bcfe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485" name="Google Shape;485;g29e095bcfe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1</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10fb8bc67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645" name="Google Shape;645;g10fb8bc67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sz="1600" dirty="0">
              <a:latin typeface="Amasis MT Pro Medium" panose="020406040500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13376c313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681" name="Google Shape;681;g13376c313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998100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g1ff18b49f31_1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
        <p:nvSpPr>
          <p:cNvPr id="984" name="Google Shape;984;g1ff18b49f31_1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40000"/>
          </a:blip>
          <a:stretch>
            <a:fillRect/>
          </a:stretch>
        </p:blipFill>
        <p:spPr>
          <a:xfrm>
            <a:off x="50" y="1339"/>
            <a:ext cx="9143998" cy="5140822"/>
          </a:xfrm>
          <a:prstGeom prst="rect">
            <a:avLst/>
          </a:prstGeom>
          <a:noFill/>
          <a:ln>
            <a:noFill/>
          </a:ln>
        </p:spPr>
      </p:pic>
      <p:sp>
        <p:nvSpPr>
          <p:cNvPr id="10" name="Google Shape;10;p2"/>
          <p:cNvSpPr txBox="1">
            <a:spLocks noGrp="1"/>
          </p:cNvSpPr>
          <p:nvPr>
            <p:ph type="ctrTitle"/>
          </p:nvPr>
        </p:nvSpPr>
        <p:spPr>
          <a:xfrm>
            <a:off x="715100" y="761669"/>
            <a:ext cx="4924200" cy="32337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rgbClr val="191919"/>
              </a:buClr>
              <a:buSzPts val="5700"/>
              <a:buNone/>
              <a:defRPr sz="5700"/>
            </a:lvl1pPr>
            <a:lvl2pPr lvl="1">
              <a:lnSpc>
                <a:spcPct val="100000"/>
              </a:lnSpc>
              <a:spcBef>
                <a:spcPts val="0"/>
              </a:spcBef>
              <a:spcAft>
                <a:spcPts val="0"/>
              </a:spcAft>
              <a:buClr>
                <a:srgbClr val="191919"/>
              </a:buClr>
              <a:buSzPts val="5200"/>
              <a:buNone/>
              <a:defRPr sz="5200">
                <a:solidFill>
                  <a:srgbClr val="191919"/>
                </a:solidFill>
              </a:defRPr>
            </a:lvl2pPr>
            <a:lvl3pPr lvl="2">
              <a:lnSpc>
                <a:spcPct val="100000"/>
              </a:lnSpc>
              <a:spcBef>
                <a:spcPts val="0"/>
              </a:spcBef>
              <a:spcAft>
                <a:spcPts val="0"/>
              </a:spcAft>
              <a:buClr>
                <a:srgbClr val="191919"/>
              </a:buClr>
              <a:buSzPts val="5200"/>
              <a:buNone/>
              <a:defRPr sz="5200">
                <a:solidFill>
                  <a:srgbClr val="191919"/>
                </a:solidFill>
              </a:defRPr>
            </a:lvl3pPr>
            <a:lvl4pPr lvl="3">
              <a:lnSpc>
                <a:spcPct val="100000"/>
              </a:lnSpc>
              <a:spcBef>
                <a:spcPts val="0"/>
              </a:spcBef>
              <a:spcAft>
                <a:spcPts val="0"/>
              </a:spcAft>
              <a:buClr>
                <a:srgbClr val="191919"/>
              </a:buClr>
              <a:buSzPts val="5200"/>
              <a:buNone/>
              <a:defRPr sz="5200">
                <a:solidFill>
                  <a:srgbClr val="191919"/>
                </a:solidFill>
              </a:defRPr>
            </a:lvl4pPr>
            <a:lvl5pPr lvl="4">
              <a:lnSpc>
                <a:spcPct val="100000"/>
              </a:lnSpc>
              <a:spcBef>
                <a:spcPts val="0"/>
              </a:spcBef>
              <a:spcAft>
                <a:spcPts val="0"/>
              </a:spcAft>
              <a:buClr>
                <a:srgbClr val="191919"/>
              </a:buClr>
              <a:buSzPts val="5200"/>
              <a:buNone/>
              <a:defRPr sz="5200">
                <a:solidFill>
                  <a:srgbClr val="191919"/>
                </a:solidFill>
              </a:defRPr>
            </a:lvl5pPr>
            <a:lvl6pPr lvl="5">
              <a:lnSpc>
                <a:spcPct val="100000"/>
              </a:lnSpc>
              <a:spcBef>
                <a:spcPts val="0"/>
              </a:spcBef>
              <a:spcAft>
                <a:spcPts val="0"/>
              </a:spcAft>
              <a:buClr>
                <a:srgbClr val="191919"/>
              </a:buClr>
              <a:buSzPts val="5200"/>
              <a:buNone/>
              <a:defRPr sz="5200">
                <a:solidFill>
                  <a:srgbClr val="191919"/>
                </a:solidFill>
              </a:defRPr>
            </a:lvl6pPr>
            <a:lvl7pPr lvl="6">
              <a:lnSpc>
                <a:spcPct val="100000"/>
              </a:lnSpc>
              <a:spcBef>
                <a:spcPts val="0"/>
              </a:spcBef>
              <a:spcAft>
                <a:spcPts val="0"/>
              </a:spcAft>
              <a:buClr>
                <a:srgbClr val="191919"/>
              </a:buClr>
              <a:buSzPts val="5200"/>
              <a:buNone/>
              <a:defRPr sz="5200">
                <a:solidFill>
                  <a:srgbClr val="191919"/>
                </a:solidFill>
              </a:defRPr>
            </a:lvl7pPr>
            <a:lvl8pPr lvl="7">
              <a:lnSpc>
                <a:spcPct val="100000"/>
              </a:lnSpc>
              <a:spcBef>
                <a:spcPts val="0"/>
              </a:spcBef>
              <a:spcAft>
                <a:spcPts val="0"/>
              </a:spcAft>
              <a:buClr>
                <a:srgbClr val="191919"/>
              </a:buClr>
              <a:buSzPts val="5200"/>
              <a:buNone/>
              <a:defRPr sz="5200">
                <a:solidFill>
                  <a:srgbClr val="191919"/>
                </a:solidFill>
              </a:defRPr>
            </a:lvl8pPr>
            <a:lvl9pPr lvl="8">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5100" y="3993164"/>
            <a:ext cx="3595200" cy="421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grpSp>
        <p:nvGrpSpPr>
          <p:cNvPr id="12" name="Google Shape;12;p2"/>
          <p:cNvGrpSpPr/>
          <p:nvPr/>
        </p:nvGrpSpPr>
        <p:grpSpPr>
          <a:xfrm>
            <a:off x="-1034200" y="-719700"/>
            <a:ext cx="10753325" cy="5664639"/>
            <a:chOff x="-1034200" y="-719700"/>
            <a:chExt cx="10753325" cy="5664639"/>
          </a:xfrm>
        </p:grpSpPr>
        <p:sp>
          <p:nvSpPr>
            <p:cNvPr id="13" name="Google Shape;13;p2"/>
            <p:cNvSpPr/>
            <p:nvPr/>
          </p:nvSpPr>
          <p:spPr>
            <a:xfrm>
              <a:off x="-1034200" y="-719700"/>
              <a:ext cx="1749300" cy="174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14" name="Google Shape;14;p2"/>
            <p:cNvSpPr/>
            <p:nvPr/>
          </p:nvSpPr>
          <p:spPr>
            <a:xfrm rot="1352045" flipH="1">
              <a:off x="4437245" y="185698"/>
              <a:ext cx="269611" cy="269615"/>
            </a:xfrm>
            <a:custGeom>
              <a:avLst/>
              <a:gdLst/>
              <a:ahLst/>
              <a:cxnLst/>
              <a:rect l="l" t="t" r="r" b="b"/>
              <a:pathLst>
                <a:path w="210" h="210" extrusionOk="0">
                  <a:moveTo>
                    <a:pt x="163" y="210"/>
                  </a:moveTo>
                  <a:lnTo>
                    <a:pt x="105" y="152"/>
                  </a:lnTo>
                  <a:lnTo>
                    <a:pt x="47" y="209"/>
                  </a:lnTo>
                  <a:lnTo>
                    <a:pt x="0" y="163"/>
                  </a:lnTo>
                  <a:lnTo>
                    <a:pt x="57" y="105"/>
                  </a:lnTo>
                  <a:lnTo>
                    <a:pt x="0" y="47"/>
                  </a:lnTo>
                  <a:lnTo>
                    <a:pt x="47" y="0"/>
                  </a:lnTo>
                  <a:lnTo>
                    <a:pt x="105" y="58"/>
                  </a:lnTo>
                  <a:lnTo>
                    <a:pt x="162" y="0"/>
                  </a:lnTo>
                  <a:lnTo>
                    <a:pt x="209" y="47"/>
                  </a:lnTo>
                  <a:lnTo>
                    <a:pt x="152" y="105"/>
                  </a:lnTo>
                  <a:lnTo>
                    <a:pt x="210" y="163"/>
                  </a:lnTo>
                  <a:lnTo>
                    <a:pt x="163" y="210"/>
                  </a:lnTo>
                  <a:close/>
                  <a:moveTo>
                    <a:pt x="105" y="137"/>
                  </a:moveTo>
                  <a:lnTo>
                    <a:pt x="163" y="194"/>
                  </a:lnTo>
                  <a:lnTo>
                    <a:pt x="194" y="163"/>
                  </a:lnTo>
                  <a:lnTo>
                    <a:pt x="136" y="105"/>
                  </a:lnTo>
                  <a:lnTo>
                    <a:pt x="193" y="47"/>
                  </a:lnTo>
                  <a:lnTo>
                    <a:pt x="162" y="16"/>
                  </a:lnTo>
                  <a:lnTo>
                    <a:pt x="105" y="73"/>
                  </a:lnTo>
                  <a:lnTo>
                    <a:pt x="47" y="16"/>
                  </a:lnTo>
                  <a:lnTo>
                    <a:pt x="16" y="47"/>
                  </a:lnTo>
                  <a:lnTo>
                    <a:pt x="74" y="105"/>
                  </a:lnTo>
                  <a:lnTo>
                    <a:pt x="16" y="163"/>
                  </a:lnTo>
                  <a:lnTo>
                    <a:pt x="47" y="194"/>
                  </a:lnTo>
                  <a:lnTo>
                    <a:pt x="105" y="137"/>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 name="Google Shape;15;p2"/>
            <p:cNvSpPr/>
            <p:nvPr/>
          </p:nvSpPr>
          <p:spPr>
            <a:xfrm rot="1352047" flipH="1">
              <a:off x="300068" y="1156543"/>
              <a:ext cx="116831" cy="116833"/>
            </a:xfrm>
            <a:custGeom>
              <a:avLst/>
              <a:gdLst/>
              <a:ahLst/>
              <a:cxnLst/>
              <a:rect l="l" t="t" r="r" b="b"/>
              <a:pathLst>
                <a:path w="97" h="97" extrusionOk="0">
                  <a:moveTo>
                    <a:pt x="48" y="0"/>
                  </a:moveTo>
                  <a:cubicBezTo>
                    <a:pt x="22" y="0"/>
                    <a:pt x="0" y="22"/>
                    <a:pt x="0" y="49"/>
                  </a:cubicBezTo>
                  <a:cubicBezTo>
                    <a:pt x="0" y="76"/>
                    <a:pt x="22" y="97"/>
                    <a:pt x="48" y="97"/>
                  </a:cubicBezTo>
                  <a:cubicBezTo>
                    <a:pt x="75" y="97"/>
                    <a:pt x="97" y="76"/>
                    <a:pt x="97" y="49"/>
                  </a:cubicBezTo>
                  <a:cubicBezTo>
                    <a:pt x="97" y="22"/>
                    <a:pt x="75" y="0"/>
                    <a:pt x="48" y="0"/>
                  </a:cubicBezTo>
                  <a:close/>
                  <a:moveTo>
                    <a:pt x="48" y="79"/>
                  </a:moveTo>
                  <a:cubicBezTo>
                    <a:pt x="32" y="79"/>
                    <a:pt x="18" y="66"/>
                    <a:pt x="18" y="49"/>
                  </a:cubicBezTo>
                  <a:cubicBezTo>
                    <a:pt x="18" y="32"/>
                    <a:pt x="32" y="18"/>
                    <a:pt x="48" y="18"/>
                  </a:cubicBezTo>
                  <a:cubicBezTo>
                    <a:pt x="65" y="18"/>
                    <a:pt x="79" y="32"/>
                    <a:pt x="79" y="49"/>
                  </a:cubicBezTo>
                  <a:cubicBezTo>
                    <a:pt x="79" y="66"/>
                    <a:pt x="65" y="79"/>
                    <a:pt x="48" y="79"/>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 name="Google Shape;16;p2"/>
            <p:cNvSpPr/>
            <p:nvPr/>
          </p:nvSpPr>
          <p:spPr>
            <a:xfrm rot="1352049" flipH="1">
              <a:off x="4893256" y="112581"/>
              <a:ext cx="84735" cy="84736"/>
            </a:xfrm>
            <a:custGeom>
              <a:avLst/>
              <a:gdLst/>
              <a:ahLst/>
              <a:cxnLst/>
              <a:rect l="l" t="t" r="r" b="b"/>
              <a:pathLst>
                <a:path w="70" h="70" extrusionOk="0">
                  <a:moveTo>
                    <a:pt x="35" y="0"/>
                  </a:moveTo>
                  <a:cubicBezTo>
                    <a:pt x="55" y="0"/>
                    <a:pt x="70" y="15"/>
                    <a:pt x="70" y="35"/>
                  </a:cubicBezTo>
                  <a:cubicBezTo>
                    <a:pt x="70" y="54"/>
                    <a:pt x="55" y="70"/>
                    <a:pt x="35" y="70"/>
                  </a:cubicBezTo>
                  <a:cubicBezTo>
                    <a:pt x="16" y="70"/>
                    <a:pt x="0" y="54"/>
                    <a:pt x="0" y="35"/>
                  </a:cubicBezTo>
                  <a:cubicBezTo>
                    <a:pt x="0" y="15"/>
                    <a:pt x="16" y="0"/>
                    <a:pt x="35" y="0"/>
                  </a:cubicBezTo>
                  <a:close/>
                  <a:moveTo>
                    <a:pt x="57" y="35"/>
                  </a:moveTo>
                  <a:cubicBezTo>
                    <a:pt x="57" y="23"/>
                    <a:pt x="47" y="13"/>
                    <a:pt x="35" y="13"/>
                  </a:cubicBezTo>
                  <a:cubicBezTo>
                    <a:pt x="23" y="13"/>
                    <a:pt x="13" y="23"/>
                    <a:pt x="13" y="35"/>
                  </a:cubicBezTo>
                  <a:cubicBezTo>
                    <a:pt x="13" y="47"/>
                    <a:pt x="23" y="57"/>
                    <a:pt x="35" y="57"/>
                  </a:cubicBezTo>
                  <a:cubicBezTo>
                    <a:pt x="47" y="57"/>
                    <a:pt x="57" y="47"/>
                    <a:pt x="57" y="35"/>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7" name="Google Shape;17;p2"/>
            <p:cNvSpPr/>
            <p:nvPr/>
          </p:nvSpPr>
          <p:spPr>
            <a:xfrm rot="1352050" flipH="1">
              <a:off x="8679683" y="246685"/>
              <a:ext cx="147643" cy="147646"/>
            </a:xfrm>
            <a:custGeom>
              <a:avLst/>
              <a:gdLst/>
              <a:ahLst/>
              <a:cxnLst/>
              <a:rect l="l" t="t" r="r" b="b"/>
              <a:pathLst>
                <a:path w="115" h="115" extrusionOk="0">
                  <a:moveTo>
                    <a:pt x="115" y="47"/>
                  </a:moveTo>
                  <a:lnTo>
                    <a:pt x="68" y="115"/>
                  </a:lnTo>
                  <a:lnTo>
                    <a:pt x="0" y="68"/>
                  </a:lnTo>
                  <a:lnTo>
                    <a:pt x="47" y="0"/>
                  </a:lnTo>
                  <a:lnTo>
                    <a:pt x="115" y="4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8" name="Google Shape;18;p2"/>
            <p:cNvSpPr/>
            <p:nvPr/>
          </p:nvSpPr>
          <p:spPr>
            <a:xfrm rot="1352050" flipH="1">
              <a:off x="571067" y="364703"/>
              <a:ext cx="147643" cy="147646"/>
            </a:xfrm>
            <a:custGeom>
              <a:avLst/>
              <a:gdLst/>
              <a:ahLst/>
              <a:cxnLst/>
              <a:rect l="l" t="t" r="r" b="b"/>
              <a:pathLst>
                <a:path w="115" h="115" extrusionOk="0">
                  <a:moveTo>
                    <a:pt x="115" y="47"/>
                  </a:moveTo>
                  <a:lnTo>
                    <a:pt x="68" y="115"/>
                  </a:lnTo>
                  <a:lnTo>
                    <a:pt x="0" y="69"/>
                  </a:lnTo>
                  <a:lnTo>
                    <a:pt x="47" y="0"/>
                  </a:lnTo>
                  <a:lnTo>
                    <a:pt x="115" y="4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9" name="Google Shape;19;p2"/>
            <p:cNvSpPr/>
            <p:nvPr/>
          </p:nvSpPr>
          <p:spPr>
            <a:xfrm rot="1352050" flipH="1">
              <a:off x="8775155" y="1044265"/>
              <a:ext cx="240081" cy="241369"/>
            </a:xfrm>
            <a:custGeom>
              <a:avLst/>
              <a:gdLst/>
              <a:ahLst/>
              <a:cxnLst/>
              <a:rect l="l" t="t" r="r" b="b"/>
              <a:pathLst>
                <a:path w="187" h="188" extrusionOk="0">
                  <a:moveTo>
                    <a:pt x="187" y="135"/>
                  </a:moveTo>
                  <a:lnTo>
                    <a:pt x="52" y="188"/>
                  </a:lnTo>
                  <a:lnTo>
                    <a:pt x="0" y="53"/>
                  </a:lnTo>
                  <a:lnTo>
                    <a:pt x="135" y="0"/>
                  </a:lnTo>
                  <a:lnTo>
                    <a:pt x="187" y="135"/>
                  </a:lnTo>
                  <a:close/>
                  <a:moveTo>
                    <a:pt x="56" y="178"/>
                  </a:moveTo>
                  <a:lnTo>
                    <a:pt x="177" y="131"/>
                  </a:lnTo>
                  <a:lnTo>
                    <a:pt x="130" y="11"/>
                  </a:lnTo>
                  <a:lnTo>
                    <a:pt x="10" y="57"/>
                  </a:lnTo>
                  <a:lnTo>
                    <a:pt x="56" y="178"/>
                  </a:lnTo>
                  <a:close/>
                  <a:moveTo>
                    <a:pt x="152" y="120"/>
                  </a:moveTo>
                  <a:lnTo>
                    <a:pt x="68" y="152"/>
                  </a:lnTo>
                  <a:lnTo>
                    <a:pt x="35" y="68"/>
                  </a:lnTo>
                  <a:lnTo>
                    <a:pt x="119" y="36"/>
                  </a:lnTo>
                  <a:lnTo>
                    <a:pt x="152" y="120"/>
                  </a:lnTo>
                  <a:close/>
                  <a:moveTo>
                    <a:pt x="72" y="142"/>
                  </a:moveTo>
                  <a:lnTo>
                    <a:pt x="141" y="116"/>
                  </a:lnTo>
                  <a:lnTo>
                    <a:pt x="115" y="47"/>
                  </a:lnTo>
                  <a:lnTo>
                    <a:pt x="45" y="73"/>
                  </a:lnTo>
                  <a:lnTo>
                    <a:pt x="72" y="142"/>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20" name="Google Shape;20;p2"/>
            <p:cNvGrpSpPr/>
            <p:nvPr/>
          </p:nvGrpSpPr>
          <p:grpSpPr>
            <a:xfrm>
              <a:off x="4880239" y="4742045"/>
              <a:ext cx="287205" cy="202895"/>
              <a:chOff x="4880239" y="4742045"/>
              <a:chExt cx="287205" cy="202895"/>
            </a:xfrm>
          </p:grpSpPr>
          <p:sp>
            <p:nvSpPr>
              <p:cNvPr id="21" name="Google Shape;21;p2"/>
              <p:cNvSpPr/>
              <p:nvPr/>
            </p:nvSpPr>
            <p:spPr>
              <a:xfrm rot="1352049" flipH="1">
                <a:off x="4900333" y="4793890"/>
                <a:ext cx="130954" cy="130956"/>
              </a:xfrm>
              <a:custGeom>
                <a:avLst/>
                <a:gdLst/>
                <a:ahLst/>
                <a:cxnLst/>
                <a:rect l="l" t="t" r="r" b="b"/>
                <a:pathLst>
                  <a:path w="108" h="108" extrusionOk="0">
                    <a:moveTo>
                      <a:pt x="78" y="13"/>
                    </a:moveTo>
                    <a:cubicBezTo>
                      <a:pt x="100" y="26"/>
                      <a:pt x="108" y="55"/>
                      <a:pt x="96" y="77"/>
                    </a:cubicBezTo>
                    <a:cubicBezTo>
                      <a:pt x="83" y="100"/>
                      <a:pt x="54" y="108"/>
                      <a:pt x="31" y="95"/>
                    </a:cubicBezTo>
                    <a:cubicBezTo>
                      <a:pt x="8" y="82"/>
                      <a:pt x="0" y="53"/>
                      <a:pt x="13" y="31"/>
                    </a:cubicBezTo>
                    <a:cubicBezTo>
                      <a:pt x="26" y="8"/>
                      <a:pt x="55" y="0"/>
                      <a:pt x="78" y="1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2" name="Google Shape;22;p2"/>
              <p:cNvSpPr/>
              <p:nvPr/>
            </p:nvSpPr>
            <p:spPr>
              <a:xfrm rot="1352051" flipH="1">
                <a:off x="5077358" y="4754110"/>
                <a:ext cx="78315" cy="77033"/>
              </a:xfrm>
              <a:custGeom>
                <a:avLst/>
                <a:gdLst/>
                <a:ahLst/>
                <a:cxnLst/>
                <a:rect l="l" t="t" r="r" b="b"/>
                <a:pathLst>
                  <a:path w="65" h="64" extrusionOk="0">
                    <a:moveTo>
                      <a:pt x="46" y="7"/>
                    </a:moveTo>
                    <a:cubicBezTo>
                      <a:pt x="60" y="15"/>
                      <a:pt x="65" y="32"/>
                      <a:pt x="57" y="46"/>
                    </a:cubicBezTo>
                    <a:cubicBezTo>
                      <a:pt x="49" y="59"/>
                      <a:pt x="32" y="64"/>
                      <a:pt x="18" y="56"/>
                    </a:cubicBezTo>
                    <a:cubicBezTo>
                      <a:pt x="5" y="49"/>
                      <a:pt x="0" y="32"/>
                      <a:pt x="8" y="18"/>
                    </a:cubicBezTo>
                    <a:cubicBezTo>
                      <a:pt x="15" y="4"/>
                      <a:pt x="33" y="0"/>
                      <a:pt x="46"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23" name="Google Shape;23;p2"/>
            <p:cNvSpPr/>
            <p:nvPr/>
          </p:nvSpPr>
          <p:spPr>
            <a:xfrm rot="1352050" flipH="1">
              <a:off x="186322" y="229821"/>
              <a:ext cx="127102" cy="127104"/>
            </a:xfrm>
            <a:custGeom>
              <a:avLst/>
              <a:gdLst/>
              <a:ahLst/>
              <a:cxnLst/>
              <a:rect l="l" t="t" r="r" b="b"/>
              <a:pathLst>
                <a:path w="99" h="99" extrusionOk="0">
                  <a:moveTo>
                    <a:pt x="64" y="47"/>
                  </a:moveTo>
                  <a:lnTo>
                    <a:pt x="99" y="85"/>
                  </a:lnTo>
                  <a:lnTo>
                    <a:pt x="52" y="64"/>
                  </a:lnTo>
                  <a:lnTo>
                    <a:pt x="13" y="99"/>
                  </a:lnTo>
                  <a:lnTo>
                    <a:pt x="35" y="51"/>
                  </a:lnTo>
                  <a:lnTo>
                    <a:pt x="0" y="13"/>
                  </a:lnTo>
                  <a:lnTo>
                    <a:pt x="47" y="35"/>
                  </a:lnTo>
                  <a:lnTo>
                    <a:pt x="86" y="0"/>
                  </a:lnTo>
                  <a:lnTo>
                    <a:pt x="64" y="4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4" name="Google Shape;24;p2"/>
            <p:cNvSpPr/>
            <p:nvPr/>
          </p:nvSpPr>
          <p:spPr>
            <a:xfrm>
              <a:off x="8147725" y="-719700"/>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25" name="Google Shape;25;p2"/>
            <p:cNvSpPr/>
            <p:nvPr/>
          </p:nvSpPr>
          <p:spPr>
            <a:xfrm>
              <a:off x="166813" y="4427526"/>
              <a:ext cx="361950" cy="361950"/>
            </a:xfrm>
            <a:custGeom>
              <a:avLst/>
              <a:gdLst/>
              <a:ahLst/>
              <a:cxnLst/>
              <a:rect l="l" t="t" r="r" b="b"/>
              <a:pathLst>
                <a:path w="228" h="228" extrusionOk="0">
                  <a:moveTo>
                    <a:pt x="127" y="228"/>
                  </a:moveTo>
                  <a:lnTo>
                    <a:pt x="0" y="126"/>
                  </a:lnTo>
                  <a:lnTo>
                    <a:pt x="103" y="0"/>
                  </a:lnTo>
                  <a:lnTo>
                    <a:pt x="228" y="103"/>
                  </a:lnTo>
                  <a:lnTo>
                    <a:pt x="127" y="228"/>
                  </a:lnTo>
                  <a:close/>
                  <a:moveTo>
                    <a:pt x="13" y="125"/>
                  </a:moveTo>
                  <a:lnTo>
                    <a:pt x="125" y="215"/>
                  </a:lnTo>
                  <a:lnTo>
                    <a:pt x="215" y="104"/>
                  </a:lnTo>
                  <a:lnTo>
                    <a:pt x="105" y="13"/>
                  </a:lnTo>
                  <a:lnTo>
                    <a:pt x="13" y="125"/>
                  </a:lnTo>
                  <a:close/>
                  <a:moveTo>
                    <a:pt x="121" y="186"/>
                  </a:moveTo>
                  <a:lnTo>
                    <a:pt x="44" y="121"/>
                  </a:lnTo>
                  <a:lnTo>
                    <a:pt x="107" y="44"/>
                  </a:lnTo>
                  <a:lnTo>
                    <a:pt x="186" y="107"/>
                  </a:lnTo>
                  <a:lnTo>
                    <a:pt x="121" y="186"/>
                  </a:lnTo>
                  <a:close/>
                  <a:moveTo>
                    <a:pt x="56" y="120"/>
                  </a:moveTo>
                  <a:lnTo>
                    <a:pt x="120" y="173"/>
                  </a:lnTo>
                  <a:lnTo>
                    <a:pt x="173" y="108"/>
                  </a:lnTo>
                  <a:lnTo>
                    <a:pt x="109" y="55"/>
                  </a:lnTo>
                  <a:lnTo>
                    <a:pt x="56" y="12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6" name="Google Shape;26;p2"/>
            <p:cNvSpPr/>
            <p:nvPr/>
          </p:nvSpPr>
          <p:spPr>
            <a:xfrm>
              <a:off x="6232002" y="4608497"/>
              <a:ext cx="309412" cy="308134"/>
            </a:xfrm>
            <a:custGeom>
              <a:avLst/>
              <a:gdLst/>
              <a:ahLst/>
              <a:cxnLst/>
              <a:rect l="l" t="t" r="r" b="b"/>
              <a:pathLst>
                <a:path w="241" h="240" extrusionOk="0">
                  <a:moveTo>
                    <a:pt x="241" y="121"/>
                  </a:moveTo>
                  <a:lnTo>
                    <a:pt x="162" y="144"/>
                  </a:lnTo>
                  <a:lnTo>
                    <a:pt x="184" y="222"/>
                  </a:lnTo>
                  <a:lnTo>
                    <a:pt x="119" y="240"/>
                  </a:lnTo>
                  <a:lnTo>
                    <a:pt x="98" y="161"/>
                  </a:lnTo>
                  <a:lnTo>
                    <a:pt x="18" y="182"/>
                  </a:lnTo>
                  <a:lnTo>
                    <a:pt x="0" y="118"/>
                  </a:lnTo>
                  <a:lnTo>
                    <a:pt x="80" y="96"/>
                  </a:lnTo>
                  <a:lnTo>
                    <a:pt x="58" y="18"/>
                  </a:lnTo>
                  <a:lnTo>
                    <a:pt x="122" y="0"/>
                  </a:lnTo>
                  <a:lnTo>
                    <a:pt x="144" y="79"/>
                  </a:lnTo>
                  <a:lnTo>
                    <a:pt x="223" y="57"/>
                  </a:lnTo>
                  <a:lnTo>
                    <a:pt x="241" y="121"/>
                  </a:lnTo>
                  <a:close/>
                  <a:moveTo>
                    <a:pt x="148" y="135"/>
                  </a:moveTo>
                  <a:lnTo>
                    <a:pt x="227" y="113"/>
                  </a:lnTo>
                  <a:lnTo>
                    <a:pt x="216" y="71"/>
                  </a:lnTo>
                  <a:lnTo>
                    <a:pt x="136" y="93"/>
                  </a:lnTo>
                  <a:lnTo>
                    <a:pt x="115" y="14"/>
                  </a:lnTo>
                  <a:lnTo>
                    <a:pt x="71" y="26"/>
                  </a:lnTo>
                  <a:lnTo>
                    <a:pt x="93" y="105"/>
                  </a:lnTo>
                  <a:lnTo>
                    <a:pt x="15" y="127"/>
                  </a:lnTo>
                  <a:lnTo>
                    <a:pt x="26" y="169"/>
                  </a:lnTo>
                  <a:lnTo>
                    <a:pt x="105" y="147"/>
                  </a:lnTo>
                  <a:lnTo>
                    <a:pt x="127" y="226"/>
                  </a:lnTo>
                  <a:lnTo>
                    <a:pt x="169" y="214"/>
                  </a:lnTo>
                  <a:lnTo>
                    <a:pt x="148" y="135"/>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27" name="Google Shape;27;p2"/>
            <p:cNvGrpSpPr/>
            <p:nvPr/>
          </p:nvGrpSpPr>
          <p:grpSpPr>
            <a:xfrm rot="4119212">
              <a:off x="8497649" y="3574392"/>
              <a:ext cx="219902" cy="194208"/>
              <a:chOff x="8617855" y="966235"/>
              <a:chExt cx="62230" cy="54957"/>
            </a:xfrm>
          </p:grpSpPr>
          <p:sp>
            <p:nvSpPr>
              <p:cNvPr id="28" name="Google Shape;28;p2"/>
              <p:cNvSpPr/>
              <p:nvPr/>
            </p:nvSpPr>
            <p:spPr>
              <a:xfrm>
                <a:off x="8646141" y="966235"/>
                <a:ext cx="33944" cy="34752"/>
              </a:xfrm>
              <a:custGeom>
                <a:avLst/>
                <a:gdLst/>
                <a:ahLst/>
                <a:cxnLst/>
                <a:rect l="l" t="t" r="r" b="b"/>
                <a:pathLst>
                  <a:path w="42" h="43" extrusionOk="0">
                    <a:moveTo>
                      <a:pt x="21" y="14"/>
                    </a:moveTo>
                    <a:lnTo>
                      <a:pt x="42" y="0"/>
                    </a:lnTo>
                    <a:lnTo>
                      <a:pt x="29" y="22"/>
                    </a:lnTo>
                    <a:lnTo>
                      <a:pt x="42" y="43"/>
                    </a:lnTo>
                    <a:lnTo>
                      <a:pt x="21" y="28"/>
                    </a:lnTo>
                    <a:lnTo>
                      <a:pt x="0" y="43"/>
                    </a:lnTo>
                    <a:lnTo>
                      <a:pt x="14" y="22"/>
                    </a:lnTo>
                    <a:lnTo>
                      <a:pt x="0" y="0"/>
                    </a:lnTo>
                    <a:lnTo>
                      <a:pt x="21" y="1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9" name="Google Shape;29;p2"/>
              <p:cNvSpPr/>
              <p:nvPr/>
            </p:nvSpPr>
            <p:spPr>
              <a:xfrm>
                <a:off x="8617855" y="998563"/>
                <a:ext cx="23437" cy="22629"/>
              </a:xfrm>
              <a:custGeom>
                <a:avLst/>
                <a:gdLst/>
                <a:ahLst/>
                <a:cxnLst/>
                <a:rect l="l" t="t" r="r" b="b"/>
                <a:pathLst>
                  <a:path w="29" h="28" extrusionOk="0">
                    <a:moveTo>
                      <a:pt x="16" y="17"/>
                    </a:moveTo>
                    <a:lnTo>
                      <a:pt x="9" y="28"/>
                    </a:lnTo>
                    <a:lnTo>
                      <a:pt x="12" y="15"/>
                    </a:lnTo>
                    <a:lnTo>
                      <a:pt x="0" y="7"/>
                    </a:lnTo>
                    <a:lnTo>
                      <a:pt x="13" y="10"/>
                    </a:lnTo>
                    <a:lnTo>
                      <a:pt x="21" y="0"/>
                    </a:lnTo>
                    <a:lnTo>
                      <a:pt x="18" y="12"/>
                    </a:lnTo>
                    <a:lnTo>
                      <a:pt x="29" y="20"/>
                    </a:lnTo>
                    <a:lnTo>
                      <a:pt x="16" y="1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pic>
        <p:nvPicPr>
          <p:cNvPr id="31" name="Google Shape;31;p3"/>
          <p:cNvPicPr preferRelativeResize="0"/>
          <p:nvPr/>
        </p:nvPicPr>
        <p:blipFill>
          <a:blip r:embed="rId2">
            <a:alphaModFix amt="40000"/>
          </a:blip>
          <a:stretch>
            <a:fillRect/>
          </a:stretch>
        </p:blipFill>
        <p:spPr>
          <a:xfrm>
            <a:off x="50" y="1339"/>
            <a:ext cx="9143998" cy="5140822"/>
          </a:xfrm>
          <a:prstGeom prst="rect">
            <a:avLst/>
          </a:prstGeom>
          <a:noFill/>
          <a:ln>
            <a:noFill/>
          </a:ln>
        </p:spPr>
      </p:pic>
      <p:sp>
        <p:nvSpPr>
          <p:cNvPr id="32" name="Google Shape;32;p3"/>
          <p:cNvSpPr txBox="1">
            <a:spLocks noGrp="1"/>
          </p:cNvSpPr>
          <p:nvPr>
            <p:ph type="title"/>
          </p:nvPr>
        </p:nvSpPr>
        <p:spPr>
          <a:xfrm>
            <a:off x="3609525" y="2716900"/>
            <a:ext cx="3787500" cy="1012500"/>
          </a:xfrm>
          <a:prstGeom prst="rect">
            <a:avLst/>
          </a:prstGeom>
        </p:spPr>
        <p:txBody>
          <a:bodyPr spcFirstLastPara="1" wrap="square" lIns="91425" tIns="91425" rIns="91425" bIns="91425" anchor="t" anchorCtr="0">
            <a:noAutofit/>
          </a:bodyPr>
          <a:lstStyle>
            <a:lvl1pPr lvl="0" algn="r">
              <a:spcBef>
                <a:spcPts val="0"/>
              </a:spcBef>
              <a:spcAft>
                <a:spcPts val="0"/>
              </a:spcAft>
              <a:buSzPts val="5000"/>
              <a:buNone/>
              <a:defRPr sz="5000"/>
            </a:lvl1pPr>
            <a:lvl2pPr lvl="1" algn="r">
              <a:spcBef>
                <a:spcPts val="0"/>
              </a:spcBef>
              <a:spcAft>
                <a:spcPts val="0"/>
              </a:spcAft>
              <a:buSzPts val="5000"/>
              <a:buNone/>
              <a:defRPr sz="5000"/>
            </a:lvl2pPr>
            <a:lvl3pPr lvl="2" algn="r">
              <a:spcBef>
                <a:spcPts val="0"/>
              </a:spcBef>
              <a:spcAft>
                <a:spcPts val="0"/>
              </a:spcAft>
              <a:buSzPts val="5000"/>
              <a:buNone/>
              <a:defRPr sz="5000"/>
            </a:lvl3pPr>
            <a:lvl4pPr lvl="3" algn="r">
              <a:spcBef>
                <a:spcPts val="0"/>
              </a:spcBef>
              <a:spcAft>
                <a:spcPts val="0"/>
              </a:spcAft>
              <a:buSzPts val="5000"/>
              <a:buNone/>
              <a:defRPr sz="5000"/>
            </a:lvl4pPr>
            <a:lvl5pPr lvl="4" algn="r">
              <a:spcBef>
                <a:spcPts val="0"/>
              </a:spcBef>
              <a:spcAft>
                <a:spcPts val="0"/>
              </a:spcAft>
              <a:buSzPts val="5000"/>
              <a:buNone/>
              <a:defRPr sz="5000"/>
            </a:lvl5pPr>
            <a:lvl6pPr lvl="5" algn="r">
              <a:spcBef>
                <a:spcPts val="0"/>
              </a:spcBef>
              <a:spcAft>
                <a:spcPts val="0"/>
              </a:spcAft>
              <a:buSzPts val="5000"/>
              <a:buNone/>
              <a:defRPr sz="5000"/>
            </a:lvl6pPr>
            <a:lvl7pPr lvl="6" algn="r">
              <a:spcBef>
                <a:spcPts val="0"/>
              </a:spcBef>
              <a:spcAft>
                <a:spcPts val="0"/>
              </a:spcAft>
              <a:buSzPts val="5000"/>
              <a:buNone/>
              <a:defRPr sz="5000"/>
            </a:lvl7pPr>
            <a:lvl8pPr lvl="7" algn="r">
              <a:spcBef>
                <a:spcPts val="0"/>
              </a:spcBef>
              <a:spcAft>
                <a:spcPts val="0"/>
              </a:spcAft>
              <a:buSzPts val="5000"/>
              <a:buNone/>
              <a:defRPr sz="5000"/>
            </a:lvl8pPr>
            <a:lvl9pPr lvl="8" algn="r">
              <a:spcBef>
                <a:spcPts val="0"/>
              </a:spcBef>
              <a:spcAft>
                <a:spcPts val="0"/>
              </a:spcAft>
              <a:buSzPts val="5000"/>
              <a:buNone/>
              <a:defRPr sz="5000"/>
            </a:lvl9pPr>
          </a:lstStyle>
          <a:p>
            <a:endParaRPr/>
          </a:p>
        </p:txBody>
      </p:sp>
      <p:sp>
        <p:nvSpPr>
          <p:cNvPr id="33" name="Google Shape;33;p3"/>
          <p:cNvSpPr txBox="1">
            <a:spLocks noGrp="1"/>
          </p:cNvSpPr>
          <p:nvPr>
            <p:ph type="title" idx="2" hasCustomPrompt="1"/>
          </p:nvPr>
        </p:nvSpPr>
        <p:spPr>
          <a:xfrm>
            <a:off x="6168500" y="1414113"/>
            <a:ext cx="1228500" cy="11895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Clr>
                <a:schemeClr val="accent4"/>
              </a:buClr>
              <a:buSzPts val="6000"/>
              <a:buNone/>
              <a:defRPr sz="5000">
                <a:solidFill>
                  <a:schemeClr val="accent4"/>
                </a:solidFill>
              </a:defRPr>
            </a:lvl1pPr>
            <a:lvl2pPr lvl="1" algn="r" rtl="0">
              <a:spcBef>
                <a:spcPts val="0"/>
              </a:spcBef>
              <a:spcAft>
                <a:spcPts val="0"/>
              </a:spcAft>
              <a:buClr>
                <a:schemeClr val="accent4"/>
              </a:buClr>
              <a:buSzPts val="6000"/>
              <a:buNone/>
              <a:defRPr sz="6000">
                <a:solidFill>
                  <a:schemeClr val="accent4"/>
                </a:solidFill>
              </a:defRPr>
            </a:lvl2pPr>
            <a:lvl3pPr lvl="2" algn="r" rtl="0">
              <a:spcBef>
                <a:spcPts val="0"/>
              </a:spcBef>
              <a:spcAft>
                <a:spcPts val="0"/>
              </a:spcAft>
              <a:buClr>
                <a:schemeClr val="accent4"/>
              </a:buClr>
              <a:buSzPts val="6000"/>
              <a:buNone/>
              <a:defRPr sz="6000">
                <a:solidFill>
                  <a:schemeClr val="accent4"/>
                </a:solidFill>
              </a:defRPr>
            </a:lvl3pPr>
            <a:lvl4pPr lvl="3" algn="r" rtl="0">
              <a:spcBef>
                <a:spcPts val="0"/>
              </a:spcBef>
              <a:spcAft>
                <a:spcPts val="0"/>
              </a:spcAft>
              <a:buClr>
                <a:schemeClr val="accent4"/>
              </a:buClr>
              <a:buSzPts val="6000"/>
              <a:buNone/>
              <a:defRPr sz="6000">
                <a:solidFill>
                  <a:schemeClr val="accent4"/>
                </a:solidFill>
              </a:defRPr>
            </a:lvl4pPr>
            <a:lvl5pPr lvl="4" algn="r" rtl="0">
              <a:spcBef>
                <a:spcPts val="0"/>
              </a:spcBef>
              <a:spcAft>
                <a:spcPts val="0"/>
              </a:spcAft>
              <a:buClr>
                <a:schemeClr val="accent4"/>
              </a:buClr>
              <a:buSzPts val="6000"/>
              <a:buNone/>
              <a:defRPr sz="6000">
                <a:solidFill>
                  <a:schemeClr val="accent4"/>
                </a:solidFill>
              </a:defRPr>
            </a:lvl5pPr>
            <a:lvl6pPr lvl="5" algn="r" rtl="0">
              <a:spcBef>
                <a:spcPts val="0"/>
              </a:spcBef>
              <a:spcAft>
                <a:spcPts val="0"/>
              </a:spcAft>
              <a:buClr>
                <a:schemeClr val="accent4"/>
              </a:buClr>
              <a:buSzPts val="6000"/>
              <a:buNone/>
              <a:defRPr sz="6000">
                <a:solidFill>
                  <a:schemeClr val="accent4"/>
                </a:solidFill>
              </a:defRPr>
            </a:lvl6pPr>
            <a:lvl7pPr lvl="6" algn="r" rtl="0">
              <a:spcBef>
                <a:spcPts val="0"/>
              </a:spcBef>
              <a:spcAft>
                <a:spcPts val="0"/>
              </a:spcAft>
              <a:buClr>
                <a:schemeClr val="accent4"/>
              </a:buClr>
              <a:buSzPts val="6000"/>
              <a:buNone/>
              <a:defRPr sz="6000">
                <a:solidFill>
                  <a:schemeClr val="accent4"/>
                </a:solidFill>
              </a:defRPr>
            </a:lvl7pPr>
            <a:lvl8pPr lvl="7" algn="r" rtl="0">
              <a:spcBef>
                <a:spcPts val="0"/>
              </a:spcBef>
              <a:spcAft>
                <a:spcPts val="0"/>
              </a:spcAft>
              <a:buClr>
                <a:schemeClr val="accent4"/>
              </a:buClr>
              <a:buSzPts val="6000"/>
              <a:buNone/>
              <a:defRPr sz="6000">
                <a:solidFill>
                  <a:schemeClr val="accent4"/>
                </a:solidFill>
              </a:defRPr>
            </a:lvl8pPr>
            <a:lvl9pPr lvl="8" algn="r" rtl="0">
              <a:spcBef>
                <a:spcPts val="0"/>
              </a:spcBef>
              <a:spcAft>
                <a:spcPts val="0"/>
              </a:spcAft>
              <a:buClr>
                <a:schemeClr val="accent4"/>
              </a:buClr>
              <a:buSzPts val="6000"/>
              <a:buNone/>
              <a:defRPr sz="6000">
                <a:solidFill>
                  <a:schemeClr val="accent4"/>
                </a:solidFill>
              </a:defRPr>
            </a:lvl9pPr>
          </a:lstStyle>
          <a:p>
            <a:r>
              <a:t>xx%</a:t>
            </a:r>
          </a:p>
        </p:txBody>
      </p:sp>
      <p:grpSp>
        <p:nvGrpSpPr>
          <p:cNvPr id="34" name="Google Shape;34;p3"/>
          <p:cNvGrpSpPr/>
          <p:nvPr/>
        </p:nvGrpSpPr>
        <p:grpSpPr>
          <a:xfrm>
            <a:off x="-856300" y="-1804725"/>
            <a:ext cx="11480000" cy="6744225"/>
            <a:chOff x="-856300" y="-1804725"/>
            <a:chExt cx="11480000" cy="6744225"/>
          </a:xfrm>
        </p:grpSpPr>
        <p:sp>
          <p:nvSpPr>
            <p:cNvPr id="35" name="Google Shape;35;p3"/>
            <p:cNvSpPr/>
            <p:nvPr/>
          </p:nvSpPr>
          <p:spPr>
            <a:xfrm>
              <a:off x="7752100" y="-1804725"/>
              <a:ext cx="2871600" cy="28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36" name="Google Shape;36;p3"/>
            <p:cNvSpPr/>
            <p:nvPr/>
          </p:nvSpPr>
          <p:spPr>
            <a:xfrm>
              <a:off x="-856300" y="-504525"/>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37" name="Google Shape;37;p3"/>
            <p:cNvSpPr/>
            <p:nvPr/>
          </p:nvSpPr>
          <p:spPr>
            <a:xfrm>
              <a:off x="8597538" y="189338"/>
              <a:ext cx="361950" cy="361950"/>
            </a:xfrm>
            <a:custGeom>
              <a:avLst/>
              <a:gdLst/>
              <a:ahLst/>
              <a:cxnLst/>
              <a:rect l="l" t="t" r="r" b="b"/>
              <a:pathLst>
                <a:path w="228" h="228" extrusionOk="0">
                  <a:moveTo>
                    <a:pt x="127" y="228"/>
                  </a:moveTo>
                  <a:lnTo>
                    <a:pt x="0" y="126"/>
                  </a:lnTo>
                  <a:lnTo>
                    <a:pt x="103" y="0"/>
                  </a:lnTo>
                  <a:lnTo>
                    <a:pt x="228" y="103"/>
                  </a:lnTo>
                  <a:lnTo>
                    <a:pt x="127" y="228"/>
                  </a:lnTo>
                  <a:close/>
                  <a:moveTo>
                    <a:pt x="13" y="125"/>
                  </a:moveTo>
                  <a:lnTo>
                    <a:pt x="125" y="215"/>
                  </a:lnTo>
                  <a:lnTo>
                    <a:pt x="215" y="104"/>
                  </a:lnTo>
                  <a:lnTo>
                    <a:pt x="105" y="13"/>
                  </a:lnTo>
                  <a:lnTo>
                    <a:pt x="13" y="125"/>
                  </a:lnTo>
                  <a:close/>
                  <a:moveTo>
                    <a:pt x="121" y="186"/>
                  </a:moveTo>
                  <a:lnTo>
                    <a:pt x="44" y="121"/>
                  </a:lnTo>
                  <a:lnTo>
                    <a:pt x="107" y="44"/>
                  </a:lnTo>
                  <a:lnTo>
                    <a:pt x="186" y="107"/>
                  </a:lnTo>
                  <a:lnTo>
                    <a:pt x="121" y="186"/>
                  </a:lnTo>
                  <a:close/>
                  <a:moveTo>
                    <a:pt x="56" y="120"/>
                  </a:moveTo>
                  <a:lnTo>
                    <a:pt x="120" y="173"/>
                  </a:lnTo>
                  <a:lnTo>
                    <a:pt x="173" y="108"/>
                  </a:lnTo>
                  <a:lnTo>
                    <a:pt x="109" y="55"/>
                  </a:lnTo>
                  <a:lnTo>
                    <a:pt x="56" y="12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38" name="Google Shape;38;p3"/>
            <p:cNvGrpSpPr/>
            <p:nvPr/>
          </p:nvGrpSpPr>
          <p:grpSpPr>
            <a:xfrm>
              <a:off x="8292801" y="4752175"/>
              <a:ext cx="193675" cy="187325"/>
              <a:chOff x="1053101" y="4428650"/>
              <a:chExt cx="193675" cy="187325"/>
            </a:xfrm>
          </p:grpSpPr>
          <p:sp>
            <p:nvSpPr>
              <p:cNvPr id="39" name="Google Shape;39;p3"/>
              <p:cNvSpPr/>
              <p:nvPr/>
            </p:nvSpPr>
            <p:spPr>
              <a:xfrm>
                <a:off x="1097551" y="4428650"/>
                <a:ext cx="104775" cy="187325"/>
              </a:xfrm>
              <a:custGeom>
                <a:avLst/>
                <a:gdLst/>
                <a:ahLst/>
                <a:cxnLst/>
                <a:rect l="l" t="t" r="r" b="b"/>
                <a:pathLst>
                  <a:path w="66" h="118" extrusionOk="0">
                    <a:moveTo>
                      <a:pt x="48" y="118"/>
                    </a:moveTo>
                    <a:lnTo>
                      <a:pt x="0" y="8"/>
                    </a:lnTo>
                    <a:lnTo>
                      <a:pt x="18" y="0"/>
                    </a:lnTo>
                    <a:lnTo>
                      <a:pt x="66" y="111"/>
                    </a:lnTo>
                    <a:lnTo>
                      <a:pt x="48" y="118"/>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0" name="Google Shape;40;p3"/>
              <p:cNvSpPr/>
              <p:nvPr/>
            </p:nvSpPr>
            <p:spPr>
              <a:xfrm>
                <a:off x="1053101" y="4469925"/>
                <a:ext cx="193675" cy="106363"/>
              </a:xfrm>
              <a:custGeom>
                <a:avLst/>
                <a:gdLst/>
                <a:ahLst/>
                <a:cxnLst/>
                <a:rect l="l" t="t" r="r" b="b"/>
                <a:pathLst>
                  <a:path w="122" h="67" extrusionOk="0">
                    <a:moveTo>
                      <a:pt x="8" y="67"/>
                    </a:moveTo>
                    <a:lnTo>
                      <a:pt x="0" y="49"/>
                    </a:lnTo>
                    <a:lnTo>
                      <a:pt x="114" y="0"/>
                    </a:lnTo>
                    <a:lnTo>
                      <a:pt x="122" y="18"/>
                    </a:lnTo>
                    <a:lnTo>
                      <a:pt x="8" y="6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41" name="Google Shape;41;p3"/>
            <p:cNvSpPr/>
            <p:nvPr/>
          </p:nvSpPr>
          <p:spPr>
            <a:xfrm rot="-1319181">
              <a:off x="246517" y="4383017"/>
              <a:ext cx="212421" cy="212422"/>
            </a:xfrm>
            <a:custGeom>
              <a:avLst/>
              <a:gdLst/>
              <a:ahLst/>
              <a:cxnLst/>
              <a:rect l="l" t="t" r="r" b="b"/>
              <a:pathLst>
                <a:path w="234" h="234" extrusionOk="0">
                  <a:moveTo>
                    <a:pt x="182" y="234"/>
                  </a:moveTo>
                  <a:lnTo>
                    <a:pt x="117" y="170"/>
                  </a:lnTo>
                  <a:lnTo>
                    <a:pt x="52" y="234"/>
                  </a:lnTo>
                  <a:lnTo>
                    <a:pt x="0" y="181"/>
                  </a:lnTo>
                  <a:lnTo>
                    <a:pt x="64" y="117"/>
                  </a:lnTo>
                  <a:lnTo>
                    <a:pt x="0" y="52"/>
                  </a:lnTo>
                  <a:lnTo>
                    <a:pt x="52" y="0"/>
                  </a:lnTo>
                  <a:lnTo>
                    <a:pt x="117" y="64"/>
                  </a:lnTo>
                  <a:lnTo>
                    <a:pt x="182" y="0"/>
                  </a:lnTo>
                  <a:lnTo>
                    <a:pt x="233" y="52"/>
                  </a:lnTo>
                  <a:lnTo>
                    <a:pt x="169" y="117"/>
                  </a:lnTo>
                  <a:lnTo>
                    <a:pt x="234" y="181"/>
                  </a:lnTo>
                  <a:lnTo>
                    <a:pt x="182" y="234"/>
                  </a:lnTo>
                  <a:close/>
                  <a:moveTo>
                    <a:pt x="117" y="152"/>
                  </a:moveTo>
                  <a:lnTo>
                    <a:pt x="182" y="217"/>
                  </a:lnTo>
                  <a:lnTo>
                    <a:pt x="216" y="181"/>
                  </a:lnTo>
                  <a:lnTo>
                    <a:pt x="152" y="117"/>
                  </a:lnTo>
                  <a:lnTo>
                    <a:pt x="216" y="52"/>
                  </a:lnTo>
                  <a:lnTo>
                    <a:pt x="182" y="18"/>
                  </a:lnTo>
                  <a:lnTo>
                    <a:pt x="117" y="82"/>
                  </a:lnTo>
                  <a:lnTo>
                    <a:pt x="52" y="18"/>
                  </a:lnTo>
                  <a:lnTo>
                    <a:pt x="17" y="52"/>
                  </a:lnTo>
                  <a:lnTo>
                    <a:pt x="81" y="117"/>
                  </a:lnTo>
                  <a:lnTo>
                    <a:pt x="17" y="181"/>
                  </a:lnTo>
                  <a:lnTo>
                    <a:pt x="52" y="216"/>
                  </a:lnTo>
                  <a:lnTo>
                    <a:pt x="117" y="15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42" name="Google Shape;42;p3"/>
            <p:cNvGrpSpPr/>
            <p:nvPr/>
          </p:nvGrpSpPr>
          <p:grpSpPr>
            <a:xfrm>
              <a:off x="296540" y="189343"/>
              <a:ext cx="189673" cy="183653"/>
              <a:chOff x="861601" y="2668549"/>
              <a:chExt cx="219758" cy="212783"/>
            </a:xfrm>
          </p:grpSpPr>
          <p:sp>
            <p:nvSpPr>
              <p:cNvPr id="43" name="Google Shape;43;p3"/>
              <p:cNvSpPr/>
              <p:nvPr/>
            </p:nvSpPr>
            <p:spPr>
              <a:xfrm>
                <a:off x="940087" y="2668549"/>
                <a:ext cx="64533" cy="212783"/>
              </a:xfrm>
              <a:custGeom>
                <a:avLst/>
                <a:gdLst/>
                <a:ahLst/>
                <a:cxnLst/>
                <a:rect l="l" t="t" r="r" b="b"/>
                <a:pathLst>
                  <a:path w="37" h="122" extrusionOk="0">
                    <a:moveTo>
                      <a:pt x="0" y="120"/>
                    </a:moveTo>
                    <a:lnTo>
                      <a:pt x="17" y="0"/>
                    </a:lnTo>
                    <a:lnTo>
                      <a:pt x="37" y="3"/>
                    </a:lnTo>
                    <a:lnTo>
                      <a:pt x="19" y="122"/>
                    </a:lnTo>
                    <a:lnTo>
                      <a:pt x="0" y="12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4" name="Google Shape;44;p3"/>
              <p:cNvSpPr/>
              <p:nvPr/>
            </p:nvSpPr>
            <p:spPr>
              <a:xfrm>
                <a:off x="861601" y="2743547"/>
                <a:ext cx="219758" cy="64533"/>
              </a:xfrm>
              <a:custGeom>
                <a:avLst/>
                <a:gdLst/>
                <a:ahLst/>
                <a:cxnLst/>
                <a:rect l="l" t="t" r="r" b="b"/>
                <a:pathLst>
                  <a:path w="126" h="37" extrusionOk="0">
                    <a:moveTo>
                      <a:pt x="0" y="19"/>
                    </a:moveTo>
                    <a:lnTo>
                      <a:pt x="4" y="0"/>
                    </a:lnTo>
                    <a:lnTo>
                      <a:pt x="126" y="16"/>
                    </a:lnTo>
                    <a:lnTo>
                      <a:pt x="123" y="37"/>
                    </a:lnTo>
                    <a:lnTo>
                      <a:pt x="0" y="19"/>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5"/>
        <p:cNvGrpSpPr/>
        <p:nvPr/>
      </p:nvGrpSpPr>
      <p:grpSpPr>
        <a:xfrm>
          <a:off x="0" y="0"/>
          <a:ext cx="0" cy="0"/>
          <a:chOff x="0" y="0"/>
          <a:chExt cx="0" cy="0"/>
        </a:xfrm>
      </p:grpSpPr>
      <p:pic>
        <p:nvPicPr>
          <p:cNvPr id="46" name="Google Shape;46;p4"/>
          <p:cNvPicPr preferRelativeResize="0"/>
          <p:nvPr/>
        </p:nvPicPr>
        <p:blipFill>
          <a:blip r:embed="rId2">
            <a:alphaModFix amt="40000"/>
          </a:blip>
          <a:stretch>
            <a:fillRect/>
          </a:stretch>
        </p:blipFill>
        <p:spPr>
          <a:xfrm rot="10800000">
            <a:off x="50" y="1339"/>
            <a:ext cx="9143998" cy="5140822"/>
          </a:xfrm>
          <a:prstGeom prst="rect">
            <a:avLst/>
          </a:prstGeom>
          <a:noFill/>
          <a:ln>
            <a:noFill/>
          </a:ln>
        </p:spPr>
      </p:pic>
      <p:sp>
        <p:nvSpPr>
          <p:cNvPr id="47" name="Google Shape;4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a:lvl1pPr>
            <a:lvl2pPr lvl="1" rtl="0">
              <a:lnSpc>
                <a:spcPct val="100000"/>
              </a:lnSpc>
              <a:spcBef>
                <a:spcPts val="0"/>
              </a:spcBef>
              <a:spcAft>
                <a:spcPts val="0"/>
              </a:spcAft>
              <a:buSzPts val="3000"/>
              <a:buNone/>
              <a:defRPr/>
            </a:lvl2pPr>
            <a:lvl3pPr lvl="2" rtl="0">
              <a:lnSpc>
                <a:spcPct val="100000"/>
              </a:lnSpc>
              <a:spcBef>
                <a:spcPts val="0"/>
              </a:spcBef>
              <a:spcAft>
                <a:spcPts val="0"/>
              </a:spcAft>
              <a:buSzPts val="3000"/>
              <a:buNone/>
              <a:defRPr/>
            </a:lvl3pPr>
            <a:lvl4pPr lvl="3" rtl="0">
              <a:lnSpc>
                <a:spcPct val="100000"/>
              </a:lnSpc>
              <a:spcBef>
                <a:spcPts val="0"/>
              </a:spcBef>
              <a:spcAft>
                <a:spcPts val="0"/>
              </a:spcAft>
              <a:buSzPts val="3000"/>
              <a:buNone/>
              <a:defRPr/>
            </a:lvl4pPr>
            <a:lvl5pPr lvl="4" rtl="0">
              <a:lnSpc>
                <a:spcPct val="100000"/>
              </a:lnSpc>
              <a:spcBef>
                <a:spcPts val="0"/>
              </a:spcBef>
              <a:spcAft>
                <a:spcPts val="0"/>
              </a:spcAft>
              <a:buSzPts val="3000"/>
              <a:buNone/>
              <a:defRPr/>
            </a:lvl5pPr>
            <a:lvl6pPr lvl="5" rtl="0">
              <a:lnSpc>
                <a:spcPct val="100000"/>
              </a:lnSpc>
              <a:spcBef>
                <a:spcPts val="0"/>
              </a:spcBef>
              <a:spcAft>
                <a:spcPts val="0"/>
              </a:spcAft>
              <a:buSzPts val="3000"/>
              <a:buNone/>
              <a:defRPr/>
            </a:lvl6pPr>
            <a:lvl7pPr lvl="6" rtl="0">
              <a:lnSpc>
                <a:spcPct val="100000"/>
              </a:lnSpc>
              <a:spcBef>
                <a:spcPts val="0"/>
              </a:spcBef>
              <a:spcAft>
                <a:spcPts val="0"/>
              </a:spcAft>
              <a:buSzPts val="3000"/>
              <a:buNone/>
              <a:defRPr/>
            </a:lvl7pPr>
            <a:lvl8pPr lvl="7" rtl="0">
              <a:lnSpc>
                <a:spcPct val="100000"/>
              </a:lnSpc>
              <a:spcBef>
                <a:spcPts val="0"/>
              </a:spcBef>
              <a:spcAft>
                <a:spcPts val="0"/>
              </a:spcAft>
              <a:buSzPts val="3000"/>
              <a:buNone/>
              <a:defRPr/>
            </a:lvl8pPr>
            <a:lvl9pPr lvl="8" rtl="0">
              <a:lnSpc>
                <a:spcPct val="100000"/>
              </a:lnSpc>
              <a:spcBef>
                <a:spcPts val="0"/>
              </a:spcBef>
              <a:spcAft>
                <a:spcPts val="0"/>
              </a:spcAft>
              <a:buSzPts val="3000"/>
              <a:buNone/>
              <a:defRPr/>
            </a:lvl9pPr>
          </a:lstStyle>
          <a:p>
            <a:endParaRPr/>
          </a:p>
        </p:txBody>
      </p:sp>
      <p:sp>
        <p:nvSpPr>
          <p:cNvPr id="48" name="Google Shape;48;p4"/>
          <p:cNvSpPr txBox="1">
            <a:spLocks noGrp="1"/>
          </p:cNvSpPr>
          <p:nvPr>
            <p:ph type="body" idx="1"/>
          </p:nvPr>
        </p:nvSpPr>
        <p:spPr>
          <a:xfrm>
            <a:off x="720000" y="1076275"/>
            <a:ext cx="7704000" cy="372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grpSp>
        <p:nvGrpSpPr>
          <p:cNvPr id="49" name="Google Shape;49;p4"/>
          <p:cNvGrpSpPr/>
          <p:nvPr/>
        </p:nvGrpSpPr>
        <p:grpSpPr>
          <a:xfrm>
            <a:off x="-2383025" y="-1362825"/>
            <a:ext cx="12280425" cy="6658150"/>
            <a:chOff x="-2383025" y="-1362825"/>
            <a:chExt cx="12280425" cy="6658150"/>
          </a:xfrm>
        </p:grpSpPr>
        <p:sp>
          <p:nvSpPr>
            <p:cNvPr id="50" name="Google Shape;50;p4"/>
            <p:cNvSpPr/>
            <p:nvPr/>
          </p:nvSpPr>
          <p:spPr>
            <a:xfrm>
              <a:off x="5198775" y="-1362825"/>
              <a:ext cx="1749300" cy="174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51" name="Google Shape;51;p4"/>
            <p:cNvSpPr/>
            <p:nvPr/>
          </p:nvSpPr>
          <p:spPr>
            <a:xfrm>
              <a:off x="-2383025" y="1390350"/>
              <a:ext cx="2871600" cy="28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52" name="Google Shape;52;p4"/>
            <p:cNvSpPr/>
            <p:nvPr/>
          </p:nvSpPr>
          <p:spPr>
            <a:xfrm>
              <a:off x="8326000" y="3723925"/>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53" name="Google Shape;53;p4"/>
            <p:cNvSpPr/>
            <p:nvPr/>
          </p:nvSpPr>
          <p:spPr>
            <a:xfrm>
              <a:off x="4548763" y="4657563"/>
              <a:ext cx="361950" cy="361950"/>
            </a:xfrm>
            <a:custGeom>
              <a:avLst/>
              <a:gdLst/>
              <a:ahLst/>
              <a:cxnLst/>
              <a:rect l="l" t="t" r="r" b="b"/>
              <a:pathLst>
                <a:path w="228" h="228" extrusionOk="0">
                  <a:moveTo>
                    <a:pt x="127" y="228"/>
                  </a:moveTo>
                  <a:lnTo>
                    <a:pt x="0" y="126"/>
                  </a:lnTo>
                  <a:lnTo>
                    <a:pt x="103" y="0"/>
                  </a:lnTo>
                  <a:lnTo>
                    <a:pt x="228" y="103"/>
                  </a:lnTo>
                  <a:lnTo>
                    <a:pt x="127" y="228"/>
                  </a:lnTo>
                  <a:close/>
                  <a:moveTo>
                    <a:pt x="13" y="125"/>
                  </a:moveTo>
                  <a:lnTo>
                    <a:pt x="125" y="215"/>
                  </a:lnTo>
                  <a:lnTo>
                    <a:pt x="215" y="104"/>
                  </a:lnTo>
                  <a:lnTo>
                    <a:pt x="105" y="13"/>
                  </a:lnTo>
                  <a:lnTo>
                    <a:pt x="13" y="125"/>
                  </a:lnTo>
                  <a:close/>
                  <a:moveTo>
                    <a:pt x="121" y="186"/>
                  </a:moveTo>
                  <a:lnTo>
                    <a:pt x="44" y="121"/>
                  </a:lnTo>
                  <a:lnTo>
                    <a:pt x="107" y="44"/>
                  </a:lnTo>
                  <a:lnTo>
                    <a:pt x="186" y="107"/>
                  </a:lnTo>
                  <a:lnTo>
                    <a:pt x="121" y="186"/>
                  </a:lnTo>
                  <a:close/>
                  <a:moveTo>
                    <a:pt x="56" y="120"/>
                  </a:moveTo>
                  <a:lnTo>
                    <a:pt x="120" y="173"/>
                  </a:lnTo>
                  <a:lnTo>
                    <a:pt x="173" y="108"/>
                  </a:lnTo>
                  <a:lnTo>
                    <a:pt x="109" y="55"/>
                  </a:lnTo>
                  <a:lnTo>
                    <a:pt x="56" y="12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800">
                  <a:latin typeface="Calibri"/>
                  <a:ea typeface="Calibri"/>
                  <a:cs typeface="Calibri"/>
                  <a:sym typeface="Calibri"/>
                </a:rPr>
                <a:t>  </a:t>
              </a:r>
              <a:endParaRPr sz="1800" dirty="0">
                <a:solidFill>
                  <a:srgbClr val="000000"/>
                </a:solidFill>
                <a:latin typeface="Calibri"/>
                <a:ea typeface="Calibri"/>
                <a:cs typeface="Calibri"/>
                <a:sym typeface="Calibri"/>
              </a:endParaRPr>
            </a:p>
          </p:txBody>
        </p:sp>
        <p:sp>
          <p:nvSpPr>
            <p:cNvPr id="54" name="Google Shape;54;p4"/>
            <p:cNvSpPr/>
            <p:nvPr/>
          </p:nvSpPr>
          <p:spPr>
            <a:xfrm>
              <a:off x="266802" y="265760"/>
              <a:ext cx="309412" cy="308134"/>
            </a:xfrm>
            <a:custGeom>
              <a:avLst/>
              <a:gdLst/>
              <a:ahLst/>
              <a:cxnLst/>
              <a:rect l="l" t="t" r="r" b="b"/>
              <a:pathLst>
                <a:path w="241" h="240" extrusionOk="0">
                  <a:moveTo>
                    <a:pt x="241" y="121"/>
                  </a:moveTo>
                  <a:lnTo>
                    <a:pt x="162" y="144"/>
                  </a:lnTo>
                  <a:lnTo>
                    <a:pt x="184" y="222"/>
                  </a:lnTo>
                  <a:lnTo>
                    <a:pt x="119" y="240"/>
                  </a:lnTo>
                  <a:lnTo>
                    <a:pt x="98" y="161"/>
                  </a:lnTo>
                  <a:lnTo>
                    <a:pt x="18" y="182"/>
                  </a:lnTo>
                  <a:lnTo>
                    <a:pt x="0" y="118"/>
                  </a:lnTo>
                  <a:lnTo>
                    <a:pt x="80" y="96"/>
                  </a:lnTo>
                  <a:lnTo>
                    <a:pt x="58" y="18"/>
                  </a:lnTo>
                  <a:lnTo>
                    <a:pt x="122" y="0"/>
                  </a:lnTo>
                  <a:lnTo>
                    <a:pt x="144" y="79"/>
                  </a:lnTo>
                  <a:lnTo>
                    <a:pt x="223" y="57"/>
                  </a:lnTo>
                  <a:lnTo>
                    <a:pt x="241" y="121"/>
                  </a:lnTo>
                  <a:close/>
                  <a:moveTo>
                    <a:pt x="148" y="135"/>
                  </a:moveTo>
                  <a:lnTo>
                    <a:pt x="227" y="113"/>
                  </a:lnTo>
                  <a:lnTo>
                    <a:pt x="216" y="71"/>
                  </a:lnTo>
                  <a:lnTo>
                    <a:pt x="136" y="93"/>
                  </a:lnTo>
                  <a:lnTo>
                    <a:pt x="115" y="14"/>
                  </a:lnTo>
                  <a:lnTo>
                    <a:pt x="71" y="26"/>
                  </a:lnTo>
                  <a:lnTo>
                    <a:pt x="93" y="105"/>
                  </a:lnTo>
                  <a:lnTo>
                    <a:pt x="15" y="127"/>
                  </a:lnTo>
                  <a:lnTo>
                    <a:pt x="26" y="169"/>
                  </a:lnTo>
                  <a:lnTo>
                    <a:pt x="105" y="147"/>
                  </a:lnTo>
                  <a:lnTo>
                    <a:pt x="127" y="226"/>
                  </a:lnTo>
                  <a:lnTo>
                    <a:pt x="169" y="214"/>
                  </a:lnTo>
                  <a:lnTo>
                    <a:pt x="148" y="135"/>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5" name="Google Shape;55;p4"/>
            <p:cNvSpPr/>
            <p:nvPr/>
          </p:nvSpPr>
          <p:spPr>
            <a:xfrm rot="1352040" flipH="1">
              <a:off x="5461583" y="117344"/>
              <a:ext cx="187621" cy="187623"/>
            </a:xfrm>
            <a:custGeom>
              <a:avLst/>
              <a:gdLst/>
              <a:ahLst/>
              <a:cxnLst/>
              <a:rect l="l" t="t" r="r" b="b"/>
              <a:pathLst>
                <a:path w="97" h="97" extrusionOk="0">
                  <a:moveTo>
                    <a:pt x="48" y="0"/>
                  </a:moveTo>
                  <a:cubicBezTo>
                    <a:pt x="22" y="0"/>
                    <a:pt x="0" y="22"/>
                    <a:pt x="0" y="49"/>
                  </a:cubicBezTo>
                  <a:cubicBezTo>
                    <a:pt x="0" y="76"/>
                    <a:pt x="22" y="97"/>
                    <a:pt x="48" y="97"/>
                  </a:cubicBezTo>
                  <a:cubicBezTo>
                    <a:pt x="75" y="97"/>
                    <a:pt x="97" y="76"/>
                    <a:pt x="97" y="49"/>
                  </a:cubicBezTo>
                  <a:cubicBezTo>
                    <a:pt x="97" y="22"/>
                    <a:pt x="75" y="0"/>
                    <a:pt x="48" y="0"/>
                  </a:cubicBezTo>
                  <a:close/>
                  <a:moveTo>
                    <a:pt x="48" y="79"/>
                  </a:moveTo>
                  <a:cubicBezTo>
                    <a:pt x="32" y="79"/>
                    <a:pt x="18" y="66"/>
                    <a:pt x="18" y="49"/>
                  </a:cubicBezTo>
                  <a:cubicBezTo>
                    <a:pt x="18" y="32"/>
                    <a:pt x="32" y="18"/>
                    <a:pt x="48" y="18"/>
                  </a:cubicBezTo>
                  <a:cubicBezTo>
                    <a:pt x="65" y="18"/>
                    <a:pt x="79" y="32"/>
                    <a:pt x="79" y="49"/>
                  </a:cubicBezTo>
                  <a:cubicBezTo>
                    <a:pt x="79" y="66"/>
                    <a:pt x="65" y="79"/>
                    <a:pt x="48" y="79"/>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6" name="Google Shape;56;p4"/>
            <p:cNvSpPr/>
            <p:nvPr/>
          </p:nvSpPr>
          <p:spPr>
            <a:xfrm rot="1352050" flipH="1">
              <a:off x="145792" y="3613678"/>
              <a:ext cx="147643" cy="147646"/>
            </a:xfrm>
            <a:custGeom>
              <a:avLst/>
              <a:gdLst/>
              <a:ahLst/>
              <a:cxnLst/>
              <a:rect l="l" t="t" r="r" b="b"/>
              <a:pathLst>
                <a:path w="115" h="115" extrusionOk="0">
                  <a:moveTo>
                    <a:pt x="115" y="47"/>
                  </a:moveTo>
                  <a:lnTo>
                    <a:pt x="68" y="115"/>
                  </a:lnTo>
                  <a:lnTo>
                    <a:pt x="0" y="69"/>
                  </a:lnTo>
                  <a:lnTo>
                    <a:pt x="47" y="0"/>
                  </a:lnTo>
                  <a:lnTo>
                    <a:pt x="115" y="4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7" name="Google Shape;57;p4"/>
            <p:cNvSpPr/>
            <p:nvPr/>
          </p:nvSpPr>
          <p:spPr>
            <a:xfrm rot="1352050" flipH="1">
              <a:off x="8696130" y="610690"/>
              <a:ext cx="240081" cy="241369"/>
            </a:xfrm>
            <a:custGeom>
              <a:avLst/>
              <a:gdLst/>
              <a:ahLst/>
              <a:cxnLst/>
              <a:rect l="l" t="t" r="r" b="b"/>
              <a:pathLst>
                <a:path w="187" h="188" extrusionOk="0">
                  <a:moveTo>
                    <a:pt x="187" y="135"/>
                  </a:moveTo>
                  <a:lnTo>
                    <a:pt x="52" y="188"/>
                  </a:lnTo>
                  <a:lnTo>
                    <a:pt x="0" y="53"/>
                  </a:lnTo>
                  <a:lnTo>
                    <a:pt x="135" y="0"/>
                  </a:lnTo>
                  <a:lnTo>
                    <a:pt x="187" y="135"/>
                  </a:lnTo>
                  <a:close/>
                  <a:moveTo>
                    <a:pt x="56" y="178"/>
                  </a:moveTo>
                  <a:lnTo>
                    <a:pt x="177" y="131"/>
                  </a:lnTo>
                  <a:lnTo>
                    <a:pt x="130" y="11"/>
                  </a:lnTo>
                  <a:lnTo>
                    <a:pt x="10" y="57"/>
                  </a:lnTo>
                  <a:lnTo>
                    <a:pt x="56" y="178"/>
                  </a:lnTo>
                  <a:close/>
                  <a:moveTo>
                    <a:pt x="152" y="120"/>
                  </a:moveTo>
                  <a:lnTo>
                    <a:pt x="68" y="152"/>
                  </a:lnTo>
                  <a:lnTo>
                    <a:pt x="35" y="68"/>
                  </a:lnTo>
                  <a:lnTo>
                    <a:pt x="119" y="36"/>
                  </a:lnTo>
                  <a:lnTo>
                    <a:pt x="152" y="120"/>
                  </a:lnTo>
                  <a:close/>
                  <a:moveTo>
                    <a:pt x="72" y="142"/>
                  </a:moveTo>
                  <a:lnTo>
                    <a:pt x="141" y="116"/>
                  </a:lnTo>
                  <a:lnTo>
                    <a:pt x="115" y="47"/>
                  </a:lnTo>
                  <a:lnTo>
                    <a:pt x="45" y="73"/>
                  </a:lnTo>
                  <a:lnTo>
                    <a:pt x="72" y="142"/>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 name="Google Shape;58;p4"/>
            <p:cNvSpPr/>
            <p:nvPr/>
          </p:nvSpPr>
          <p:spPr>
            <a:xfrm rot="4069167" flipH="1">
              <a:off x="8339578" y="4825422"/>
              <a:ext cx="178649" cy="178651"/>
            </a:xfrm>
            <a:custGeom>
              <a:avLst/>
              <a:gdLst/>
              <a:ahLst/>
              <a:cxnLst/>
              <a:rect l="l" t="t" r="r" b="b"/>
              <a:pathLst>
                <a:path w="99" h="99" extrusionOk="0">
                  <a:moveTo>
                    <a:pt x="64" y="47"/>
                  </a:moveTo>
                  <a:lnTo>
                    <a:pt x="99" y="85"/>
                  </a:lnTo>
                  <a:lnTo>
                    <a:pt x="52" y="64"/>
                  </a:lnTo>
                  <a:lnTo>
                    <a:pt x="13" y="99"/>
                  </a:lnTo>
                  <a:lnTo>
                    <a:pt x="35" y="51"/>
                  </a:lnTo>
                  <a:lnTo>
                    <a:pt x="0" y="13"/>
                  </a:lnTo>
                  <a:lnTo>
                    <a:pt x="47" y="35"/>
                  </a:lnTo>
                  <a:lnTo>
                    <a:pt x="86" y="0"/>
                  </a:lnTo>
                  <a:lnTo>
                    <a:pt x="64" y="4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59" name="Google Shape;59;p4"/>
            <p:cNvGrpSpPr/>
            <p:nvPr/>
          </p:nvGrpSpPr>
          <p:grpSpPr>
            <a:xfrm>
              <a:off x="8751589" y="2470295"/>
              <a:ext cx="287205" cy="202895"/>
              <a:chOff x="4880239" y="4742045"/>
              <a:chExt cx="287205" cy="202895"/>
            </a:xfrm>
          </p:grpSpPr>
          <p:sp>
            <p:nvSpPr>
              <p:cNvPr id="60" name="Google Shape;60;p4"/>
              <p:cNvSpPr/>
              <p:nvPr/>
            </p:nvSpPr>
            <p:spPr>
              <a:xfrm rot="1352049" flipH="1">
                <a:off x="4900333" y="4793890"/>
                <a:ext cx="130954" cy="130956"/>
              </a:xfrm>
              <a:custGeom>
                <a:avLst/>
                <a:gdLst/>
                <a:ahLst/>
                <a:cxnLst/>
                <a:rect l="l" t="t" r="r" b="b"/>
                <a:pathLst>
                  <a:path w="108" h="108" extrusionOk="0">
                    <a:moveTo>
                      <a:pt x="78" y="13"/>
                    </a:moveTo>
                    <a:cubicBezTo>
                      <a:pt x="100" y="26"/>
                      <a:pt x="108" y="55"/>
                      <a:pt x="96" y="77"/>
                    </a:cubicBezTo>
                    <a:cubicBezTo>
                      <a:pt x="83" y="100"/>
                      <a:pt x="54" y="108"/>
                      <a:pt x="31" y="95"/>
                    </a:cubicBezTo>
                    <a:cubicBezTo>
                      <a:pt x="8" y="82"/>
                      <a:pt x="0" y="53"/>
                      <a:pt x="13" y="31"/>
                    </a:cubicBezTo>
                    <a:cubicBezTo>
                      <a:pt x="26" y="8"/>
                      <a:pt x="55" y="0"/>
                      <a:pt x="78" y="1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1" name="Google Shape;61;p4"/>
              <p:cNvSpPr/>
              <p:nvPr/>
            </p:nvSpPr>
            <p:spPr>
              <a:xfrm rot="1352051" flipH="1">
                <a:off x="5077358" y="4754110"/>
                <a:ext cx="78315" cy="77033"/>
              </a:xfrm>
              <a:custGeom>
                <a:avLst/>
                <a:gdLst/>
                <a:ahLst/>
                <a:cxnLst/>
                <a:rect l="l" t="t" r="r" b="b"/>
                <a:pathLst>
                  <a:path w="65" h="64" extrusionOk="0">
                    <a:moveTo>
                      <a:pt x="46" y="7"/>
                    </a:moveTo>
                    <a:cubicBezTo>
                      <a:pt x="60" y="15"/>
                      <a:pt x="65" y="32"/>
                      <a:pt x="57" y="46"/>
                    </a:cubicBezTo>
                    <a:cubicBezTo>
                      <a:pt x="49" y="59"/>
                      <a:pt x="32" y="64"/>
                      <a:pt x="18" y="56"/>
                    </a:cubicBezTo>
                    <a:cubicBezTo>
                      <a:pt x="5" y="49"/>
                      <a:pt x="0" y="32"/>
                      <a:pt x="8" y="18"/>
                    </a:cubicBezTo>
                    <a:cubicBezTo>
                      <a:pt x="15" y="4"/>
                      <a:pt x="33" y="0"/>
                      <a:pt x="46"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
        <p:cNvGrpSpPr/>
        <p:nvPr/>
      </p:nvGrpSpPr>
      <p:grpSpPr>
        <a:xfrm>
          <a:off x="0" y="0"/>
          <a:ext cx="0" cy="0"/>
          <a:chOff x="0" y="0"/>
          <a:chExt cx="0" cy="0"/>
        </a:xfrm>
      </p:grpSpPr>
      <p:pic>
        <p:nvPicPr>
          <p:cNvPr id="63" name="Google Shape;63;p5"/>
          <p:cNvPicPr preferRelativeResize="0"/>
          <p:nvPr/>
        </p:nvPicPr>
        <p:blipFill>
          <a:blip r:embed="rId2">
            <a:alphaModFix amt="40000"/>
          </a:blip>
          <a:stretch>
            <a:fillRect/>
          </a:stretch>
        </p:blipFill>
        <p:spPr>
          <a:xfrm rot="10800000">
            <a:off x="50" y="1339"/>
            <a:ext cx="9143998" cy="5140822"/>
          </a:xfrm>
          <a:prstGeom prst="rect">
            <a:avLst/>
          </a:prstGeom>
          <a:noFill/>
          <a:ln>
            <a:noFill/>
          </a:ln>
        </p:spPr>
      </p:pic>
      <p:sp>
        <p:nvSpPr>
          <p:cNvPr id="64" name="Google Shape;64;p5"/>
          <p:cNvSpPr txBox="1">
            <a:spLocks noGrp="1"/>
          </p:cNvSpPr>
          <p:nvPr>
            <p:ph type="subTitle" idx="1"/>
          </p:nvPr>
        </p:nvSpPr>
        <p:spPr>
          <a:xfrm>
            <a:off x="1290763" y="2383550"/>
            <a:ext cx="2907600" cy="4158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Albert Sans Black"/>
              <a:buNone/>
              <a:defRPr sz="1800">
                <a:solidFill>
                  <a:schemeClr val="dk1"/>
                </a:solidFill>
                <a:latin typeface="Albert Sans Black"/>
                <a:ea typeface="Albert Sans Black"/>
                <a:cs typeface="Albert Sans Black"/>
                <a:sym typeface="Albert Sans Black"/>
              </a:defRPr>
            </a:lvl1pPr>
            <a:lvl2pPr lvl="1" algn="ctr">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2pPr>
            <a:lvl3pPr lvl="2" algn="ctr">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3pPr>
            <a:lvl4pPr lvl="3" algn="ctr">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4pPr>
            <a:lvl5pPr lvl="4" algn="ctr">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5pPr>
            <a:lvl6pPr lvl="5" algn="ctr">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6pPr>
            <a:lvl7pPr lvl="6" algn="ctr">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7pPr>
            <a:lvl8pPr lvl="7" algn="ctr">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8pPr>
            <a:lvl9pPr lvl="8" algn="ctr">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9pPr>
          </a:lstStyle>
          <a:p>
            <a:endParaRPr/>
          </a:p>
        </p:txBody>
      </p:sp>
      <p:sp>
        <p:nvSpPr>
          <p:cNvPr id="65" name="Google Shape;65;p5"/>
          <p:cNvSpPr txBox="1">
            <a:spLocks noGrp="1"/>
          </p:cNvSpPr>
          <p:nvPr>
            <p:ph type="subTitle" idx="2"/>
          </p:nvPr>
        </p:nvSpPr>
        <p:spPr>
          <a:xfrm>
            <a:off x="4945638" y="2383550"/>
            <a:ext cx="2907600" cy="415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Albert Sans Black"/>
              <a:buNone/>
              <a:defRPr sz="1800">
                <a:solidFill>
                  <a:schemeClr val="dk1"/>
                </a:solidFill>
                <a:latin typeface="Albert Sans Black"/>
                <a:ea typeface="Albert Sans Black"/>
                <a:cs typeface="Albert Sans Black"/>
                <a:sym typeface="Albert Sans Black"/>
              </a:defRPr>
            </a:lvl1pPr>
            <a:lvl2pPr lvl="1"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2pPr>
            <a:lvl3pPr lvl="2"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3pPr>
            <a:lvl4pPr lvl="3"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4pPr>
            <a:lvl5pPr lvl="4"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5pPr>
            <a:lvl6pPr lvl="5"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6pPr>
            <a:lvl7pPr lvl="6"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7pPr>
            <a:lvl8pPr lvl="7"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8pPr>
            <a:lvl9pPr lvl="8"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9pPr>
          </a:lstStyle>
          <a:p>
            <a:endParaRPr/>
          </a:p>
        </p:txBody>
      </p:sp>
      <p:sp>
        <p:nvSpPr>
          <p:cNvPr id="66" name="Google Shape;66;p5"/>
          <p:cNvSpPr txBox="1">
            <a:spLocks noGrp="1"/>
          </p:cNvSpPr>
          <p:nvPr>
            <p:ph type="subTitle" idx="3"/>
          </p:nvPr>
        </p:nvSpPr>
        <p:spPr>
          <a:xfrm>
            <a:off x="1290763" y="2897500"/>
            <a:ext cx="2907600" cy="135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7" name="Google Shape;67;p5"/>
          <p:cNvSpPr txBox="1">
            <a:spLocks noGrp="1"/>
          </p:cNvSpPr>
          <p:nvPr>
            <p:ph type="subTitle" idx="4"/>
          </p:nvPr>
        </p:nvSpPr>
        <p:spPr>
          <a:xfrm>
            <a:off x="4945638" y="2897500"/>
            <a:ext cx="2907600" cy="135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68" name="Google Shape;68;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69" name="Google Shape;69;p5"/>
          <p:cNvGrpSpPr/>
          <p:nvPr/>
        </p:nvGrpSpPr>
        <p:grpSpPr>
          <a:xfrm>
            <a:off x="-494675" y="-1154750"/>
            <a:ext cx="10490075" cy="8428175"/>
            <a:chOff x="-494675" y="-1154750"/>
            <a:chExt cx="10490075" cy="8428175"/>
          </a:xfrm>
        </p:grpSpPr>
        <p:sp>
          <p:nvSpPr>
            <p:cNvPr id="70" name="Google Shape;70;p5"/>
            <p:cNvSpPr/>
            <p:nvPr/>
          </p:nvSpPr>
          <p:spPr>
            <a:xfrm>
              <a:off x="8424000" y="535000"/>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71" name="Google Shape;71;p5"/>
            <p:cNvSpPr/>
            <p:nvPr/>
          </p:nvSpPr>
          <p:spPr>
            <a:xfrm>
              <a:off x="-494675" y="4401825"/>
              <a:ext cx="2871600" cy="28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72" name="Google Shape;72;p5"/>
            <p:cNvSpPr/>
            <p:nvPr/>
          </p:nvSpPr>
          <p:spPr>
            <a:xfrm>
              <a:off x="-383450" y="-1154750"/>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73" name="Google Shape;73;p5"/>
            <p:cNvSpPr/>
            <p:nvPr/>
          </p:nvSpPr>
          <p:spPr>
            <a:xfrm rot="4005251">
              <a:off x="7636077" y="4688760"/>
              <a:ext cx="309412" cy="308134"/>
            </a:xfrm>
            <a:custGeom>
              <a:avLst/>
              <a:gdLst/>
              <a:ahLst/>
              <a:cxnLst/>
              <a:rect l="l" t="t" r="r" b="b"/>
              <a:pathLst>
                <a:path w="241" h="240" extrusionOk="0">
                  <a:moveTo>
                    <a:pt x="241" y="121"/>
                  </a:moveTo>
                  <a:lnTo>
                    <a:pt x="162" y="144"/>
                  </a:lnTo>
                  <a:lnTo>
                    <a:pt x="184" y="222"/>
                  </a:lnTo>
                  <a:lnTo>
                    <a:pt x="119" y="240"/>
                  </a:lnTo>
                  <a:lnTo>
                    <a:pt x="98" y="161"/>
                  </a:lnTo>
                  <a:lnTo>
                    <a:pt x="18" y="182"/>
                  </a:lnTo>
                  <a:lnTo>
                    <a:pt x="0" y="118"/>
                  </a:lnTo>
                  <a:lnTo>
                    <a:pt x="80" y="96"/>
                  </a:lnTo>
                  <a:lnTo>
                    <a:pt x="58" y="18"/>
                  </a:lnTo>
                  <a:lnTo>
                    <a:pt x="122" y="0"/>
                  </a:lnTo>
                  <a:lnTo>
                    <a:pt x="144" y="79"/>
                  </a:lnTo>
                  <a:lnTo>
                    <a:pt x="223" y="57"/>
                  </a:lnTo>
                  <a:lnTo>
                    <a:pt x="241" y="121"/>
                  </a:lnTo>
                  <a:close/>
                  <a:moveTo>
                    <a:pt x="148" y="135"/>
                  </a:moveTo>
                  <a:lnTo>
                    <a:pt x="227" y="113"/>
                  </a:lnTo>
                  <a:lnTo>
                    <a:pt x="216" y="71"/>
                  </a:lnTo>
                  <a:lnTo>
                    <a:pt x="136" y="93"/>
                  </a:lnTo>
                  <a:lnTo>
                    <a:pt x="115" y="14"/>
                  </a:lnTo>
                  <a:lnTo>
                    <a:pt x="71" y="26"/>
                  </a:lnTo>
                  <a:lnTo>
                    <a:pt x="93" y="105"/>
                  </a:lnTo>
                  <a:lnTo>
                    <a:pt x="15" y="127"/>
                  </a:lnTo>
                  <a:lnTo>
                    <a:pt x="26" y="169"/>
                  </a:lnTo>
                  <a:lnTo>
                    <a:pt x="105" y="147"/>
                  </a:lnTo>
                  <a:lnTo>
                    <a:pt x="127" y="226"/>
                  </a:lnTo>
                  <a:lnTo>
                    <a:pt x="169" y="214"/>
                  </a:lnTo>
                  <a:lnTo>
                    <a:pt x="148" y="135"/>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74" name="Google Shape;74;p5"/>
            <p:cNvGrpSpPr/>
            <p:nvPr/>
          </p:nvGrpSpPr>
          <p:grpSpPr>
            <a:xfrm>
              <a:off x="226414" y="4452550"/>
              <a:ext cx="193675" cy="187325"/>
              <a:chOff x="1053101" y="4428650"/>
              <a:chExt cx="193675" cy="187325"/>
            </a:xfrm>
          </p:grpSpPr>
          <p:sp>
            <p:nvSpPr>
              <p:cNvPr id="75" name="Google Shape;75;p5"/>
              <p:cNvSpPr/>
              <p:nvPr/>
            </p:nvSpPr>
            <p:spPr>
              <a:xfrm>
                <a:off x="1097551" y="4428650"/>
                <a:ext cx="104775" cy="187325"/>
              </a:xfrm>
              <a:custGeom>
                <a:avLst/>
                <a:gdLst/>
                <a:ahLst/>
                <a:cxnLst/>
                <a:rect l="l" t="t" r="r" b="b"/>
                <a:pathLst>
                  <a:path w="66" h="118" extrusionOk="0">
                    <a:moveTo>
                      <a:pt x="48" y="118"/>
                    </a:moveTo>
                    <a:lnTo>
                      <a:pt x="0" y="8"/>
                    </a:lnTo>
                    <a:lnTo>
                      <a:pt x="18" y="0"/>
                    </a:lnTo>
                    <a:lnTo>
                      <a:pt x="66" y="111"/>
                    </a:lnTo>
                    <a:lnTo>
                      <a:pt x="48" y="11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6" name="Google Shape;76;p5"/>
              <p:cNvSpPr/>
              <p:nvPr/>
            </p:nvSpPr>
            <p:spPr>
              <a:xfrm>
                <a:off x="1053101" y="4469925"/>
                <a:ext cx="193675" cy="106363"/>
              </a:xfrm>
              <a:custGeom>
                <a:avLst/>
                <a:gdLst/>
                <a:ahLst/>
                <a:cxnLst/>
                <a:rect l="l" t="t" r="r" b="b"/>
                <a:pathLst>
                  <a:path w="122" h="67" extrusionOk="0">
                    <a:moveTo>
                      <a:pt x="8" y="67"/>
                    </a:moveTo>
                    <a:lnTo>
                      <a:pt x="0" y="49"/>
                    </a:lnTo>
                    <a:lnTo>
                      <a:pt x="114" y="0"/>
                    </a:lnTo>
                    <a:lnTo>
                      <a:pt x="122" y="18"/>
                    </a:lnTo>
                    <a:lnTo>
                      <a:pt x="8" y="67"/>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77" name="Google Shape;77;p5"/>
            <p:cNvSpPr/>
            <p:nvPr/>
          </p:nvSpPr>
          <p:spPr>
            <a:xfrm>
              <a:off x="918127" y="4639885"/>
              <a:ext cx="309412" cy="308134"/>
            </a:xfrm>
            <a:custGeom>
              <a:avLst/>
              <a:gdLst/>
              <a:ahLst/>
              <a:cxnLst/>
              <a:rect l="l" t="t" r="r" b="b"/>
              <a:pathLst>
                <a:path w="241" h="240" extrusionOk="0">
                  <a:moveTo>
                    <a:pt x="241" y="121"/>
                  </a:moveTo>
                  <a:lnTo>
                    <a:pt x="162" y="144"/>
                  </a:lnTo>
                  <a:lnTo>
                    <a:pt x="184" y="222"/>
                  </a:lnTo>
                  <a:lnTo>
                    <a:pt x="119" y="240"/>
                  </a:lnTo>
                  <a:lnTo>
                    <a:pt x="98" y="161"/>
                  </a:lnTo>
                  <a:lnTo>
                    <a:pt x="18" y="182"/>
                  </a:lnTo>
                  <a:lnTo>
                    <a:pt x="0" y="118"/>
                  </a:lnTo>
                  <a:lnTo>
                    <a:pt x="80" y="96"/>
                  </a:lnTo>
                  <a:lnTo>
                    <a:pt x="58" y="18"/>
                  </a:lnTo>
                  <a:lnTo>
                    <a:pt x="122" y="0"/>
                  </a:lnTo>
                  <a:lnTo>
                    <a:pt x="144" y="79"/>
                  </a:lnTo>
                  <a:lnTo>
                    <a:pt x="223" y="57"/>
                  </a:lnTo>
                  <a:lnTo>
                    <a:pt x="241" y="121"/>
                  </a:lnTo>
                  <a:close/>
                  <a:moveTo>
                    <a:pt x="148" y="135"/>
                  </a:moveTo>
                  <a:lnTo>
                    <a:pt x="227" y="113"/>
                  </a:lnTo>
                  <a:lnTo>
                    <a:pt x="216" y="71"/>
                  </a:lnTo>
                  <a:lnTo>
                    <a:pt x="136" y="93"/>
                  </a:lnTo>
                  <a:lnTo>
                    <a:pt x="115" y="14"/>
                  </a:lnTo>
                  <a:lnTo>
                    <a:pt x="71" y="26"/>
                  </a:lnTo>
                  <a:lnTo>
                    <a:pt x="93" y="105"/>
                  </a:lnTo>
                  <a:lnTo>
                    <a:pt x="15" y="127"/>
                  </a:lnTo>
                  <a:lnTo>
                    <a:pt x="26" y="169"/>
                  </a:lnTo>
                  <a:lnTo>
                    <a:pt x="105" y="147"/>
                  </a:lnTo>
                  <a:lnTo>
                    <a:pt x="127" y="226"/>
                  </a:lnTo>
                  <a:lnTo>
                    <a:pt x="169" y="214"/>
                  </a:lnTo>
                  <a:lnTo>
                    <a:pt x="148" y="135"/>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8" name="Google Shape;78;p5"/>
            <p:cNvSpPr/>
            <p:nvPr/>
          </p:nvSpPr>
          <p:spPr>
            <a:xfrm rot="1352047" flipH="1">
              <a:off x="343830" y="1084693"/>
              <a:ext cx="116831" cy="116833"/>
            </a:xfrm>
            <a:custGeom>
              <a:avLst/>
              <a:gdLst/>
              <a:ahLst/>
              <a:cxnLst/>
              <a:rect l="l" t="t" r="r" b="b"/>
              <a:pathLst>
                <a:path w="97" h="97" extrusionOk="0">
                  <a:moveTo>
                    <a:pt x="48" y="0"/>
                  </a:moveTo>
                  <a:cubicBezTo>
                    <a:pt x="22" y="0"/>
                    <a:pt x="0" y="22"/>
                    <a:pt x="0" y="49"/>
                  </a:cubicBezTo>
                  <a:cubicBezTo>
                    <a:pt x="0" y="76"/>
                    <a:pt x="22" y="97"/>
                    <a:pt x="48" y="97"/>
                  </a:cubicBezTo>
                  <a:cubicBezTo>
                    <a:pt x="75" y="97"/>
                    <a:pt x="97" y="76"/>
                    <a:pt x="97" y="49"/>
                  </a:cubicBezTo>
                  <a:cubicBezTo>
                    <a:pt x="97" y="22"/>
                    <a:pt x="75" y="0"/>
                    <a:pt x="48" y="0"/>
                  </a:cubicBezTo>
                  <a:close/>
                  <a:moveTo>
                    <a:pt x="48" y="79"/>
                  </a:moveTo>
                  <a:cubicBezTo>
                    <a:pt x="32" y="79"/>
                    <a:pt x="18" y="66"/>
                    <a:pt x="18" y="49"/>
                  </a:cubicBezTo>
                  <a:cubicBezTo>
                    <a:pt x="18" y="32"/>
                    <a:pt x="32" y="18"/>
                    <a:pt x="48" y="18"/>
                  </a:cubicBezTo>
                  <a:cubicBezTo>
                    <a:pt x="65" y="18"/>
                    <a:pt x="79" y="32"/>
                    <a:pt x="79" y="49"/>
                  </a:cubicBezTo>
                  <a:cubicBezTo>
                    <a:pt x="79" y="66"/>
                    <a:pt x="65" y="79"/>
                    <a:pt x="48" y="79"/>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 name="Google Shape;79;p5"/>
            <p:cNvSpPr/>
            <p:nvPr/>
          </p:nvSpPr>
          <p:spPr>
            <a:xfrm rot="1352050" flipH="1">
              <a:off x="452642" y="328778"/>
              <a:ext cx="147643" cy="147646"/>
            </a:xfrm>
            <a:custGeom>
              <a:avLst/>
              <a:gdLst/>
              <a:ahLst/>
              <a:cxnLst/>
              <a:rect l="l" t="t" r="r" b="b"/>
              <a:pathLst>
                <a:path w="115" h="115" extrusionOk="0">
                  <a:moveTo>
                    <a:pt x="115" y="47"/>
                  </a:moveTo>
                  <a:lnTo>
                    <a:pt x="68" y="115"/>
                  </a:lnTo>
                  <a:lnTo>
                    <a:pt x="0" y="69"/>
                  </a:lnTo>
                  <a:lnTo>
                    <a:pt x="47" y="0"/>
                  </a:lnTo>
                  <a:lnTo>
                    <a:pt x="115" y="4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 name="Google Shape;80;p5"/>
            <p:cNvSpPr/>
            <p:nvPr/>
          </p:nvSpPr>
          <p:spPr>
            <a:xfrm rot="1352050" flipH="1">
              <a:off x="135547" y="714084"/>
              <a:ext cx="127102" cy="127104"/>
            </a:xfrm>
            <a:custGeom>
              <a:avLst/>
              <a:gdLst/>
              <a:ahLst/>
              <a:cxnLst/>
              <a:rect l="l" t="t" r="r" b="b"/>
              <a:pathLst>
                <a:path w="99" h="99" extrusionOk="0">
                  <a:moveTo>
                    <a:pt x="64" y="47"/>
                  </a:moveTo>
                  <a:lnTo>
                    <a:pt x="99" y="85"/>
                  </a:lnTo>
                  <a:lnTo>
                    <a:pt x="52" y="64"/>
                  </a:lnTo>
                  <a:lnTo>
                    <a:pt x="13" y="99"/>
                  </a:lnTo>
                  <a:lnTo>
                    <a:pt x="35" y="51"/>
                  </a:lnTo>
                  <a:lnTo>
                    <a:pt x="0" y="13"/>
                  </a:lnTo>
                  <a:lnTo>
                    <a:pt x="47" y="35"/>
                  </a:lnTo>
                  <a:lnTo>
                    <a:pt x="86" y="0"/>
                  </a:lnTo>
                  <a:lnTo>
                    <a:pt x="64" y="4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81" name="Google Shape;81;p5"/>
            <p:cNvGrpSpPr/>
            <p:nvPr/>
          </p:nvGrpSpPr>
          <p:grpSpPr>
            <a:xfrm rot="-5400000">
              <a:off x="8694812" y="1272363"/>
              <a:ext cx="287205" cy="202895"/>
              <a:chOff x="4880239" y="4742045"/>
              <a:chExt cx="287205" cy="202895"/>
            </a:xfrm>
          </p:grpSpPr>
          <p:sp>
            <p:nvSpPr>
              <p:cNvPr id="82" name="Google Shape;82;p5"/>
              <p:cNvSpPr/>
              <p:nvPr/>
            </p:nvSpPr>
            <p:spPr>
              <a:xfrm rot="1352049" flipH="1">
                <a:off x="4900333" y="4793890"/>
                <a:ext cx="130954" cy="130956"/>
              </a:xfrm>
              <a:custGeom>
                <a:avLst/>
                <a:gdLst/>
                <a:ahLst/>
                <a:cxnLst/>
                <a:rect l="l" t="t" r="r" b="b"/>
                <a:pathLst>
                  <a:path w="108" h="108" extrusionOk="0">
                    <a:moveTo>
                      <a:pt x="78" y="13"/>
                    </a:moveTo>
                    <a:cubicBezTo>
                      <a:pt x="100" y="26"/>
                      <a:pt x="108" y="55"/>
                      <a:pt x="96" y="77"/>
                    </a:cubicBezTo>
                    <a:cubicBezTo>
                      <a:pt x="83" y="100"/>
                      <a:pt x="54" y="108"/>
                      <a:pt x="31" y="95"/>
                    </a:cubicBezTo>
                    <a:cubicBezTo>
                      <a:pt x="8" y="82"/>
                      <a:pt x="0" y="53"/>
                      <a:pt x="13" y="31"/>
                    </a:cubicBezTo>
                    <a:cubicBezTo>
                      <a:pt x="26" y="8"/>
                      <a:pt x="55" y="0"/>
                      <a:pt x="78" y="13"/>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3" name="Google Shape;83;p5"/>
              <p:cNvSpPr/>
              <p:nvPr/>
            </p:nvSpPr>
            <p:spPr>
              <a:xfrm rot="1352051" flipH="1">
                <a:off x="5077358" y="4754110"/>
                <a:ext cx="78315" cy="77033"/>
              </a:xfrm>
              <a:custGeom>
                <a:avLst/>
                <a:gdLst/>
                <a:ahLst/>
                <a:cxnLst/>
                <a:rect l="l" t="t" r="r" b="b"/>
                <a:pathLst>
                  <a:path w="65" h="64" extrusionOk="0">
                    <a:moveTo>
                      <a:pt x="46" y="7"/>
                    </a:moveTo>
                    <a:cubicBezTo>
                      <a:pt x="60" y="15"/>
                      <a:pt x="65" y="32"/>
                      <a:pt x="57" y="46"/>
                    </a:cubicBezTo>
                    <a:cubicBezTo>
                      <a:pt x="49" y="59"/>
                      <a:pt x="32" y="64"/>
                      <a:pt x="18" y="56"/>
                    </a:cubicBezTo>
                    <a:cubicBezTo>
                      <a:pt x="5" y="49"/>
                      <a:pt x="0" y="32"/>
                      <a:pt x="8" y="18"/>
                    </a:cubicBezTo>
                    <a:cubicBezTo>
                      <a:pt x="15" y="4"/>
                      <a:pt x="33" y="0"/>
                      <a:pt x="46" y="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84" name="Google Shape;84;p5"/>
            <p:cNvSpPr/>
            <p:nvPr/>
          </p:nvSpPr>
          <p:spPr>
            <a:xfrm rot="1352050" flipH="1">
              <a:off x="8774055" y="2836140"/>
              <a:ext cx="240081" cy="241369"/>
            </a:xfrm>
            <a:custGeom>
              <a:avLst/>
              <a:gdLst/>
              <a:ahLst/>
              <a:cxnLst/>
              <a:rect l="l" t="t" r="r" b="b"/>
              <a:pathLst>
                <a:path w="187" h="188" extrusionOk="0">
                  <a:moveTo>
                    <a:pt x="187" y="135"/>
                  </a:moveTo>
                  <a:lnTo>
                    <a:pt x="52" y="188"/>
                  </a:lnTo>
                  <a:lnTo>
                    <a:pt x="0" y="53"/>
                  </a:lnTo>
                  <a:lnTo>
                    <a:pt x="135" y="0"/>
                  </a:lnTo>
                  <a:lnTo>
                    <a:pt x="187" y="135"/>
                  </a:lnTo>
                  <a:close/>
                  <a:moveTo>
                    <a:pt x="56" y="178"/>
                  </a:moveTo>
                  <a:lnTo>
                    <a:pt x="177" y="131"/>
                  </a:lnTo>
                  <a:lnTo>
                    <a:pt x="130" y="11"/>
                  </a:lnTo>
                  <a:lnTo>
                    <a:pt x="10" y="57"/>
                  </a:lnTo>
                  <a:lnTo>
                    <a:pt x="56" y="178"/>
                  </a:lnTo>
                  <a:close/>
                  <a:moveTo>
                    <a:pt x="152" y="120"/>
                  </a:moveTo>
                  <a:lnTo>
                    <a:pt x="68" y="152"/>
                  </a:lnTo>
                  <a:lnTo>
                    <a:pt x="35" y="68"/>
                  </a:lnTo>
                  <a:lnTo>
                    <a:pt x="119" y="36"/>
                  </a:lnTo>
                  <a:lnTo>
                    <a:pt x="152" y="120"/>
                  </a:lnTo>
                  <a:close/>
                  <a:moveTo>
                    <a:pt x="72" y="142"/>
                  </a:moveTo>
                  <a:lnTo>
                    <a:pt x="141" y="116"/>
                  </a:lnTo>
                  <a:lnTo>
                    <a:pt x="115" y="47"/>
                  </a:lnTo>
                  <a:lnTo>
                    <a:pt x="45" y="73"/>
                  </a:lnTo>
                  <a:lnTo>
                    <a:pt x="72" y="142"/>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5" name="Google Shape;85;p5"/>
            <p:cNvSpPr/>
            <p:nvPr/>
          </p:nvSpPr>
          <p:spPr>
            <a:xfrm rot="1352040" flipH="1">
              <a:off x="8414058" y="148269"/>
              <a:ext cx="187621" cy="187623"/>
            </a:xfrm>
            <a:custGeom>
              <a:avLst/>
              <a:gdLst/>
              <a:ahLst/>
              <a:cxnLst/>
              <a:rect l="l" t="t" r="r" b="b"/>
              <a:pathLst>
                <a:path w="97" h="97" extrusionOk="0">
                  <a:moveTo>
                    <a:pt x="48" y="0"/>
                  </a:moveTo>
                  <a:cubicBezTo>
                    <a:pt x="22" y="0"/>
                    <a:pt x="0" y="22"/>
                    <a:pt x="0" y="49"/>
                  </a:cubicBezTo>
                  <a:cubicBezTo>
                    <a:pt x="0" y="76"/>
                    <a:pt x="22" y="97"/>
                    <a:pt x="48" y="97"/>
                  </a:cubicBezTo>
                  <a:cubicBezTo>
                    <a:pt x="75" y="97"/>
                    <a:pt x="97" y="76"/>
                    <a:pt x="97" y="49"/>
                  </a:cubicBezTo>
                  <a:cubicBezTo>
                    <a:pt x="97" y="22"/>
                    <a:pt x="75" y="0"/>
                    <a:pt x="48" y="0"/>
                  </a:cubicBezTo>
                  <a:close/>
                  <a:moveTo>
                    <a:pt x="48" y="79"/>
                  </a:moveTo>
                  <a:cubicBezTo>
                    <a:pt x="32" y="79"/>
                    <a:pt x="18" y="66"/>
                    <a:pt x="18" y="49"/>
                  </a:cubicBezTo>
                  <a:cubicBezTo>
                    <a:pt x="18" y="32"/>
                    <a:pt x="32" y="18"/>
                    <a:pt x="48" y="18"/>
                  </a:cubicBezTo>
                  <a:cubicBezTo>
                    <a:pt x="65" y="18"/>
                    <a:pt x="79" y="32"/>
                    <a:pt x="79" y="49"/>
                  </a:cubicBezTo>
                  <a:cubicBezTo>
                    <a:pt x="79" y="66"/>
                    <a:pt x="65" y="79"/>
                    <a:pt x="48" y="79"/>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6"/>
        <p:cNvGrpSpPr/>
        <p:nvPr/>
      </p:nvGrpSpPr>
      <p:grpSpPr>
        <a:xfrm>
          <a:off x="0" y="0"/>
          <a:ext cx="0" cy="0"/>
          <a:chOff x="0" y="0"/>
          <a:chExt cx="0" cy="0"/>
        </a:xfrm>
      </p:grpSpPr>
      <p:pic>
        <p:nvPicPr>
          <p:cNvPr id="87" name="Google Shape;87;p6"/>
          <p:cNvPicPr preferRelativeResize="0"/>
          <p:nvPr/>
        </p:nvPicPr>
        <p:blipFill>
          <a:blip r:embed="rId2">
            <a:alphaModFix amt="40000"/>
          </a:blip>
          <a:stretch>
            <a:fillRect/>
          </a:stretch>
        </p:blipFill>
        <p:spPr>
          <a:xfrm>
            <a:off x="1850" y="0"/>
            <a:ext cx="9140300" cy="5143501"/>
          </a:xfrm>
          <a:prstGeom prst="rect">
            <a:avLst/>
          </a:prstGeom>
          <a:noFill/>
          <a:ln>
            <a:noFill/>
          </a:ln>
        </p:spPr>
      </p:pic>
      <p:sp>
        <p:nvSpPr>
          <p:cNvPr id="88" name="Google Shape;8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89" name="Google Shape;89;p6"/>
          <p:cNvGrpSpPr/>
          <p:nvPr/>
        </p:nvGrpSpPr>
        <p:grpSpPr>
          <a:xfrm>
            <a:off x="-1029300" y="-1304275"/>
            <a:ext cx="11108625" cy="7024975"/>
            <a:chOff x="-1029300" y="-1304275"/>
            <a:chExt cx="11108625" cy="7024975"/>
          </a:xfrm>
        </p:grpSpPr>
        <p:sp>
          <p:nvSpPr>
            <p:cNvPr id="90" name="Google Shape;90;p6"/>
            <p:cNvSpPr/>
            <p:nvPr/>
          </p:nvSpPr>
          <p:spPr>
            <a:xfrm>
              <a:off x="-1029300" y="3971400"/>
              <a:ext cx="1749300" cy="174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grpSp>
          <p:nvGrpSpPr>
            <p:cNvPr id="91" name="Google Shape;91;p6"/>
            <p:cNvGrpSpPr/>
            <p:nvPr/>
          </p:nvGrpSpPr>
          <p:grpSpPr>
            <a:xfrm>
              <a:off x="1224951" y="4752375"/>
              <a:ext cx="193675" cy="187325"/>
              <a:chOff x="1053101" y="4428650"/>
              <a:chExt cx="193675" cy="187325"/>
            </a:xfrm>
          </p:grpSpPr>
          <p:sp>
            <p:nvSpPr>
              <p:cNvPr id="92" name="Google Shape;92;p6"/>
              <p:cNvSpPr/>
              <p:nvPr/>
            </p:nvSpPr>
            <p:spPr>
              <a:xfrm>
                <a:off x="1097551" y="4428650"/>
                <a:ext cx="104775" cy="187325"/>
              </a:xfrm>
              <a:custGeom>
                <a:avLst/>
                <a:gdLst/>
                <a:ahLst/>
                <a:cxnLst/>
                <a:rect l="l" t="t" r="r" b="b"/>
                <a:pathLst>
                  <a:path w="66" h="118" extrusionOk="0">
                    <a:moveTo>
                      <a:pt x="48" y="118"/>
                    </a:moveTo>
                    <a:lnTo>
                      <a:pt x="0" y="8"/>
                    </a:lnTo>
                    <a:lnTo>
                      <a:pt x="18" y="0"/>
                    </a:lnTo>
                    <a:lnTo>
                      <a:pt x="66" y="111"/>
                    </a:lnTo>
                    <a:lnTo>
                      <a:pt x="48" y="118"/>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3" name="Google Shape;93;p6"/>
              <p:cNvSpPr/>
              <p:nvPr/>
            </p:nvSpPr>
            <p:spPr>
              <a:xfrm>
                <a:off x="1053101" y="4469925"/>
                <a:ext cx="193675" cy="106363"/>
              </a:xfrm>
              <a:custGeom>
                <a:avLst/>
                <a:gdLst/>
                <a:ahLst/>
                <a:cxnLst/>
                <a:rect l="l" t="t" r="r" b="b"/>
                <a:pathLst>
                  <a:path w="122" h="67" extrusionOk="0">
                    <a:moveTo>
                      <a:pt x="8" y="67"/>
                    </a:moveTo>
                    <a:lnTo>
                      <a:pt x="0" y="49"/>
                    </a:lnTo>
                    <a:lnTo>
                      <a:pt x="114" y="0"/>
                    </a:lnTo>
                    <a:lnTo>
                      <a:pt x="122" y="18"/>
                    </a:lnTo>
                    <a:lnTo>
                      <a:pt x="8" y="67"/>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nvGrpSpPr>
            <p:cNvPr id="94" name="Google Shape;94;p6"/>
            <p:cNvGrpSpPr/>
            <p:nvPr/>
          </p:nvGrpSpPr>
          <p:grpSpPr>
            <a:xfrm>
              <a:off x="200614" y="4744595"/>
              <a:ext cx="287205" cy="202895"/>
              <a:chOff x="4880239" y="4742045"/>
              <a:chExt cx="287205" cy="202895"/>
            </a:xfrm>
          </p:grpSpPr>
          <p:sp>
            <p:nvSpPr>
              <p:cNvPr id="95" name="Google Shape;95;p6"/>
              <p:cNvSpPr/>
              <p:nvPr/>
            </p:nvSpPr>
            <p:spPr>
              <a:xfrm rot="1352049" flipH="1">
                <a:off x="4900333" y="4793890"/>
                <a:ext cx="130954" cy="130956"/>
              </a:xfrm>
              <a:custGeom>
                <a:avLst/>
                <a:gdLst/>
                <a:ahLst/>
                <a:cxnLst/>
                <a:rect l="l" t="t" r="r" b="b"/>
                <a:pathLst>
                  <a:path w="108" h="108" extrusionOk="0">
                    <a:moveTo>
                      <a:pt x="78" y="13"/>
                    </a:moveTo>
                    <a:cubicBezTo>
                      <a:pt x="100" y="26"/>
                      <a:pt x="108" y="55"/>
                      <a:pt x="96" y="77"/>
                    </a:cubicBezTo>
                    <a:cubicBezTo>
                      <a:pt x="83" y="100"/>
                      <a:pt x="54" y="108"/>
                      <a:pt x="31" y="95"/>
                    </a:cubicBezTo>
                    <a:cubicBezTo>
                      <a:pt x="8" y="82"/>
                      <a:pt x="0" y="53"/>
                      <a:pt x="13" y="31"/>
                    </a:cubicBezTo>
                    <a:cubicBezTo>
                      <a:pt x="26" y="8"/>
                      <a:pt x="55" y="0"/>
                      <a:pt x="78" y="1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6" name="Google Shape;96;p6"/>
              <p:cNvSpPr/>
              <p:nvPr/>
            </p:nvSpPr>
            <p:spPr>
              <a:xfrm rot="1352051" flipH="1">
                <a:off x="5077358" y="4754110"/>
                <a:ext cx="78315" cy="77033"/>
              </a:xfrm>
              <a:custGeom>
                <a:avLst/>
                <a:gdLst/>
                <a:ahLst/>
                <a:cxnLst/>
                <a:rect l="l" t="t" r="r" b="b"/>
                <a:pathLst>
                  <a:path w="65" h="64" extrusionOk="0">
                    <a:moveTo>
                      <a:pt x="46" y="7"/>
                    </a:moveTo>
                    <a:cubicBezTo>
                      <a:pt x="60" y="15"/>
                      <a:pt x="65" y="32"/>
                      <a:pt x="57" y="46"/>
                    </a:cubicBezTo>
                    <a:cubicBezTo>
                      <a:pt x="49" y="59"/>
                      <a:pt x="32" y="64"/>
                      <a:pt x="18" y="56"/>
                    </a:cubicBezTo>
                    <a:cubicBezTo>
                      <a:pt x="5" y="49"/>
                      <a:pt x="0" y="32"/>
                      <a:pt x="8" y="18"/>
                    </a:cubicBezTo>
                    <a:cubicBezTo>
                      <a:pt x="15" y="4"/>
                      <a:pt x="33" y="0"/>
                      <a:pt x="46"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97" name="Google Shape;97;p6"/>
            <p:cNvSpPr/>
            <p:nvPr/>
          </p:nvSpPr>
          <p:spPr>
            <a:xfrm>
              <a:off x="8507925" y="2065225"/>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98" name="Google Shape;98;p6"/>
            <p:cNvSpPr/>
            <p:nvPr/>
          </p:nvSpPr>
          <p:spPr>
            <a:xfrm rot="4005251">
              <a:off x="3455202" y="88010"/>
              <a:ext cx="309412" cy="308134"/>
            </a:xfrm>
            <a:custGeom>
              <a:avLst/>
              <a:gdLst/>
              <a:ahLst/>
              <a:cxnLst/>
              <a:rect l="l" t="t" r="r" b="b"/>
              <a:pathLst>
                <a:path w="241" h="240" extrusionOk="0">
                  <a:moveTo>
                    <a:pt x="241" y="121"/>
                  </a:moveTo>
                  <a:lnTo>
                    <a:pt x="162" y="144"/>
                  </a:lnTo>
                  <a:lnTo>
                    <a:pt x="184" y="222"/>
                  </a:lnTo>
                  <a:lnTo>
                    <a:pt x="119" y="240"/>
                  </a:lnTo>
                  <a:lnTo>
                    <a:pt x="98" y="161"/>
                  </a:lnTo>
                  <a:lnTo>
                    <a:pt x="18" y="182"/>
                  </a:lnTo>
                  <a:lnTo>
                    <a:pt x="0" y="118"/>
                  </a:lnTo>
                  <a:lnTo>
                    <a:pt x="80" y="96"/>
                  </a:lnTo>
                  <a:lnTo>
                    <a:pt x="58" y="18"/>
                  </a:lnTo>
                  <a:lnTo>
                    <a:pt x="122" y="0"/>
                  </a:lnTo>
                  <a:lnTo>
                    <a:pt x="144" y="79"/>
                  </a:lnTo>
                  <a:lnTo>
                    <a:pt x="223" y="57"/>
                  </a:lnTo>
                  <a:lnTo>
                    <a:pt x="241" y="121"/>
                  </a:lnTo>
                  <a:close/>
                  <a:moveTo>
                    <a:pt x="148" y="135"/>
                  </a:moveTo>
                  <a:lnTo>
                    <a:pt x="227" y="113"/>
                  </a:lnTo>
                  <a:lnTo>
                    <a:pt x="216" y="71"/>
                  </a:lnTo>
                  <a:lnTo>
                    <a:pt x="136" y="93"/>
                  </a:lnTo>
                  <a:lnTo>
                    <a:pt x="115" y="14"/>
                  </a:lnTo>
                  <a:lnTo>
                    <a:pt x="71" y="26"/>
                  </a:lnTo>
                  <a:lnTo>
                    <a:pt x="93" y="105"/>
                  </a:lnTo>
                  <a:lnTo>
                    <a:pt x="15" y="127"/>
                  </a:lnTo>
                  <a:lnTo>
                    <a:pt x="26" y="169"/>
                  </a:lnTo>
                  <a:lnTo>
                    <a:pt x="105" y="147"/>
                  </a:lnTo>
                  <a:lnTo>
                    <a:pt x="127" y="226"/>
                  </a:lnTo>
                  <a:lnTo>
                    <a:pt x="169" y="214"/>
                  </a:lnTo>
                  <a:lnTo>
                    <a:pt x="148" y="135"/>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99" name="Google Shape;99;p6"/>
            <p:cNvGrpSpPr/>
            <p:nvPr/>
          </p:nvGrpSpPr>
          <p:grpSpPr>
            <a:xfrm rot="-5400000">
              <a:off x="8778737" y="2802588"/>
              <a:ext cx="287205" cy="202895"/>
              <a:chOff x="4880239" y="4742045"/>
              <a:chExt cx="287205" cy="202895"/>
            </a:xfrm>
          </p:grpSpPr>
          <p:sp>
            <p:nvSpPr>
              <p:cNvPr id="100" name="Google Shape;100;p6"/>
              <p:cNvSpPr/>
              <p:nvPr/>
            </p:nvSpPr>
            <p:spPr>
              <a:xfrm rot="1352049" flipH="1">
                <a:off x="4900333" y="4793890"/>
                <a:ext cx="130954" cy="130956"/>
              </a:xfrm>
              <a:custGeom>
                <a:avLst/>
                <a:gdLst/>
                <a:ahLst/>
                <a:cxnLst/>
                <a:rect l="l" t="t" r="r" b="b"/>
                <a:pathLst>
                  <a:path w="108" h="108" extrusionOk="0">
                    <a:moveTo>
                      <a:pt x="78" y="13"/>
                    </a:moveTo>
                    <a:cubicBezTo>
                      <a:pt x="100" y="26"/>
                      <a:pt x="108" y="55"/>
                      <a:pt x="96" y="77"/>
                    </a:cubicBezTo>
                    <a:cubicBezTo>
                      <a:pt x="83" y="100"/>
                      <a:pt x="54" y="108"/>
                      <a:pt x="31" y="95"/>
                    </a:cubicBezTo>
                    <a:cubicBezTo>
                      <a:pt x="8" y="82"/>
                      <a:pt x="0" y="53"/>
                      <a:pt x="13" y="31"/>
                    </a:cubicBezTo>
                    <a:cubicBezTo>
                      <a:pt x="26" y="8"/>
                      <a:pt x="55" y="0"/>
                      <a:pt x="78" y="13"/>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 name="Google Shape;101;p6"/>
              <p:cNvSpPr/>
              <p:nvPr/>
            </p:nvSpPr>
            <p:spPr>
              <a:xfrm rot="1352051" flipH="1">
                <a:off x="5077358" y="4754110"/>
                <a:ext cx="78315" cy="77033"/>
              </a:xfrm>
              <a:custGeom>
                <a:avLst/>
                <a:gdLst/>
                <a:ahLst/>
                <a:cxnLst/>
                <a:rect l="l" t="t" r="r" b="b"/>
                <a:pathLst>
                  <a:path w="65" h="64" extrusionOk="0">
                    <a:moveTo>
                      <a:pt x="46" y="7"/>
                    </a:moveTo>
                    <a:cubicBezTo>
                      <a:pt x="60" y="15"/>
                      <a:pt x="65" y="32"/>
                      <a:pt x="57" y="46"/>
                    </a:cubicBezTo>
                    <a:cubicBezTo>
                      <a:pt x="49" y="59"/>
                      <a:pt x="32" y="64"/>
                      <a:pt x="18" y="56"/>
                    </a:cubicBezTo>
                    <a:cubicBezTo>
                      <a:pt x="5" y="49"/>
                      <a:pt x="0" y="32"/>
                      <a:pt x="8" y="18"/>
                    </a:cubicBezTo>
                    <a:cubicBezTo>
                      <a:pt x="15" y="4"/>
                      <a:pt x="33" y="0"/>
                      <a:pt x="46" y="7"/>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102" name="Google Shape;102;p6"/>
            <p:cNvSpPr/>
            <p:nvPr/>
          </p:nvSpPr>
          <p:spPr>
            <a:xfrm rot="1352040" flipH="1">
              <a:off x="325258" y="211794"/>
              <a:ext cx="187621" cy="187623"/>
            </a:xfrm>
            <a:custGeom>
              <a:avLst/>
              <a:gdLst/>
              <a:ahLst/>
              <a:cxnLst/>
              <a:rect l="l" t="t" r="r" b="b"/>
              <a:pathLst>
                <a:path w="97" h="97" extrusionOk="0">
                  <a:moveTo>
                    <a:pt x="48" y="0"/>
                  </a:moveTo>
                  <a:cubicBezTo>
                    <a:pt x="22" y="0"/>
                    <a:pt x="0" y="22"/>
                    <a:pt x="0" y="49"/>
                  </a:cubicBezTo>
                  <a:cubicBezTo>
                    <a:pt x="0" y="76"/>
                    <a:pt x="22" y="97"/>
                    <a:pt x="48" y="97"/>
                  </a:cubicBezTo>
                  <a:cubicBezTo>
                    <a:pt x="75" y="97"/>
                    <a:pt x="97" y="76"/>
                    <a:pt x="97" y="49"/>
                  </a:cubicBezTo>
                  <a:cubicBezTo>
                    <a:pt x="97" y="22"/>
                    <a:pt x="75" y="0"/>
                    <a:pt x="48" y="0"/>
                  </a:cubicBezTo>
                  <a:close/>
                  <a:moveTo>
                    <a:pt x="48" y="79"/>
                  </a:moveTo>
                  <a:cubicBezTo>
                    <a:pt x="32" y="79"/>
                    <a:pt x="18" y="66"/>
                    <a:pt x="18" y="49"/>
                  </a:cubicBezTo>
                  <a:cubicBezTo>
                    <a:pt x="18" y="32"/>
                    <a:pt x="32" y="18"/>
                    <a:pt x="48" y="18"/>
                  </a:cubicBezTo>
                  <a:cubicBezTo>
                    <a:pt x="65" y="18"/>
                    <a:pt x="79" y="32"/>
                    <a:pt x="79" y="49"/>
                  </a:cubicBezTo>
                  <a:cubicBezTo>
                    <a:pt x="79" y="66"/>
                    <a:pt x="65" y="79"/>
                    <a:pt x="48" y="79"/>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 name="Google Shape;103;p6"/>
            <p:cNvSpPr/>
            <p:nvPr/>
          </p:nvSpPr>
          <p:spPr>
            <a:xfrm>
              <a:off x="6679600" y="-1304275"/>
              <a:ext cx="1749300" cy="174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104" name="Google Shape;104;p6"/>
            <p:cNvSpPr/>
            <p:nvPr/>
          </p:nvSpPr>
          <p:spPr>
            <a:xfrm rot="1352040" flipH="1">
              <a:off x="6942408" y="175894"/>
              <a:ext cx="187621" cy="187623"/>
            </a:xfrm>
            <a:custGeom>
              <a:avLst/>
              <a:gdLst/>
              <a:ahLst/>
              <a:cxnLst/>
              <a:rect l="l" t="t" r="r" b="b"/>
              <a:pathLst>
                <a:path w="97" h="97" extrusionOk="0">
                  <a:moveTo>
                    <a:pt x="48" y="0"/>
                  </a:moveTo>
                  <a:cubicBezTo>
                    <a:pt x="22" y="0"/>
                    <a:pt x="0" y="22"/>
                    <a:pt x="0" y="49"/>
                  </a:cubicBezTo>
                  <a:cubicBezTo>
                    <a:pt x="0" y="76"/>
                    <a:pt x="22" y="97"/>
                    <a:pt x="48" y="97"/>
                  </a:cubicBezTo>
                  <a:cubicBezTo>
                    <a:pt x="75" y="97"/>
                    <a:pt x="97" y="76"/>
                    <a:pt x="97" y="49"/>
                  </a:cubicBezTo>
                  <a:cubicBezTo>
                    <a:pt x="97" y="22"/>
                    <a:pt x="75" y="0"/>
                    <a:pt x="48" y="0"/>
                  </a:cubicBezTo>
                  <a:close/>
                  <a:moveTo>
                    <a:pt x="48" y="79"/>
                  </a:moveTo>
                  <a:cubicBezTo>
                    <a:pt x="32" y="79"/>
                    <a:pt x="18" y="66"/>
                    <a:pt x="18" y="49"/>
                  </a:cubicBezTo>
                  <a:cubicBezTo>
                    <a:pt x="18" y="32"/>
                    <a:pt x="32" y="18"/>
                    <a:pt x="48" y="18"/>
                  </a:cubicBezTo>
                  <a:cubicBezTo>
                    <a:pt x="65" y="18"/>
                    <a:pt x="79" y="32"/>
                    <a:pt x="79" y="49"/>
                  </a:cubicBezTo>
                  <a:cubicBezTo>
                    <a:pt x="79" y="66"/>
                    <a:pt x="65" y="79"/>
                    <a:pt x="48" y="79"/>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5" name="Google Shape;105;p6"/>
            <p:cNvSpPr/>
            <p:nvPr/>
          </p:nvSpPr>
          <p:spPr>
            <a:xfrm>
              <a:off x="7700788" y="4711288"/>
              <a:ext cx="361950" cy="361950"/>
            </a:xfrm>
            <a:custGeom>
              <a:avLst/>
              <a:gdLst/>
              <a:ahLst/>
              <a:cxnLst/>
              <a:rect l="l" t="t" r="r" b="b"/>
              <a:pathLst>
                <a:path w="228" h="228" extrusionOk="0">
                  <a:moveTo>
                    <a:pt x="127" y="228"/>
                  </a:moveTo>
                  <a:lnTo>
                    <a:pt x="0" y="126"/>
                  </a:lnTo>
                  <a:lnTo>
                    <a:pt x="103" y="0"/>
                  </a:lnTo>
                  <a:lnTo>
                    <a:pt x="228" y="103"/>
                  </a:lnTo>
                  <a:lnTo>
                    <a:pt x="127" y="228"/>
                  </a:lnTo>
                  <a:close/>
                  <a:moveTo>
                    <a:pt x="13" y="125"/>
                  </a:moveTo>
                  <a:lnTo>
                    <a:pt x="125" y="215"/>
                  </a:lnTo>
                  <a:lnTo>
                    <a:pt x="215" y="104"/>
                  </a:lnTo>
                  <a:lnTo>
                    <a:pt x="105" y="13"/>
                  </a:lnTo>
                  <a:lnTo>
                    <a:pt x="13" y="125"/>
                  </a:lnTo>
                  <a:close/>
                  <a:moveTo>
                    <a:pt x="121" y="186"/>
                  </a:moveTo>
                  <a:lnTo>
                    <a:pt x="44" y="121"/>
                  </a:lnTo>
                  <a:lnTo>
                    <a:pt x="107" y="44"/>
                  </a:lnTo>
                  <a:lnTo>
                    <a:pt x="186" y="107"/>
                  </a:lnTo>
                  <a:lnTo>
                    <a:pt x="121" y="186"/>
                  </a:lnTo>
                  <a:close/>
                  <a:moveTo>
                    <a:pt x="56" y="120"/>
                  </a:moveTo>
                  <a:lnTo>
                    <a:pt x="120" y="173"/>
                  </a:lnTo>
                  <a:lnTo>
                    <a:pt x="173" y="108"/>
                  </a:lnTo>
                  <a:lnTo>
                    <a:pt x="109" y="55"/>
                  </a:lnTo>
                  <a:lnTo>
                    <a:pt x="56" y="12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6" name="Google Shape;106;p6"/>
            <p:cNvSpPr/>
            <p:nvPr/>
          </p:nvSpPr>
          <p:spPr>
            <a:xfrm rot="8576189" flipH="1">
              <a:off x="8766541" y="2101003"/>
              <a:ext cx="178649" cy="178651"/>
            </a:xfrm>
            <a:custGeom>
              <a:avLst/>
              <a:gdLst/>
              <a:ahLst/>
              <a:cxnLst/>
              <a:rect l="l" t="t" r="r" b="b"/>
              <a:pathLst>
                <a:path w="99" h="99" extrusionOk="0">
                  <a:moveTo>
                    <a:pt x="64" y="47"/>
                  </a:moveTo>
                  <a:lnTo>
                    <a:pt x="99" y="85"/>
                  </a:lnTo>
                  <a:lnTo>
                    <a:pt x="52" y="64"/>
                  </a:lnTo>
                  <a:lnTo>
                    <a:pt x="13" y="99"/>
                  </a:lnTo>
                  <a:lnTo>
                    <a:pt x="35" y="51"/>
                  </a:lnTo>
                  <a:lnTo>
                    <a:pt x="0" y="13"/>
                  </a:lnTo>
                  <a:lnTo>
                    <a:pt x="47" y="35"/>
                  </a:lnTo>
                  <a:lnTo>
                    <a:pt x="86" y="0"/>
                  </a:lnTo>
                  <a:lnTo>
                    <a:pt x="64" y="4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29"/>
        <p:cNvGrpSpPr/>
        <p:nvPr/>
      </p:nvGrpSpPr>
      <p:grpSpPr>
        <a:xfrm>
          <a:off x="0" y="0"/>
          <a:ext cx="0" cy="0"/>
          <a:chOff x="0" y="0"/>
          <a:chExt cx="0" cy="0"/>
        </a:xfrm>
      </p:grpSpPr>
      <p:sp>
        <p:nvSpPr>
          <p:cNvPr id="130" name="Google Shape;130;p8"/>
          <p:cNvSpPr txBox="1">
            <a:spLocks noGrp="1"/>
          </p:cNvSpPr>
          <p:nvPr>
            <p:ph type="title"/>
          </p:nvPr>
        </p:nvSpPr>
        <p:spPr>
          <a:xfrm>
            <a:off x="1388100" y="1307100"/>
            <a:ext cx="63678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31"/>
        <p:cNvGrpSpPr/>
        <p:nvPr/>
      </p:nvGrpSpPr>
      <p:grpSpPr>
        <a:xfrm>
          <a:off x="0" y="0"/>
          <a:ext cx="0" cy="0"/>
          <a:chOff x="0" y="0"/>
          <a:chExt cx="0" cy="0"/>
        </a:xfrm>
      </p:grpSpPr>
      <p:sp>
        <p:nvSpPr>
          <p:cNvPr id="132" name="Google Shape;132;p9"/>
          <p:cNvSpPr txBox="1">
            <a:spLocks noGrp="1"/>
          </p:cNvSpPr>
          <p:nvPr>
            <p:ph type="title"/>
          </p:nvPr>
        </p:nvSpPr>
        <p:spPr>
          <a:xfrm>
            <a:off x="2241425" y="1606300"/>
            <a:ext cx="46611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3" name="Google Shape;133;p9"/>
          <p:cNvSpPr txBox="1">
            <a:spLocks noGrp="1"/>
          </p:cNvSpPr>
          <p:nvPr>
            <p:ph type="subTitle" idx="1"/>
          </p:nvPr>
        </p:nvSpPr>
        <p:spPr>
          <a:xfrm>
            <a:off x="2241475" y="2481800"/>
            <a:ext cx="4661100" cy="105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4"/>
        <p:cNvGrpSpPr/>
        <p:nvPr/>
      </p:nvGrpSpPr>
      <p:grpSpPr>
        <a:xfrm>
          <a:off x="0" y="0"/>
          <a:ext cx="0" cy="0"/>
          <a:chOff x="0" y="0"/>
          <a:chExt cx="0" cy="0"/>
        </a:xfrm>
      </p:grpSpPr>
      <p:sp>
        <p:nvSpPr>
          <p:cNvPr id="135" name="Google Shape;135;p10"/>
          <p:cNvSpPr txBox="1">
            <a:spLocks noGrp="1"/>
          </p:cNvSpPr>
          <p:nvPr>
            <p:ph type="title"/>
          </p:nvPr>
        </p:nvSpPr>
        <p:spPr>
          <a:xfrm>
            <a:off x="1779300" y="4038275"/>
            <a:ext cx="5585400" cy="425700"/>
          </a:xfrm>
          <a:prstGeom prst="rect">
            <a:avLst/>
          </a:prstGeom>
          <a:solidFill>
            <a:schemeClr val="accent3"/>
          </a:solidFill>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36"/>
        <p:cNvGrpSpPr/>
        <p:nvPr/>
      </p:nvGrpSpPr>
      <p:grpSpPr>
        <a:xfrm>
          <a:off x="0" y="0"/>
          <a:ext cx="0" cy="0"/>
          <a:chOff x="0" y="0"/>
          <a:chExt cx="0" cy="0"/>
        </a:xfrm>
      </p:grpSpPr>
      <p:pic>
        <p:nvPicPr>
          <p:cNvPr id="137" name="Google Shape;137;p11"/>
          <p:cNvPicPr preferRelativeResize="0"/>
          <p:nvPr/>
        </p:nvPicPr>
        <p:blipFill>
          <a:blip r:embed="rId2">
            <a:alphaModFix amt="40000"/>
          </a:blip>
          <a:stretch>
            <a:fillRect/>
          </a:stretch>
        </p:blipFill>
        <p:spPr>
          <a:xfrm rot="10800000">
            <a:off x="0" y="1339"/>
            <a:ext cx="9143998" cy="5140822"/>
          </a:xfrm>
          <a:prstGeom prst="rect">
            <a:avLst/>
          </a:prstGeom>
          <a:noFill/>
          <a:ln>
            <a:noFill/>
          </a:ln>
        </p:spPr>
      </p:pic>
      <p:sp>
        <p:nvSpPr>
          <p:cNvPr id="138" name="Google Shape;138;p11"/>
          <p:cNvSpPr txBox="1">
            <a:spLocks noGrp="1"/>
          </p:cNvSpPr>
          <p:nvPr>
            <p:ph type="title" hasCustomPrompt="1"/>
          </p:nvPr>
        </p:nvSpPr>
        <p:spPr>
          <a:xfrm>
            <a:off x="2415900" y="1738475"/>
            <a:ext cx="4312200" cy="1016400"/>
          </a:xfrm>
          <a:prstGeom prst="rect">
            <a:avLst/>
          </a:prstGeom>
          <a:solidFill>
            <a:schemeClr val="dk1"/>
          </a:solidFill>
        </p:spPr>
        <p:txBody>
          <a:bodyPr spcFirstLastPara="1" wrap="square" lIns="91425" tIns="91425" rIns="91425" bIns="91425" anchor="ctr" anchorCtr="0">
            <a:noAutofit/>
          </a:bodyPr>
          <a:lstStyle>
            <a:lvl1pPr lvl="0" algn="ctr">
              <a:spcBef>
                <a:spcPts val="0"/>
              </a:spcBef>
              <a:spcAft>
                <a:spcPts val="0"/>
              </a:spcAft>
              <a:buClr>
                <a:schemeClr val="accent4"/>
              </a:buClr>
              <a:buSzPts val="9600"/>
              <a:buNone/>
              <a:defRPr sz="6000">
                <a:solidFill>
                  <a:schemeClr val="accent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39" name="Google Shape;139;p11"/>
          <p:cNvSpPr txBox="1">
            <a:spLocks noGrp="1"/>
          </p:cNvSpPr>
          <p:nvPr>
            <p:ph type="subTitle" idx="1"/>
          </p:nvPr>
        </p:nvSpPr>
        <p:spPr>
          <a:xfrm>
            <a:off x="2415900" y="2941225"/>
            <a:ext cx="4312200" cy="463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140" name="Google Shape;140;p11"/>
          <p:cNvGrpSpPr/>
          <p:nvPr/>
        </p:nvGrpSpPr>
        <p:grpSpPr>
          <a:xfrm>
            <a:off x="-2050133" y="-475912"/>
            <a:ext cx="11745758" cy="6978645"/>
            <a:chOff x="-2050133" y="-475912"/>
            <a:chExt cx="11745758" cy="6978645"/>
          </a:xfrm>
        </p:grpSpPr>
        <p:sp>
          <p:nvSpPr>
            <p:cNvPr id="141" name="Google Shape;141;p11"/>
            <p:cNvSpPr/>
            <p:nvPr/>
          </p:nvSpPr>
          <p:spPr>
            <a:xfrm rot="-5400000">
              <a:off x="-2050133" y="3631133"/>
              <a:ext cx="2871600" cy="28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142" name="Google Shape;142;p11"/>
            <p:cNvSpPr/>
            <p:nvPr/>
          </p:nvSpPr>
          <p:spPr>
            <a:xfrm rot="-5400000">
              <a:off x="548983" y="4424085"/>
              <a:ext cx="393550" cy="393550"/>
            </a:xfrm>
            <a:custGeom>
              <a:avLst/>
              <a:gdLst/>
              <a:ahLst/>
              <a:cxnLst/>
              <a:rect l="l" t="t" r="r" b="b"/>
              <a:pathLst>
                <a:path w="63" h="63" extrusionOk="0">
                  <a:moveTo>
                    <a:pt x="59" y="24"/>
                  </a:moveTo>
                  <a:cubicBezTo>
                    <a:pt x="63" y="39"/>
                    <a:pt x="54" y="55"/>
                    <a:pt x="39" y="59"/>
                  </a:cubicBezTo>
                  <a:cubicBezTo>
                    <a:pt x="24" y="63"/>
                    <a:pt x="8" y="54"/>
                    <a:pt x="4" y="39"/>
                  </a:cubicBezTo>
                  <a:cubicBezTo>
                    <a:pt x="0" y="24"/>
                    <a:pt x="9" y="8"/>
                    <a:pt x="24" y="4"/>
                  </a:cubicBezTo>
                  <a:cubicBezTo>
                    <a:pt x="39" y="0"/>
                    <a:pt x="55" y="9"/>
                    <a:pt x="59" y="24"/>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3" name="Google Shape;143;p11"/>
            <p:cNvSpPr/>
            <p:nvPr/>
          </p:nvSpPr>
          <p:spPr>
            <a:xfrm>
              <a:off x="8124225" y="-475912"/>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144" name="Google Shape;144;p11"/>
            <p:cNvSpPr/>
            <p:nvPr/>
          </p:nvSpPr>
          <p:spPr>
            <a:xfrm rot="1352050" flipH="1">
              <a:off x="8047792" y="165528"/>
              <a:ext cx="147643" cy="147646"/>
            </a:xfrm>
            <a:custGeom>
              <a:avLst/>
              <a:gdLst/>
              <a:ahLst/>
              <a:cxnLst/>
              <a:rect l="l" t="t" r="r" b="b"/>
              <a:pathLst>
                <a:path w="115" h="115" extrusionOk="0">
                  <a:moveTo>
                    <a:pt x="115" y="47"/>
                  </a:moveTo>
                  <a:lnTo>
                    <a:pt x="68" y="115"/>
                  </a:lnTo>
                  <a:lnTo>
                    <a:pt x="0" y="69"/>
                  </a:lnTo>
                  <a:lnTo>
                    <a:pt x="47" y="0"/>
                  </a:lnTo>
                  <a:lnTo>
                    <a:pt x="115" y="4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145" name="Google Shape;145;p11"/>
            <p:cNvGrpSpPr/>
            <p:nvPr/>
          </p:nvGrpSpPr>
          <p:grpSpPr>
            <a:xfrm>
              <a:off x="8723801" y="1002300"/>
              <a:ext cx="193675" cy="187325"/>
              <a:chOff x="1053101" y="4428650"/>
              <a:chExt cx="193675" cy="187325"/>
            </a:xfrm>
          </p:grpSpPr>
          <p:sp>
            <p:nvSpPr>
              <p:cNvPr id="146" name="Google Shape;146;p11"/>
              <p:cNvSpPr/>
              <p:nvPr/>
            </p:nvSpPr>
            <p:spPr>
              <a:xfrm>
                <a:off x="1097551" y="4428650"/>
                <a:ext cx="104775" cy="187325"/>
              </a:xfrm>
              <a:custGeom>
                <a:avLst/>
                <a:gdLst/>
                <a:ahLst/>
                <a:cxnLst/>
                <a:rect l="l" t="t" r="r" b="b"/>
                <a:pathLst>
                  <a:path w="66" h="118" extrusionOk="0">
                    <a:moveTo>
                      <a:pt x="48" y="118"/>
                    </a:moveTo>
                    <a:lnTo>
                      <a:pt x="0" y="8"/>
                    </a:lnTo>
                    <a:lnTo>
                      <a:pt x="18" y="0"/>
                    </a:lnTo>
                    <a:lnTo>
                      <a:pt x="66" y="111"/>
                    </a:lnTo>
                    <a:lnTo>
                      <a:pt x="48" y="118"/>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7" name="Google Shape;147;p11"/>
              <p:cNvSpPr/>
              <p:nvPr/>
            </p:nvSpPr>
            <p:spPr>
              <a:xfrm>
                <a:off x="1053101" y="4469925"/>
                <a:ext cx="193675" cy="106363"/>
              </a:xfrm>
              <a:custGeom>
                <a:avLst/>
                <a:gdLst/>
                <a:ahLst/>
                <a:cxnLst/>
                <a:rect l="l" t="t" r="r" b="b"/>
                <a:pathLst>
                  <a:path w="122" h="67" extrusionOk="0">
                    <a:moveTo>
                      <a:pt x="8" y="67"/>
                    </a:moveTo>
                    <a:lnTo>
                      <a:pt x="0" y="49"/>
                    </a:lnTo>
                    <a:lnTo>
                      <a:pt x="114" y="0"/>
                    </a:lnTo>
                    <a:lnTo>
                      <a:pt x="122" y="18"/>
                    </a:lnTo>
                    <a:lnTo>
                      <a:pt x="8" y="6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148" name="Google Shape;148;p11"/>
            <p:cNvSpPr/>
            <p:nvPr/>
          </p:nvSpPr>
          <p:spPr>
            <a:xfrm>
              <a:off x="4102450" y="4608500"/>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149" name="Google Shape;149;p11"/>
            <p:cNvSpPr/>
            <p:nvPr/>
          </p:nvSpPr>
          <p:spPr>
            <a:xfrm rot="6944244" flipH="1">
              <a:off x="4222874" y="4774573"/>
              <a:ext cx="169382" cy="169373"/>
            </a:xfrm>
            <a:custGeom>
              <a:avLst/>
              <a:gdLst/>
              <a:ahLst/>
              <a:cxnLst/>
              <a:rect l="l" t="t" r="r" b="b"/>
              <a:pathLst>
                <a:path w="99" h="99" extrusionOk="0">
                  <a:moveTo>
                    <a:pt x="64" y="47"/>
                  </a:moveTo>
                  <a:lnTo>
                    <a:pt x="99" y="85"/>
                  </a:lnTo>
                  <a:lnTo>
                    <a:pt x="52" y="64"/>
                  </a:lnTo>
                  <a:lnTo>
                    <a:pt x="13" y="99"/>
                  </a:lnTo>
                  <a:lnTo>
                    <a:pt x="35" y="51"/>
                  </a:lnTo>
                  <a:lnTo>
                    <a:pt x="0" y="13"/>
                  </a:lnTo>
                  <a:lnTo>
                    <a:pt x="47" y="35"/>
                  </a:lnTo>
                  <a:lnTo>
                    <a:pt x="86" y="0"/>
                  </a:lnTo>
                  <a:lnTo>
                    <a:pt x="64" y="4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150" name="Google Shape;150;p11"/>
            <p:cNvGrpSpPr/>
            <p:nvPr/>
          </p:nvGrpSpPr>
          <p:grpSpPr>
            <a:xfrm>
              <a:off x="5169940" y="4608510"/>
              <a:ext cx="240311" cy="376881"/>
              <a:chOff x="7448765" y="3472610"/>
              <a:chExt cx="240311" cy="376881"/>
            </a:xfrm>
          </p:grpSpPr>
          <p:sp>
            <p:nvSpPr>
              <p:cNvPr id="151" name="Google Shape;151;p11"/>
              <p:cNvSpPr/>
              <p:nvPr/>
            </p:nvSpPr>
            <p:spPr>
              <a:xfrm rot="1351640" flipH="1">
                <a:off x="7466303" y="3490148"/>
                <a:ext cx="114323" cy="114323"/>
              </a:xfrm>
              <a:prstGeom prst="ellipse">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2" name="Google Shape;152;p11"/>
              <p:cNvSpPr/>
              <p:nvPr/>
            </p:nvSpPr>
            <p:spPr>
              <a:xfrm rot="1354910" flipH="1">
                <a:off x="7608860" y="3769275"/>
                <a:ext cx="69531" cy="69531"/>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153" name="Google Shape;153;p11"/>
            <p:cNvSpPr/>
            <p:nvPr/>
          </p:nvSpPr>
          <p:spPr>
            <a:xfrm>
              <a:off x="2586013" y="58363"/>
              <a:ext cx="361950" cy="361950"/>
            </a:xfrm>
            <a:custGeom>
              <a:avLst/>
              <a:gdLst/>
              <a:ahLst/>
              <a:cxnLst/>
              <a:rect l="l" t="t" r="r" b="b"/>
              <a:pathLst>
                <a:path w="228" h="228" extrusionOk="0">
                  <a:moveTo>
                    <a:pt x="127" y="228"/>
                  </a:moveTo>
                  <a:lnTo>
                    <a:pt x="0" y="126"/>
                  </a:lnTo>
                  <a:lnTo>
                    <a:pt x="103" y="0"/>
                  </a:lnTo>
                  <a:lnTo>
                    <a:pt x="228" y="103"/>
                  </a:lnTo>
                  <a:lnTo>
                    <a:pt x="127" y="228"/>
                  </a:lnTo>
                  <a:close/>
                  <a:moveTo>
                    <a:pt x="13" y="125"/>
                  </a:moveTo>
                  <a:lnTo>
                    <a:pt x="125" y="215"/>
                  </a:lnTo>
                  <a:lnTo>
                    <a:pt x="215" y="104"/>
                  </a:lnTo>
                  <a:lnTo>
                    <a:pt x="105" y="13"/>
                  </a:lnTo>
                  <a:lnTo>
                    <a:pt x="13" y="125"/>
                  </a:lnTo>
                  <a:close/>
                  <a:moveTo>
                    <a:pt x="121" y="186"/>
                  </a:moveTo>
                  <a:lnTo>
                    <a:pt x="44" y="121"/>
                  </a:lnTo>
                  <a:lnTo>
                    <a:pt x="107" y="44"/>
                  </a:lnTo>
                  <a:lnTo>
                    <a:pt x="186" y="107"/>
                  </a:lnTo>
                  <a:lnTo>
                    <a:pt x="121" y="186"/>
                  </a:lnTo>
                  <a:close/>
                  <a:moveTo>
                    <a:pt x="56" y="120"/>
                  </a:moveTo>
                  <a:lnTo>
                    <a:pt x="120" y="173"/>
                  </a:lnTo>
                  <a:lnTo>
                    <a:pt x="173" y="108"/>
                  </a:lnTo>
                  <a:lnTo>
                    <a:pt x="109" y="55"/>
                  </a:lnTo>
                  <a:lnTo>
                    <a:pt x="56" y="12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4" name="Google Shape;154;p11"/>
            <p:cNvSpPr/>
            <p:nvPr/>
          </p:nvSpPr>
          <p:spPr>
            <a:xfrm rot="1352040" flipH="1">
              <a:off x="4794333" y="261019"/>
              <a:ext cx="187621" cy="187623"/>
            </a:xfrm>
            <a:custGeom>
              <a:avLst/>
              <a:gdLst/>
              <a:ahLst/>
              <a:cxnLst/>
              <a:rect l="l" t="t" r="r" b="b"/>
              <a:pathLst>
                <a:path w="97" h="97" extrusionOk="0">
                  <a:moveTo>
                    <a:pt x="48" y="0"/>
                  </a:moveTo>
                  <a:cubicBezTo>
                    <a:pt x="22" y="0"/>
                    <a:pt x="0" y="22"/>
                    <a:pt x="0" y="49"/>
                  </a:cubicBezTo>
                  <a:cubicBezTo>
                    <a:pt x="0" y="76"/>
                    <a:pt x="22" y="97"/>
                    <a:pt x="48" y="97"/>
                  </a:cubicBezTo>
                  <a:cubicBezTo>
                    <a:pt x="75" y="97"/>
                    <a:pt x="97" y="76"/>
                    <a:pt x="97" y="49"/>
                  </a:cubicBezTo>
                  <a:cubicBezTo>
                    <a:pt x="97" y="22"/>
                    <a:pt x="75" y="0"/>
                    <a:pt x="48" y="0"/>
                  </a:cubicBezTo>
                  <a:close/>
                  <a:moveTo>
                    <a:pt x="48" y="79"/>
                  </a:moveTo>
                  <a:cubicBezTo>
                    <a:pt x="32" y="79"/>
                    <a:pt x="18" y="66"/>
                    <a:pt x="18" y="49"/>
                  </a:cubicBezTo>
                  <a:cubicBezTo>
                    <a:pt x="18" y="32"/>
                    <a:pt x="32" y="18"/>
                    <a:pt x="48" y="18"/>
                  </a:cubicBezTo>
                  <a:cubicBezTo>
                    <a:pt x="65" y="18"/>
                    <a:pt x="79" y="32"/>
                    <a:pt x="79" y="49"/>
                  </a:cubicBezTo>
                  <a:cubicBezTo>
                    <a:pt x="79" y="66"/>
                    <a:pt x="65" y="79"/>
                    <a:pt x="48" y="79"/>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155" name="Google Shape;155;p11"/>
            <p:cNvGrpSpPr/>
            <p:nvPr/>
          </p:nvGrpSpPr>
          <p:grpSpPr>
            <a:xfrm>
              <a:off x="6604339" y="88545"/>
              <a:ext cx="287205" cy="202895"/>
              <a:chOff x="4880239" y="4742045"/>
              <a:chExt cx="287205" cy="202895"/>
            </a:xfrm>
          </p:grpSpPr>
          <p:sp>
            <p:nvSpPr>
              <p:cNvPr id="156" name="Google Shape;156;p11"/>
              <p:cNvSpPr/>
              <p:nvPr/>
            </p:nvSpPr>
            <p:spPr>
              <a:xfrm rot="1352049" flipH="1">
                <a:off x="4900333" y="4793890"/>
                <a:ext cx="130954" cy="130956"/>
              </a:xfrm>
              <a:custGeom>
                <a:avLst/>
                <a:gdLst/>
                <a:ahLst/>
                <a:cxnLst/>
                <a:rect l="l" t="t" r="r" b="b"/>
                <a:pathLst>
                  <a:path w="108" h="108" extrusionOk="0">
                    <a:moveTo>
                      <a:pt x="78" y="13"/>
                    </a:moveTo>
                    <a:cubicBezTo>
                      <a:pt x="100" y="26"/>
                      <a:pt x="108" y="55"/>
                      <a:pt x="96" y="77"/>
                    </a:cubicBezTo>
                    <a:cubicBezTo>
                      <a:pt x="83" y="100"/>
                      <a:pt x="54" y="108"/>
                      <a:pt x="31" y="95"/>
                    </a:cubicBezTo>
                    <a:cubicBezTo>
                      <a:pt x="8" y="82"/>
                      <a:pt x="0" y="53"/>
                      <a:pt x="13" y="31"/>
                    </a:cubicBezTo>
                    <a:cubicBezTo>
                      <a:pt x="26" y="8"/>
                      <a:pt x="55" y="0"/>
                      <a:pt x="78" y="1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7" name="Google Shape;157;p11"/>
              <p:cNvSpPr/>
              <p:nvPr/>
            </p:nvSpPr>
            <p:spPr>
              <a:xfrm rot="1352051" flipH="1">
                <a:off x="5077358" y="4754110"/>
                <a:ext cx="78315" cy="77033"/>
              </a:xfrm>
              <a:custGeom>
                <a:avLst/>
                <a:gdLst/>
                <a:ahLst/>
                <a:cxnLst/>
                <a:rect l="l" t="t" r="r" b="b"/>
                <a:pathLst>
                  <a:path w="65" h="64" extrusionOk="0">
                    <a:moveTo>
                      <a:pt x="46" y="7"/>
                    </a:moveTo>
                    <a:cubicBezTo>
                      <a:pt x="60" y="15"/>
                      <a:pt x="65" y="32"/>
                      <a:pt x="57" y="46"/>
                    </a:cubicBezTo>
                    <a:cubicBezTo>
                      <a:pt x="49" y="59"/>
                      <a:pt x="32" y="64"/>
                      <a:pt x="18" y="56"/>
                    </a:cubicBezTo>
                    <a:cubicBezTo>
                      <a:pt x="5" y="49"/>
                      <a:pt x="0" y="32"/>
                      <a:pt x="8" y="18"/>
                    </a:cubicBezTo>
                    <a:cubicBezTo>
                      <a:pt x="15" y="4"/>
                      <a:pt x="33" y="0"/>
                      <a:pt x="46"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158"/>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205"/>
        <p:cNvGrpSpPr/>
        <p:nvPr/>
      </p:nvGrpSpPr>
      <p:grpSpPr>
        <a:xfrm>
          <a:off x="0" y="0"/>
          <a:ext cx="0" cy="0"/>
          <a:chOff x="0" y="0"/>
          <a:chExt cx="0" cy="0"/>
        </a:xfrm>
      </p:grpSpPr>
      <p:pic>
        <p:nvPicPr>
          <p:cNvPr id="206" name="Google Shape;206;p15"/>
          <p:cNvPicPr preferRelativeResize="0"/>
          <p:nvPr/>
        </p:nvPicPr>
        <p:blipFill>
          <a:blip r:embed="rId2">
            <a:alphaModFix amt="40000"/>
          </a:blip>
          <a:stretch>
            <a:fillRect/>
          </a:stretch>
        </p:blipFill>
        <p:spPr>
          <a:xfrm>
            <a:off x="1850" y="0"/>
            <a:ext cx="9140300" cy="5143501"/>
          </a:xfrm>
          <a:prstGeom prst="rect">
            <a:avLst/>
          </a:prstGeom>
          <a:noFill/>
          <a:ln>
            <a:noFill/>
          </a:ln>
        </p:spPr>
      </p:pic>
      <p:sp>
        <p:nvSpPr>
          <p:cNvPr id="207" name="Google Shape;207;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08" name="Google Shape;208;p15"/>
          <p:cNvSpPr txBox="1">
            <a:spLocks noGrp="1"/>
          </p:cNvSpPr>
          <p:nvPr>
            <p:ph type="subTitle" idx="1"/>
          </p:nvPr>
        </p:nvSpPr>
        <p:spPr>
          <a:xfrm>
            <a:off x="839431" y="2459750"/>
            <a:ext cx="2109900" cy="396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Albert Sans Black"/>
              <a:buNone/>
              <a:defRPr sz="1800">
                <a:solidFill>
                  <a:schemeClr val="dk1"/>
                </a:solidFill>
                <a:latin typeface="Albert Sans Black"/>
                <a:ea typeface="Albert Sans Black"/>
                <a:cs typeface="Albert Sans Black"/>
                <a:sym typeface="Albert Sans Black"/>
              </a:defRPr>
            </a:lvl1pPr>
            <a:lvl2pPr lvl="1"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2pPr>
            <a:lvl3pPr lvl="2"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3pPr>
            <a:lvl4pPr lvl="3"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4pPr>
            <a:lvl5pPr lvl="4"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5pPr>
            <a:lvl6pPr lvl="5"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6pPr>
            <a:lvl7pPr lvl="6"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7pPr>
            <a:lvl8pPr lvl="7"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8pPr>
            <a:lvl9pPr lvl="8"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9pPr>
          </a:lstStyle>
          <a:p>
            <a:endParaRPr/>
          </a:p>
        </p:txBody>
      </p:sp>
      <p:sp>
        <p:nvSpPr>
          <p:cNvPr id="209" name="Google Shape;209;p15"/>
          <p:cNvSpPr txBox="1">
            <a:spLocks noGrp="1"/>
          </p:cNvSpPr>
          <p:nvPr>
            <p:ph type="subTitle" idx="2"/>
          </p:nvPr>
        </p:nvSpPr>
        <p:spPr>
          <a:xfrm>
            <a:off x="839444" y="2960600"/>
            <a:ext cx="2109900" cy="90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0" name="Google Shape;210;p15"/>
          <p:cNvSpPr txBox="1">
            <a:spLocks noGrp="1"/>
          </p:cNvSpPr>
          <p:nvPr>
            <p:ph type="subTitle" idx="3"/>
          </p:nvPr>
        </p:nvSpPr>
        <p:spPr>
          <a:xfrm>
            <a:off x="3517044" y="2960600"/>
            <a:ext cx="2109900" cy="90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1" name="Google Shape;211;p15"/>
          <p:cNvSpPr txBox="1">
            <a:spLocks noGrp="1"/>
          </p:cNvSpPr>
          <p:nvPr>
            <p:ph type="subTitle" idx="4"/>
          </p:nvPr>
        </p:nvSpPr>
        <p:spPr>
          <a:xfrm>
            <a:off x="6194669" y="2960600"/>
            <a:ext cx="2109900" cy="90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12" name="Google Shape;212;p15"/>
          <p:cNvSpPr txBox="1">
            <a:spLocks noGrp="1"/>
          </p:cNvSpPr>
          <p:nvPr>
            <p:ph type="subTitle" idx="5"/>
          </p:nvPr>
        </p:nvSpPr>
        <p:spPr>
          <a:xfrm>
            <a:off x="3517032" y="2459750"/>
            <a:ext cx="2109900" cy="396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Albert Sans Black"/>
              <a:buNone/>
              <a:defRPr sz="1800">
                <a:solidFill>
                  <a:schemeClr val="dk1"/>
                </a:solidFill>
                <a:latin typeface="Albert Sans Black"/>
                <a:ea typeface="Albert Sans Black"/>
                <a:cs typeface="Albert Sans Black"/>
                <a:sym typeface="Albert Sans Black"/>
              </a:defRPr>
            </a:lvl1pPr>
            <a:lvl2pPr lvl="1"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2pPr>
            <a:lvl3pPr lvl="2"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3pPr>
            <a:lvl4pPr lvl="3"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4pPr>
            <a:lvl5pPr lvl="4"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5pPr>
            <a:lvl6pPr lvl="5"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6pPr>
            <a:lvl7pPr lvl="6"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7pPr>
            <a:lvl8pPr lvl="7"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8pPr>
            <a:lvl9pPr lvl="8"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9pPr>
          </a:lstStyle>
          <a:p>
            <a:endParaRPr/>
          </a:p>
        </p:txBody>
      </p:sp>
      <p:sp>
        <p:nvSpPr>
          <p:cNvPr id="213" name="Google Shape;213;p15"/>
          <p:cNvSpPr txBox="1">
            <a:spLocks noGrp="1"/>
          </p:cNvSpPr>
          <p:nvPr>
            <p:ph type="subTitle" idx="6"/>
          </p:nvPr>
        </p:nvSpPr>
        <p:spPr>
          <a:xfrm>
            <a:off x="6194657" y="2459750"/>
            <a:ext cx="2109900" cy="3969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Albert Sans Black"/>
              <a:buNone/>
              <a:defRPr sz="1800">
                <a:solidFill>
                  <a:schemeClr val="dk1"/>
                </a:solidFill>
                <a:latin typeface="Albert Sans Black"/>
                <a:ea typeface="Albert Sans Black"/>
                <a:cs typeface="Albert Sans Black"/>
                <a:sym typeface="Albert Sans Black"/>
              </a:defRPr>
            </a:lvl1pPr>
            <a:lvl2pPr lvl="1"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2pPr>
            <a:lvl3pPr lvl="2"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3pPr>
            <a:lvl4pPr lvl="3"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4pPr>
            <a:lvl5pPr lvl="4"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5pPr>
            <a:lvl6pPr lvl="5"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6pPr>
            <a:lvl7pPr lvl="6"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7pPr>
            <a:lvl8pPr lvl="7"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8pPr>
            <a:lvl9pPr lvl="8" algn="ctr" rtl="0">
              <a:lnSpc>
                <a:spcPct val="100000"/>
              </a:lnSpc>
              <a:spcBef>
                <a:spcPts val="0"/>
              </a:spcBef>
              <a:spcAft>
                <a:spcPts val="0"/>
              </a:spcAft>
              <a:buClr>
                <a:schemeClr val="dk1"/>
              </a:buClr>
              <a:buSzPts val="2400"/>
              <a:buFont typeface="Albert Sans Black"/>
              <a:buNone/>
              <a:defRPr sz="2400">
                <a:solidFill>
                  <a:schemeClr val="dk1"/>
                </a:solidFill>
                <a:latin typeface="Albert Sans Black"/>
                <a:ea typeface="Albert Sans Black"/>
                <a:cs typeface="Albert Sans Black"/>
                <a:sym typeface="Albert Sans Black"/>
              </a:defRPr>
            </a:lvl9pPr>
          </a:lstStyle>
          <a:p>
            <a:endParaRPr/>
          </a:p>
        </p:txBody>
      </p:sp>
      <p:grpSp>
        <p:nvGrpSpPr>
          <p:cNvPr id="214" name="Google Shape;214;p15"/>
          <p:cNvGrpSpPr/>
          <p:nvPr/>
        </p:nvGrpSpPr>
        <p:grpSpPr>
          <a:xfrm>
            <a:off x="-972625" y="-1985425"/>
            <a:ext cx="11315650" cy="8165325"/>
            <a:chOff x="-972625" y="-1985425"/>
            <a:chExt cx="11315650" cy="8165325"/>
          </a:xfrm>
        </p:grpSpPr>
        <p:sp>
          <p:nvSpPr>
            <p:cNvPr id="215" name="Google Shape;215;p15"/>
            <p:cNvSpPr/>
            <p:nvPr/>
          </p:nvSpPr>
          <p:spPr>
            <a:xfrm>
              <a:off x="-972625" y="2060175"/>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216" name="Google Shape;216;p15"/>
            <p:cNvSpPr/>
            <p:nvPr/>
          </p:nvSpPr>
          <p:spPr>
            <a:xfrm>
              <a:off x="7471425" y="-1985425"/>
              <a:ext cx="2871600" cy="28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217" name="Google Shape;217;p15"/>
            <p:cNvSpPr/>
            <p:nvPr/>
          </p:nvSpPr>
          <p:spPr>
            <a:xfrm>
              <a:off x="7500325" y="4608500"/>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218" name="Google Shape;218;p15"/>
            <p:cNvSpPr/>
            <p:nvPr/>
          </p:nvSpPr>
          <p:spPr>
            <a:xfrm>
              <a:off x="339713" y="172213"/>
              <a:ext cx="361950" cy="361950"/>
            </a:xfrm>
            <a:custGeom>
              <a:avLst/>
              <a:gdLst/>
              <a:ahLst/>
              <a:cxnLst/>
              <a:rect l="l" t="t" r="r" b="b"/>
              <a:pathLst>
                <a:path w="228" h="228" extrusionOk="0">
                  <a:moveTo>
                    <a:pt x="127" y="228"/>
                  </a:moveTo>
                  <a:lnTo>
                    <a:pt x="0" y="126"/>
                  </a:lnTo>
                  <a:lnTo>
                    <a:pt x="103" y="0"/>
                  </a:lnTo>
                  <a:lnTo>
                    <a:pt x="228" y="103"/>
                  </a:lnTo>
                  <a:lnTo>
                    <a:pt x="127" y="228"/>
                  </a:lnTo>
                  <a:close/>
                  <a:moveTo>
                    <a:pt x="13" y="125"/>
                  </a:moveTo>
                  <a:lnTo>
                    <a:pt x="125" y="215"/>
                  </a:lnTo>
                  <a:lnTo>
                    <a:pt x="215" y="104"/>
                  </a:lnTo>
                  <a:lnTo>
                    <a:pt x="105" y="13"/>
                  </a:lnTo>
                  <a:lnTo>
                    <a:pt x="13" y="125"/>
                  </a:lnTo>
                  <a:close/>
                  <a:moveTo>
                    <a:pt x="121" y="186"/>
                  </a:moveTo>
                  <a:lnTo>
                    <a:pt x="44" y="121"/>
                  </a:lnTo>
                  <a:lnTo>
                    <a:pt x="107" y="44"/>
                  </a:lnTo>
                  <a:lnTo>
                    <a:pt x="186" y="107"/>
                  </a:lnTo>
                  <a:lnTo>
                    <a:pt x="121" y="186"/>
                  </a:lnTo>
                  <a:close/>
                  <a:moveTo>
                    <a:pt x="56" y="120"/>
                  </a:moveTo>
                  <a:lnTo>
                    <a:pt x="120" y="173"/>
                  </a:lnTo>
                  <a:lnTo>
                    <a:pt x="173" y="108"/>
                  </a:lnTo>
                  <a:lnTo>
                    <a:pt x="109" y="55"/>
                  </a:lnTo>
                  <a:lnTo>
                    <a:pt x="56" y="12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19" name="Google Shape;219;p15"/>
            <p:cNvSpPr/>
            <p:nvPr/>
          </p:nvSpPr>
          <p:spPr>
            <a:xfrm>
              <a:off x="8677452" y="3665610"/>
              <a:ext cx="309412" cy="308134"/>
            </a:xfrm>
            <a:custGeom>
              <a:avLst/>
              <a:gdLst/>
              <a:ahLst/>
              <a:cxnLst/>
              <a:rect l="l" t="t" r="r" b="b"/>
              <a:pathLst>
                <a:path w="241" h="240" extrusionOk="0">
                  <a:moveTo>
                    <a:pt x="241" y="121"/>
                  </a:moveTo>
                  <a:lnTo>
                    <a:pt x="162" y="144"/>
                  </a:lnTo>
                  <a:lnTo>
                    <a:pt x="184" y="222"/>
                  </a:lnTo>
                  <a:lnTo>
                    <a:pt x="119" y="240"/>
                  </a:lnTo>
                  <a:lnTo>
                    <a:pt x="98" y="161"/>
                  </a:lnTo>
                  <a:lnTo>
                    <a:pt x="18" y="182"/>
                  </a:lnTo>
                  <a:lnTo>
                    <a:pt x="0" y="118"/>
                  </a:lnTo>
                  <a:lnTo>
                    <a:pt x="80" y="96"/>
                  </a:lnTo>
                  <a:lnTo>
                    <a:pt x="58" y="18"/>
                  </a:lnTo>
                  <a:lnTo>
                    <a:pt x="122" y="0"/>
                  </a:lnTo>
                  <a:lnTo>
                    <a:pt x="144" y="79"/>
                  </a:lnTo>
                  <a:lnTo>
                    <a:pt x="223" y="57"/>
                  </a:lnTo>
                  <a:lnTo>
                    <a:pt x="241" y="121"/>
                  </a:lnTo>
                  <a:close/>
                  <a:moveTo>
                    <a:pt x="148" y="135"/>
                  </a:moveTo>
                  <a:lnTo>
                    <a:pt x="227" y="113"/>
                  </a:lnTo>
                  <a:lnTo>
                    <a:pt x="216" y="71"/>
                  </a:lnTo>
                  <a:lnTo>
                    <a:pt x="136" y="93"/>
                  </a:lnTo>
                  <a:lnTo>
                    <a:pt x="115" y="14"/>
                  </a:lnTo>
                  <a:lnTo>
                    <a:pt x="71" y="26"/>
                  </a:lnTo>
                  <a:lnTo>
                    <a:pt x="93" y="105"/>
                  </a:lnTo>
                  <a:lnTo>
                    <a:pt x="15" y="127"/>
                  </a:lnTo>
                  <a:lnTo>
                    <a:pt x="26" y="169"/>
                  </a:lnTo>
                  <a:lnTo>
                    <a:pt x="105" y="147"/>
                  </a:lnTo>
                  <a:lnTo>
                    <a:pt x="127" y="226"/>
                  </a:lnTo>
                  <a:lnTo>
                    <a:pt x="169" y="214"/>
                  </a:lnTo>
                  <a:lnTo>
                    <a:pt x="148" y="135"/>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220" name="Google Shape;220;p15"/>
            <p:cNvGrpSpPr/>
            <p:nvPr/>
          </p:nvGrpSpPr>
          <p:grpSpPr>
            <a:xfrm>
              <a:off x="8378140" y="129093"/>
              <a:ext cx="189673" cy="183653"/>
              <a:chOff x="861601" y="2668549"/>
              <a:chExt cx="219758" cy="212783"/>
            </a:xfrm>
          </p:grpSpPr>
          <p:sp>
            <p:nvSpPr>
              <p:cNvPr id="221" name="Google Shape;221;p15"/>
              <p:cNvSpPr/>
              <p:nvPr/>
            </p:nvSpPr>
            <p:spPr>
              <a:xfrm>
                <a:off x="940087" y="2668549"/>
                <a:ext cx="64533" cy="212783"/>
              </a:xfrm>
              <a:custGeom>
                <a:avLst/>
                <a:gdLst/>
                <a:ahLst/>
                <a:cxnLst/>
                <a:rect l="l" t="t" r="r" b="b"/>
                <a:pathLst>
                  <a:path w="37" h="122" extrusionOk="0">
                    <a:moveTo>
                      <a:pt x="0" y="120"/>
                    </a:moveTo>
                    <a:lnTo>
                      <a:pt x="17" y="0"/>
                    </a:lnTo>
                    <a:lnTo>
                      <a:pt x="37" y="3"/>
                    </a:lnTo>
                    <a:lnTo>
                      <a:pt x="19" y="122"/>
                    </a:lnTo>
                    <a:lnTo>
                      <a:pt x="0" y="12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22" name="Google Shape;222;p15"/>
              <p:cNvSpPr/>
              <p:nvPr/>
            </p:nvSpPr>
            <p:spPr>
              <a:xfrm>
                <a:off x="861601" y="2743547"/>
                <a:ext cx="219758" cy="64533"/>
              </a:xfrm>
              <a:custGeom>
                <a:avLst/>
                <a:gdLst/>
                <a:ahLst/>
                <a:cxnLst/>
                <a:rect l="l" t="t" r="r" b="b"/>
                <a:pathLst>
                  <a:path w="126" h="37" extrusionOk="0">
                    <a:moveTo>
                      <a:pt x="0" y="19"/>
                    </a:moveTo>
                    <a:lnTo>
                      <a:pt x="4" y="0"/>
                    </a:lnTo>
                    <a:lnTo>
                      <a:pt x="126" y="16"/>
                    </a:lnTo>
                    <a:lnTo>
                      <a:pt x="123" y="37"/>
                    </a:lnTo>
                    <a:lnTo>
                      <a:pt x="0" y="19"/>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223" name="Google Shape;223;p15"/>
            <p:cNvSpPr/>
            <p:nvPr/>
          </p:nvSpPr>
          <p:spPr>
            <a:xfrm>
              <a:off x="145525" y="2102023"/>
              <a:ext cx="194190" cy="192685"/>
            </a:xfrm>
            <a:custGeom>
              <a:avLst/>
              <a:gdLst/>
              <a:ahLst/>
              <a:cxnLst/>
              <a:rect l="l" t="t" r="r" b="b"/>
              <a:pathLst>
                <a:path w="129" h="128" extrusionOk="0">
                  <a:moveTo>
                    <a:pt x="129" y="52"/>
                  </a:moveTo>
                  <a:lnTo>
                    <a:pt x="76" y="128"/>
                  </a:lnTo>
                  <a:lnTo>
                    <a:pt x="0" y="76"/>
                  </a:lnTo>
                  <a:lnTo>
                    <a:pt x="53" y="0"/>
                  </a:lnTo>
                  <a:lnTo>
                    <a:pt x="129" y="52"/>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24" name="Google Shape;224;p15"/>
            <p:cNvSpPr/>
            <p:nvPr/>
          </p:nvSpPr>
          <p:spPr>
            <a:xfrm>
              <a:off x="8735062" y="781345"/>
              <a:ext cx="194200" cy="194200"/>
            </a:xfrm>
            <a:custGeom>
              <a:avLst/>
              <a:gdLst/>
              <a:ahLst/>
              <a:cxnLst/>
              <a:rect l="l" t="t" r="r" b="b"/>
              <a:pathLst>
                <a:path w="63" h="63" extrusionOk="0">
                  <a:moveTo>
                    <a:pt x="59" y="24"/>
                  </a:moveTo>
                  <a:cubicBezTo>
                    <a:pt x="63" y="39"/>
                    <a:pt x="54" y="55"/>
                    <a:pt x="39" y="59"/>
                  </a:cubicBezTo>
                  <a:cubicBezTo>
                    <a:pt x="24" y="63"/>
                    <a:pt x="8" y="54"/>
                    <a:pt x="4" y="39"/>
                  </a:cubicBezTo>
                  <a:cubicBezTo>
                    <a:pt x="0" y="24"/>
                    <a:pt x="9" y="8"/>
                    <a:pt x="24" y="4"/>
                  </a:cubicBezTo>
                  <a:cubicBezTo>
                    <a:pt x="39" y="0"/>
                    <a:pt x="55" y="9"/>
                    <a:pt x="59" y="24"/>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25" name="Google Shape;225;p15"/>
            <p:cNvSpPr/>
            <p:nvPr/>
          </p:nvSpPr>
          <p:spPr>
            <a:xfrm rot="6944244" flipH="1">
              <a:off x="7620749" y="4774573"/>
              <a:ext cx="169382" cy="169373"/>
            </a:xfrm>
            <a:custGeom>
              <a:avLst/>
              <a:gdLst/>
              <a:ahLst/>
              <a:cxnLst/>
              <a:rect l="l" t="t" r="r" b="b"/>
              <a:pathLst>
                <a:path w="99" h="99" extrusionOk="0">
                  <a:moveTo>
                    <a:pt x="64" y="47"/>
                  </a:moveTo>
                  <a:lnTo>
                    <a:pt x="99" y="85"/>
                  </a:lnTo>
                  <a:lnTo>
                    <a:pt x="52" y="64"/>
                  </a:lnTo>
                  <a:lnTo>
                    <a:pt x="13" y="99"/>
                  </a:lnTo>
                  <a:lnTo>
                    <a:pt x="35" y="51"/>
                  </a:lnTo>
                  <a:lnTo>
                    <a:pt x="0" y="13"/>
                  </a:lnTo>
                  <a:lnTo>
                    <a:pt x="47" y="35"/>
                  </a:lnTo>
                  <a:lnTo>
                    <a:pt x="86" y="0"/>
                  </a:lnTo>
                  <a:lnTo>
                    <a:pt x="64" y="4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226" name="Google Shape;226;p15"/>
            <p:cNvGrpSpPr/>
            <p:nvPr/>
          </p:nvGrpSpPr>
          <p:grpSpPr>
            <a:xfrm>
              <a:off x="8567815" y="4608510"/>
              <a:ext cx="240311" cy="376881"/>
              <a:chOff x="7448765" y="3472610"/>
              <a:chExt cx="240311" cy="376881"/>
            </a:xfrm>
          </p:grpSpPr>
          <p:sp>
            <p:nvSpPr>
              <p:cNvPr id="227" name="Google Shape;227;p15"/>
              <p:cNvSpPr/>
              <p:nvPr/>
            </p:nvSpPr>
            <p:spPr>
              <a:xfrm rot="1351640" flipH="1">
                <a:off x="7466303" y="3490148"/>
                <a:ext cx="114323" cy="114323"/>
              </a:xfrm>
              <a:prstGeom prst="ellipse">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28" name="Google Shape;228;p15"/>
              <p:cNvSpPr/>
              <p:nvPr/>
            </p:nvSpPr>
            <p:spPr>
              <a:xfrm rot="1354910" flipH="1">
                <a:off x="7608860" y="3769275"/>
                <a:ext cx="69531" cy="69531"/>
              </a:xfrm>
              <a:prstGeom prst="ellipse">
                <a:avLst/>
              </a:pr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nvGrpSpPr>
            <p:cNvPr id="229" name="Google Shape;229;p15"/>
            <p:cNvGrpSpPr/>
            <p:nvPr/>
          </p:nvGrpSpPr>
          <p:grpSpPr>
            <a:xfrm>
              <a:off x="4367651" y="4811625"/>
              <a:ext cx="193675" cy="187325"/>
              <a:chOff x="1053101" y="4428650"/>
              <a:chExt cx="193675" cy="187325"/>
            </a:xfrm>
          </p:grpSpPr>
          <p:sp>
            <p:nvSpPr>
              <p:cNvPr id="230" name="Google Shape;230;p15"/>
              <p:cNvSpPr/>
              <p:nvPr/>
            </p:nvSpPr>
            <p:spPr>
              <a:xfrm>
                <a:off x="1097551" y="4428650"/>
                <a:ext cx="104775" cy="187325"/>
              </a:xfrm>
              <a:custGeom>
                <a:avLst/>
                <a:gdLst/>
                <a:ahLst/>
                <a:cxnLst/>
                <a:rect l="l" t="t" r="r" b="b"/>
                <a:pathLst>
                  <a:path w="66" h="118" extrusionOk="0">
                    <a:moveTo>
                      <a:pt x="48" y="118"/>
                    </a:moveTo>
                    <a:lnTo>
                      <a:pt x="0" y="8"/>
                    </a:lnTo>
                    <a:lnTo>
                      <a:pt x="18" y="0"/>
                    </a:lnTo>
                    <a:lnTo>
                      <a:pt x="66" y="111"/>
                    </a:lnTo>
                    <a:lnTo>
                      <a:pt x="48" y="118"/>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31" name="Google Shape;231;p15"/>
              <p:cNvSpPr/>
              <p:nvPr/>
            </p:nvSpPr>
            <p:spPr>
              <a:xfrm>
                <a:off x="1053101" y="4469925"/>
                <a:ext cx="193675" cy="106363"/>
              </a:xfrm>
              <a:custGeom>
                <a:avLst/>
                <a:gdLst/>
                <a:ahLst/>
                <a:cxnLst/>
                <a:rect l="l" t="t" r="r" b="b"/>
                <a:pathLst>
                  <a:path w="122" h="67" extrusionOk="0">
                    <a:moveTo>
                      <a:pt x="8" y="67"/>
                    </a:moveTo>
                    <a:lnTo>
                      <a:pt x="0" y="49"/>
                    </a:lnTo>
                    <a:lnTo>
                      <a:pt x="114" y="0"/>
                    </a:lnTo>
                    <a:lnTo>
                      <a:pt x="122" y="18"/>
                    </a:lnTo>
                    <a:lnTo>
                      <a:pt x="8" y="67"/>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5">
  <p:cSld name="CUSTOM_1_1_1_1_1">
    <p:spTree>
      <p:nvGrpSpPr>
        <p:cNvPr id="1" name="Shape 388"/>
        <p:cNvGrpSpPr/>
        <p:nvPr/>
      </p:nvGrpSpPr>
      <p:grpSpPr>
        <a:xfrm>
          <a:off x="0" y="0"/>
          <a:ext cx="0" cy="0"/>
          <a:chOff x="0" y="0"/>
          <a:chExt cx="0" cy="0"/>
        </a:xfrm>
      </p:grpSpPr>
      <p:pic>
        <p:nvPicPr>
          <p:cNvPr id="389" name="Google Shape;389;p23"/>
          <p:cNvPicPr preferRelativeResize="0"/>
          <p:nvPr/>
        </p:nvPicPr>
        <p:blipFill>
          <a:blip r:embed="rId2">
            <a:alphaModFix amt="40000"/>
          </a:blip>
          <a:stretch>
            <a:fillRect/>
          </a:stretch>
        </p:blipFill>
        <p:spPr>
          <a:xfrm rot="10800000">
            <a:off x="50" y="1339"/>
            <a:ext cx="9143998" cy="5140822"/>
          </a:xfrm>
          <a:prstGeom prst="rect">
            <a:avLst/>
          </a:prstGeom>
          <a:noFill/>
          <a:ln>
            <a:noFill/>
          </a:ln>
        </p:spPr>
      </p:pic>
      <p:sp>
        <p:nvSpPr>
          <p:cNvPr id="390" name="Google Shape;390;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91" name="Google Shape;391;p23"/>
          <p:cNvGrpSpPr/>
          <p:nvPr/>
        </p:nvGrpSpPr>
        <p:grpSpPr>
          <a:xfrm>
            <a:off x="-1165775" y="-1300104"/>
            <a:ext cx="11252018" cy="7546277"/>
            <a:chOff x="-1165775" y="-1300104"/>
            <a:chExt cx="11252018" cy="7546277"/>
          </a:xfrm>
        </p:grpSpPr>
        <p:sp>
          <p:nvSpPr>
            <p:cNvPr id="392" name="Google Shape;392;p23"/>
            <p:cNvSpPr/>
            <p:nvPr/>
          </p:nvSpPr>
          <p:spPr>
            <a:xfrm rot="10800000">
              <a:off x="6676025" y="-1300104"/>
              <a:ext cx="1835100" cy="18351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393" name="Google Shape;393;p23"/>
            <p:cNvSpPr/>
            <p:nvPr/>
          </p:nvSpPr>
          <p:spPr>
            <a:xfrm rot="-9448056" flipH="1">
              <a:off x="6787272" y="150808"/>
              <a:ext cx="235671" cy="235660"/>
            </a:xfrm>
            <a:custGeom>
              <a:avLst/>
              <a:gdLst/>
              <a:ahLst/>
              <a:cxnLst/>
              <a:rect l="l" t="t" r="r" b="b"/>
              <a:pathLst>
                <a:path w="115" h="115" extrusionOk="0">
                  <a:moveTo>
                    <a:pt x="115" y="47"/>
                  </a:moveTo>
                  <a:lnTo>
                    <a:pt x="68" y="115"/>
                  </a:lnTo>
                  <a:lnTo>
                    <a:pt x="0" y="69"/>
                  </a:lnTo>
                  <a:lnTo>
                    <a:pt x="47" y="0"/>
                  </a:lnTo>
                  <a:lnTo>
                    <a:pt x="115" y="4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94" name="Google Shape;394;p23"/>
            <p:cNvSpPr/>
            <p:nvPr/>
          </p:nvSpPr>
          <p:spPr>
            <a:xfrm rot="10800000">
              <a:off x="8161461" y="152400"/>
              <a:ext cx="194190" cy="192685"/>
            </a:xfrm>
            <a:custGeom>
              <a:avLst/>
              <a:gdLst/>
              <a:ahLst/>
              <a:cxnLst/>
              <a:rect l="l" t="t" r="r" b="b"/>
              <a:pathLst>
                <a:path w="129" h="128" extrusionOk="0">
                  <a:moveTo>
                    <a:pt x="129" y="52"/>
                  </a:moveTo>
                  <a:lnTo>
                    <a:pt x="76" y="128"/>
                  </a:lnTo>
                  <a:lnTo>
                    <a:pt x="0" y="76"/>
                  </a:lnTo>
                  <a:lnTo>
                    <a:pt x="53" y="0"/>
                  </a:lnTo>
                  <a:lnTo>
                    <a:pt x="129" y="52"/>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95" name="Google Shape;395;p23"/>
            <p:cNvSpPr/>
            <p:nvPr/>
          </p:nvSpPr>
          <p:spPr>
            <a:xfrm>
              <a:off x="-1165775" y="1541575"/>
              <a:ext cx="1749300" cy="174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grpSp>
          <p:nvGrpSpPr>
            <p:cNvPr id="396" name="Google Shape;396;p23"/>
            <p:cNvGrpSpPr/>
            <p:nvPr/>
          </p:nvGrpSpPr>
          <p:grpSpPr>
            <a:xfrm>
              <a:off x="236564" y="4704145"/>
              <a:ext cx="287205" cy="202895"/>
              <a:chOff x="4880239" y="4742045"/>
              <a:chExt cx="287205" cy="202895"/>
            </a:xfrm>
          </p:grpSpPr>
          <p:sp>
            <p:nvSpPr>
              <p:cNvPr id="397" name="Google Shape;397;p23"/>
              <p:cNvSpPr/>
              <p:nvPr/>
            </p:nvSpPr>
            <p:spPr>
              <a:xfrm rot="1352049" flipH="1">
                <a:off x="4900333" y="4793890"/>
                <a:ext cx="130954" cy="130956"/>
              </a:xfrm>
              <a:custGeom>
                <a:avLst/>
                <a:gdLst/>
                <a:ahLst/>
                <a:cxnLst/>
                <a:rect l="l" t="t" r="r" b="b"/>
                <a:pathLst>
                  <a:path w="108" h="108" extrusionOk="0">
                    <a:moveTo>
                      <a:pt x="78" y="13"/>
                    </a:moveTo>
                    <a:cubicBezTo>
                      <a:pt x="100" y="26"/>
                      <a:pt x="108" y="55"/>
                      <a:pt x="96" y="77"/>
                    </a:cubicBezTo>
                    <a:cubicBezTo>
                      <a:pt x="83" y="100"/>
                      <a:pt x="54" y="108"/>
                      <a:pt x="31" y="95"/>
                    </a:cubicBezTo>
                    <a:cubicBezTo>
                      <a:pt x="8" y="82"/>
                      <a:pt x="0" y="53"/>
                      <a:pt x="13" y="31"/>
                    </a:cubicBezTo>
                    <a:cubicBezTo>
                      <a:pt x="26" y="8"/>
                      <a:pt x="55" y="0"/>
                      <a:pt x="78" y="13"/>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98" name="Google Shape;398;p23"/>
              <p:cNvSpPr/>
              <p:nvPr/>
            </p:nvSpPr>
            <p:spPr>
              <a:xfrm rot="1352051" flipH="1">
                <a:off x="5077358" y="4754110"/>
                <a:ext cx="78315" cy="77033"/>
              </a:xfrm>
              <a:custGeom>
                <a:avLst/>
                <a:gdLst/>
                <a:ahLst/>
                <a:cxnLst/>
                <a:rect l="l" t="t" r="r" b="b"/>
                <a:pathLst>
                  <a:path w="65" h="64" extrusionOk="0">
                    <a:moveTo>
                      <a:pt x="46" y="7"/>
                    </a:moveTo>
                    <a:cubicBezTo>
                      <a:pt x="60" y="15"/>
                      <a:pt x="65" y="32"/>
                      <a:pt x="57" y="46"/>
                    </a:cubicBezTo>
                    <a:cubicBezTo>
                      <a:pt x="49" y="59"/>
                      <a:pt x="32" y="64"/>
                      <a:pt x="18" y="56"/>
                    </a:cubicBezTo>
                    <a:cubicBezTo>
                      <a:pt x="5" y="49"/>
                      <a:pt x="0" y="32"/>
                      <a:pt x="8" y="18"/>
                    </a:cubicBezTo>
                    <a:cubicBezTo>
                      <a:pt x="15" y="4"/>
                      <a:pt x="33" y="0"/>
                      <a:pt x="46" y="7"/>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399" name="Google Shape;399;p23"/>
            <p:cNvSpPr/>
            <p:nvPr/>
          </p:nvSpPr>
          <p:spPr>
            <a:xfrm rot="900112">
              <a:off x="8338061" y="4497992"/>
              <a:ext cx="1571563" cy="1571563"/>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400" name="Google Shape;400;p23"/>
            <p:cNvSpPr/>
            <p:nvPr/>
          </p:nvSpPr>
          <p:spPr>
            <a:xfrm rot="7844244" flipH="1">
              <a:off x="8616777" y="4531990"/>
              <a:ext cx="169382" cy="169372"/>
            </a:xfrm>
            <a:custGeom>
              <a:avLst/>
              <a:gdLst/>
              <a:ahLst/>
              <a:cxnLst/>
              <a:rect l="l" t="t" r="r" b="b"/>
              <a:pathLst>
                <a:path w="99" h="99" extrusionOk="0">
                  <a:moveTo>
                    <a:pt x="64" y="47"/>
                  </a:moveTo>
                  <a:lnTo>
                    <a:pt x="99" y="85"/>
                  </a:lnTo>
                  <a:lnTo>
                    <a:pt x="52" y="64"/>
                  </a:lnTo>
                  <a:lnTo>
                    <a:pt x="13" y="99"/>
                  </a:lnTo>
                  <a:lnTo>
                    <a:pt x="35" y="51"/>
                  </a:lnTo>
                  <a:lnTo>
                    <a:pt x="0" y="13"/>
                  </a:lnTo>
                  <a:lnTo>
                    <a:pt x="47" y="35"/>
                  </a:lnTo>
                  <a:lnTo>
                    <a:pt x="86" y="0"/>
                  </a:lnTo>
                  <a:lnTo>
                    <a:pt x="64" y="4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401" name="Google Shape;401;p23"/>
            <p:cNvGrpSpPr/>
            <p:nvPr/>
          </p:nvGrpSpPr>
          <p:grpSpPr>
            <a:xfrm>
              <a:off x="131315" y="1616068"/>
              <a:ext cx="189673" cy="183653"/>
              <a:chOff x="861601" y="2668549"/>
              <a:chExt cx="219758" cy="212783"/>
            </a:xfrm>
          </p:grpSpPr>
          <p:sp>
            <p:nvSpPr>
              <p:cNvPr id="402" name="Google Shape;402;p23"/>
              <p:cNvSpPr/>
              <p:nvPr/>
            </p:nvSpPr>
            <p:spPr>
              <a:xfrm>
                <a:off x="940087" y="2668549"/>
                <a:ext cx="64533" cy="212783"/>
              </a:xfrm>
              <a:custGeom>
                <a:avLst/>
                <a:gdLst/>
                <a:ahLst/>
                <a:cxnLst/>
                <a:rect l="l" t="t" r="r" b="b"/>
                <a:pathLst>
                  <a:path w="37" h="122" extrusionOk="0">
                    <a:moveTo>
                      <a:pt x="0" y="120"/>
                    </a:moveTo>
                    <a:lnTo>
                      <a:pt x="17" y="0"/>
                    </a:lnTo>
                    <a:lnTo>
                      <a:pt x="37" y="3"/>
                    </a:lnTo>
                    <a:lnTo>
                      <a:pt x="19" y="122"/>
                    </a:lnTo>
                    <a:lnTo>
                      <a:pt x="0" y="12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03" name="Google Shape;403;p23"/>
              <p:cNvSpPr/>
              <p:nvPr/>
            </p:nvSpPr>
            <p:spPr>
              <a:xfrm>
                <a:off x="861601" y="2743547"/>
                <a:ext cx="219758" cy="64533"/>
              </a:xfrm>
              <a:custGeom>
                <a:avLst/>
                <a:gdLst/>
                <a:ahLst/>
                <a:cxnLst/>
                <a:rect l="l" t="t" r="r" b="b"/>
                <a:pathLst>
                  <a:path w="126" h="37" extrusionOk="0">
                    <a:moveTo>
                      <a:pt x="0" y="19"/>
                    </a:moveTo>
                    <a:lnTo>
                      <a:pt x="4" y="0"/>
                    </a:lnTo>
                    <a:lnTo>
                      <a:pt x="126" y="16"/>
                    </a:lnTo>
                    <a:lnTo>
                      <a:pt x="123" y="37"/>
                    </a:lnTo>
                    <a:lnTo>
                      <a:pt x="0" y="19"/>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404" name="Google Shape;404;p23"/>
            <p:cNvSpPr/>
            <p:nvPr/>
          </p:nvSpPr>
          <p:spPr>
            <a:xfrm>
              <a:off x="8687113" y="1526925"/>
              <a:ext cx="361950" cy="361950"/>
            </a:xfrm>
            <a:custGeom>
              <a:avLst/>
              <a:gdLst/>
              <a:ahLst/>
              <a:cxnLst/>
              <a:rect l="l" t="t" r="r" b="b"/>
              <a:pathLst>
                <a:path w="228" h="228" extrusionOk="0">
                  <a:moveTo>
                    <a:pt x="127" y="228"/>
                  </a:moveTo>
                  <a:lnTo>
                    <a:pt x="0" y="126"/>
                  </a:lnTo>
                  <a:lnTo>
                    <a:pt x="103" y="0"/>
                  </a:lnTo>
                  <a:lnTo>
                    <a:pt x="228" y="103"/>
                  </a:lnTo>
                  <a:lnTo>
                    <a:pt x="127" y="228"/>
                  </a:lnTo>
                  <a:close/>
                  <a:moveTo>
                    <a:pt x="13" y="125"/>
                  </a:moveTo>
                  <a:lnTo>
                    <a:pt x="125" y="215"/>
                  </a:lnTo>
                  <a:lnTo>
                    <a:pt x="215" y="104"/>
                  </a:lnTo>
                  <a:lnTo>
                    <a:pt x="105" y="13"/>
                  </a:lnTo>
                  <a:lnTo>
                    <a:pt x="13" y="125"/>
                  </a:lnTo>
                  <a:close/>
                  <a:moveTo>
                    <a:pt x="121" y="186"/>
                  </a:moveTo>
                  <a:lnTo>
                    <a:pt x="44" y="121"/>
                  </a:lnTo>
                  <a:lnTo>
                    <a:pt x="107" y="44"/>
                  </a:lnTo>
                  <a:lnTo>
                    <a:pt x="186" y="107"/>
                  </a:lnTo>
                  <a:lnTo>
                    <a:pt x="121" y="186"/>
                  </a:lnTo>
                  <a:close/>
                  <a:moveTo>
                    <a:pt x="56" y="120"/>
                  </a:moveTo>
                  <a:lnTo>
                    <a:pt x="120" y="173"/>
                  </a:lnTo>
                  <a:lnTo>
                    <a:pt x="173" y="108"/>
                  </a:lnTo>
                  <a:lnTo>
                    <a:pt x="109" y="55"/>
                  </a:lnTo>
                  <a:lnTo>
                    <a:pt x="56" y="12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05" name="Google Shape;405;p23"/>
            <p:cNvSpPr/>
            <p:nvPr/>
          </p:nvSpPr>
          <p:spPr>
            <a:xfrm rot="-387682">
              <a:off x="4707787" y="4881275"/>
              <a:ext cx="135735" cy="135734"/>
            </a:xfrm>
            <a:custGeom>
              <a:avLst/>
              <a:gdLst/>
              <a:ahLst/>
              <a:cxnLst/>
              <a:rect l="l" t="t" r="r" b="b"/>
              <a:pathLst>
                <a:path w="70" h="70" extrusionOk="0">
                  <a:moveTo>
                    <a:pt x="35" y="0"/>
                  </a:moveTo>
                  <a:cubicBezTo>
                    <a:pt x="55" y="0"/>
                    <a:pt x="70" y="16"/>
                    <a:pt x="70" y="35"/>
                  </a:cubicBezTo>
                  <a:cubicBezTo>
                    <a:pt x="70" y="54"/>
                    <a:pt x="55" y="70"/>
                    <a:pt x="35" y="70"/>
                  </a:cubicBezTo>
                  <a:cubicBezTo>
                    <a:pt x="16" y="70"/>
                    <a:pt x="0" y="54"/>
                    <a:pt x="0" y="35"/>
                  </a:cubicBezTo>
                  <a:cubicBezTo>
                    <a:pt x="0" y="16"/>
                    <a:pt x="16" y="0"/>
                    <a:pt x="35" y="0"/>
                  </a:cubicBezTo>
                  <a:close/>
                  <a:moveTo>
                    <a:pt x="57" y="35"/>
                  </a:moveTo>
                  <a:cubicBezTo>
                    <a:pt x="57" y="23"/>
                    <a:pt x="47" y="13"/>
                    <a:pt x="35" y="13"/>
                  </a:cubicBezTo>
                  <a:cubicBezTo>
                    <a:pt x="23" y="13"/>
                    <a:pt x="13" y="23"/>
                    <a:pt x="13" y="35"/>
                  </a:cubicBezTo>
                  <a:cubicBezTo>
                    <a:pt x="13" y="47"/>
                    <a:pt x="23" y="57"/>
                    <a:pt x="35" y="57"/>
                  </a:cubicBezTo>
                  <a:cubicBezTo>
                    <a:pt x="47" y="57"/>
                    <a:pt x="57" y="47"/>
                    <a:pt x="57" y="35"/>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439"/>
        <p:cNvGrpSpPr/>
        <p:nvPr/>
      </p:nvGrpSpPr>
      <p:grpSpPr>
        <a:xfrm>
          <a:off x="0" y="0"/>
          <a:ext cx="0" cy="0"/>
          <a:chOff x="0" y="0"/>
          <a:chExt cx="0" cy="0"/>
        </a:xfrm>
      </p:grpSpPr>
      <p:pic>
        <p:nvPicPr>
          <p:cNvPr id="440" name="Google Shape;440;p26"/>
          <p:cNvPicPr preferRelativeResize="0"/>
          <p:nvPr/>
        </p:nvPicPr>
        <p:blipFill>
          <a:blip r:embed="rId2">
            <a:alphaModFix amt="40000"/>
          </a:blip>
          <a:stretch>
            <a:fillRect/>
          </a:stretch>
        </p:blipFill>
        <p:spPr>
          <a:xfrm>
            <a:off x="50" y="1339"/>
            <a:ext cx="9143998" cy="5140822"/>
          </a:xfrm>
          <a:prstGeom prst="rect">
            <a:avLst/>
          </a:prstGeom>
          <a:noFill/>
          <a:ln>
            <a:noFill/>
          </a:ln>
        </p:spPr>
      </p:pic>
      <p:grpSp>
        <p:nvGrpSpPr>
          <p:cNvPr id="441" name="Google Shape;441;p26"/>
          <p:cNvGrpSpPr/>
          <p:nvPr/>
        </p:nvGrpSpPr>
        <p:grpSpPr>
          <a:xfrm>
            <a:off x="-856300" y="-2214350"/>
            <a:ext cx="11205018" cy="7684699"/>
            <a:chOff x="-856300" y="-2214350"/>
            <a:chExt cx="11205018" cy="7684699"/>
          </a:xfrm>
        </p:grpSpPr>
        <p:sp>
          <p:nvSpPr>
            <p:cNvPr id="442" name="Google Shape;442;p26"/>
            <p:cNvSpPr/>
            <p:nvPr/>
          </p:nvSpPr>
          <p:spPr>
            <a:xfrm rot="10800000">
              <a:off x="6602775" y="-2214350"/>
              <a:ext cx="2871600" cy="28716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grpSp>
          <p:nvGrpSpPr>
            <p:cNvPr id="443" name="Google Shape;443;p26"/>
            <p:cNvGrpSpPr/>
            <p:nvPr/>
          </p:nvGrpSpPr>
          <p:grpSpPr>
            <a:xfrm rot="10390621">
              <a:off x="8559848" y="419201"/>
              <a:ext cx="193671" cy="187322"/>
              <a:chOff x="1053101" y="4428650"/>
              <a:chExt cx="193675" cy="187325"/>
            </a:xfrm>
          </p:grpSpPr>
          <p:sp>
            <p:nvSpPr>
              <p:cNvPr id="444" name="Google Shape;444;p26"/>
              <p:cNvSpPr/>
              <p:nvPr/>
            </p:nvSpPr>
            <p:spPr>
              <a:xfrm>
                <a:off x="1097551" y="4428650"/>
                <a:ext cx="104775" cy="187325"/>
              </a:xfrm>
              <a:custGeom>
                <a:avLst/>
                <a:gdLst/>
                <a:ahLst/>
                <a:cxnLst/>
                <a:rect l="l" t="t" r="r" b="b"/>
                <a:pathLst>
                  <a:path w="66" h="118" extrusionOk="0">
                    <a:moveTo>
                      <a:pt x="48" y="118"/>
                    </a:moveTo>
                    <a:lnTo>
                      <a:pt x="0" y="8"/>
                    </a:lnTo>
                    <a:lnTo>
                      <a:pt x="18" y="0"/>
                    </a:lnTo>
                    <a:lnTo>
                      <a:pt x="66" y="111"/>
                    </a:lnTo>
                    <a:lnTo>
                      <a:pt x="48" y="118"/>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45" name="Google Shape;445;p26"/>
              <p:cNvSpPr/>
              <p:nvPr/>
            </p:nvSpPr>
            <p:spPr>
              <a:xfrm>
                <a:off x="1053101" y="4469925"/>
                <a:ext cx="193675" cy="106363"/>
              </a:xfrm>
              <a:custGeom>
                <a:avLst/>
                <a:gdLst/>
                <a:ahLst/>
                <a:cxnLst/>
                <a:rect l="l" t="t" r="r" b="b"/>
                <a:pathLst>
                  <a:path w="122" h="67" extrusionOk="0">
                    <a:moveTo>
                      <a:pt x="8" y="67"/>
                    </a:moveTo>
                    <a:lnTo>
                      <a:pt x="0" y="49"/>
                    </a:lnTo>
                    <a:lnTo>
                      <a:pt x="114" y="0"/>
                    </a:lnTo>
                    <a:lnTo>
                      <a:pt x="122" y="18"/>
                    </a:lnTo>
                    <a:lnTo>
                      <a:pt x="8" y="67"/>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446" name="Google Shape;446;p26"/>
            <p:cNvSpPr/>
            <p:nvPr/>
          </p:nvSpPr>
          <p:spPr>
            <a:xfrm rot="10800000">
              <a:off x="7752161" y="111056"/>
              <a:ext cx="309412" cy="308134"/>
            </a:xfrm>
            <a:custGeom>
              <a:avLst/>
              <a:gdLst/>
              <a:ahLst/>
              <a:cxnLst/>
              <a:rect l="l" t="t" r="r" b="b"/>
              <a:pathLst>
                <a:path w="241" h="240" extrusionOk="0">
                  <a:moveTo>
                    <a:pt x="241" y="121"/>
                  </a:moveTo>
                  <a:lnTo>
                    <a:pt x="162" y="144"/>
                  </a:lnTo>
                  <a:lnTo>
                    <a:pt x="184" y="222"/>
                  </a:lnTo>
                  <a:lnTo>
                    <a:pt x="119" y="240"/>
                  </a:lnTo>
                  <a:lnTo>
                    <a:pt x="98" y="161"/>
                  </a:lnTo>
                  <a:lnTo>
                    <a:pt x="18" y="182"/>
                  </a:lnTo>
                  <a:lnTo>
                    <a:pt x="0" y="118"/>
                  </a:lnTo>
                  <a:lnTo>
                    <a:pt x="80" y="96"/>
                  </a:lnTo>
                  <a:lnTo>
                    <a:pt x="58" y="18"/>
                  </a:lnTo>
                  <a:lnTo>
                    <a:pt x="122" y="0"/>
                  </a:lnTo>
                  <a:lnTo>
                    <a:pt x="144" y="79"/>
                  </a:lnTo>
                  <a:lnTo>
                    <a:pt x="223" y="57"/>
                  </a:lnTo>
                  <a:lnTo>
                    <a:pt x="241" y="121"/>
                  </a:lnTo>
                  <a:close/>
                  <a:moveTo>
                    <a:pt x="148" y="135"/>
                  </a:moveTo>
                  <a:lnTo>
                    <a:pt x="227" y="113"/>
                  </a:lnTo>
                  <a:lnTo>
                    <a:pt x="216" y="71"/>
                  </a:lnTo>
                  <a:lnTo>
                    <a:pt x="136" y="93"/>
                  </a:lnTo>
                  <a:lnTo>
                    <a:pt x="115" y="14"/>
                  </a:lnTo>
                  <a:lnTo>
                    <a:pt x="71" y="26"/>
                  </a:lnTo>
                  <a:lnTo>
                    <a:pt x="93" y="105"/>
                  </a:lnTo>
                  <a:lnTo>
                    <a:pt x="15" y="127"/>
                  </a:lnTo>
                  <a:lnTo>
                    <a:pt x="26" y="169"/>
                  </a:lnTo>
                  <a:lnTo>
                    <a:pt x="105" y="147"/>
                  </a:lnTo>
                  <a:lnTo>
                    <a:pt x="127" y="226"/>
                  </a:lnTo>
                  <a:lnTo>
                    <a:pt x="169" y="214"/>
                  </a:lnTo>
                  <a:lnTo>
                    <a:pt x="148" y="135"/>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47" name="Google Shape;447;p26"/>
            <p:cNvSpPr/>
            <p:nvPr/>
          </p:nvSpPr>
          <p:spPr>
            <a:xfrm>
              <a:off x="-856300" y="-439875"/>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grpSp>
          <p:nvGrpSpPr>
            <p:cNvPr id="448" name="Google Shape;448;p26"/>
            <p:cNvGrpSpPr/>
            <p:nvPr/>
          </p:nvGrpSpPr>
          <p:grpSpPr>
            <a:xfrm>
              <a:off x="160040" y="3697718"/>
              <a:ext cx="189673" cy="183653"/>
              <a:chOff x="703450" y="6658498"/>
              <a:chExt cx="219758" cy="212783"/>
            </a:xfrm>
          </p:grpSpPr>
          <p:sp>
            <p:nvSpPr>
              <p:cNvPr id="449" name="Google Shape;449;p26"/>
              <p:cNvSpPr/>
              <p:nvPr/>
            </p:nvSpPr>
            <p:spPr>
              <a:xfrm>
                <a:off x="781936" y="6658498"/>
                <a:ext cx="64533" cy="212783"/>
              </a:xfrm>
              <a:custGeom>
                <a:avLst/>
                <a:gdLst/>
                <a:ahLst/>
                <a:cxnLst/>
                <a:rect l="l" t="t" r="r" b="b"/>
                <a:pathLst>
                  <a:path w="37" h="122" extrusionOk="0">
                    <a:moveTo>
                      <a:pt x="0" y="120"/>
                    </a:moveTo>
                    <a:lnTo>
                      <a:pt x="17" y="0"/>
                    </a:lnTo>
                    <a:lnTo>
                      <a:pt x="37" y="3"/>
                    </a:lnTo>
                    <a:lnTo>
                      <a:pt x="19" y="122"/>
                    </a:lnTo>
                    <a:lnTo>
                      <a:pt x="0" y="12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50" name="Google Shape;450;p26"/>
              <p:cNvSpPr/>
              <p:nvPr/>
            </p:nvSpPr>
            <p:spPr>
              <a:xfrm>
                <a:off x="703450" y="6733496"/>
                <a:ext cx="219758" cy="64533"/>
              </a:xfrm>
              <a:custGeom>
                <a:avLst/>
                <a:gdLst/>
                <a:ahLst/>
                <a:cxnLst/>
                <a:rect l="l" t="t" r="r" b="b"/>
                <a:pathLst>
                  <a:path w="126" h="37" extrusionOk="0">
                    <a:moveTo>
                      <a:pt x="0" y="19"/>
                    </a:moveTo>
                    <a:lnTo>
                      <a:pt x="4" y="0"/>
                    </a:lnTo>
                    <a:lnTo>
                      <a:pt x="126" y="16"/>
                    </a:lnTo>
                    <a:lnTo>
                      <a:pt x="123" y="37"/>
                    </a:lnTo>
                    <a:lnTo>
                      <a:pt x="0" y="19"/>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451" name="Google Shape;451;p26"/>
            <p:cNvSpPr/>
            <p:nvPr/>
          </p:nvSpPr>
          <p:spPr>
            <a:xfrm>
              <a:off x="618000" y="220973"/>
              <a:ext cx="194190" cy="192685"/>
            </a:xfrm>
            <a:custGeom>
              <a:avLst/>
              <a:gdLst/>
              <a:ahLst/>
              <a:cxnLst/>
              <a:rect l="l" t="t" r="r" b="b"/>
              <a:pathLst>
                <a:path w="129" h="128" extrusionOk="0">
                  <a:moveTo>
                    <a:pt x="129" y="52"/>
                  </a:moveTo>
                  <a:lnTo>
                    <a:pt x="76" y="128"/>
                  </a:lnTo>
                  <a:lnTo>
                    <a:pt x="0" y="76"/>
                  </a:lnTo>
                  <a:lnTo>
                    <a:pt x="53" y="0"/>
                  </a:lnTo>
                  <a:lnTo>
                    <a:pt x="129" y="52"/>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52" name="Google Shape;452;p26"/>
            <p:cNvSpPr/>
            <p:nvPr/>
          </p:nvSpPr>
          <p:spPr>
            <a:xfrm rot="-4499888">
              <a:off x="8600536" y="3722167"/>
              <a:ext cx="1571563" cy="1571563"/>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453" name="Google Shape;453;p26"/>
            <p:cNvSpPr/>
            <p:nvPr/>
          </p:nvSpPr>
          <p:spPr>
            <a:xfrm rot="2444244" flipH="1">
              <a:off x="8634530" y="4845638"/>
              <a:ext cx="169382" cy="169372"/>
            </a:xfrm>
            <a:custGeom>
              <a:avLst/>
              <a:gdLst/>
              <a:ahLst/>
              <a:cxnLst/>
              <a:rect l="l" t="t" r="r" b="b"/>
              <a:pathLst>
                <a:path w="99" h="99" extrusionOk="0">
                  <a:moveTo>
                    <a:pt x="64" y="47"/>
                  </a:moveTo>
                  <a:lnTo>
                    <a:pt x="99" y="85"/>
                  </a:lnTo>
                  <a:lnTo>
                    <a:pt x="52" y="64"/>
                  </a:lnTo>
                  <a:lnTo>
                    <a:pt x="13" y="99"/>
                  </a:lnTo>
                  <a:lnTo>
                    <a:pt x="35" y="51"/>
                  </a:lnTo>
                  <a:lnTo>
                    <a:pt x="0" y="13"/>
                  </a:lnTo>
                  <a:lnTo>
                    <a:pt x="47" y="35"/>
                  </a:lnTo>
                  <a:lnTo>
                    <a:pt x="86" y="0"/>
                  </a:lnTo>
                  <a:lnTo>
                    <a:pt x="64" y="4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454" name="Google Shape;454;p26"/>
            <p:cNvGrpSpPr/>
            <p:nvPr/>
          </p:nvGrpSpPr>
          <p:grpSpPr>
            <a:xfrm rot="-4500040">
              <a:off x="8792942" y="3776837"/>
              <a:ext cx="240303" cy="376869"/>
              <a:chOff x="7448765" y="3472610"/>
              <a:chExt cx="240311" cy="376881"/>
            </a:xfrm>
          </p:grpSpPr>
          <p:sp>
            <p:nvSpPr>
              <p:cNvPr id="455" name="Google Shape;455;p26"/>
              <p:cNvSpPr/>
              <p:nvPr/>
            </p:nvSpPr>
            <p:spPr>
              <a:xfrm rot="1351640" flipH="1">
                <a:off x="7466303" y="3490148"/>
                <a:ext cx="114323" cy="114323"/>
              </a:xfrm>
              <a:prstGeom prst="ellipse">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56" name="Google Shape;456;p26"/>
              <p:cNvSpPr/>
              <p:nvPr/>
            </p:nvSpPr>
            <p:spPr>
              <a:xfrm rot="1354910" flipH="1">
                <a:off x="7608860" y="3769275"/>
                <a:ext cx="69531" cy="69531"/>
              </a:xfrm>
              <a:prstGeom prst="ellipse">
                <a:avLst/>
              </a:pr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457" name="Google Shape;457;p26"/>
            <p:cNvSpPr/>
            <p:nvPr/>
          </p:nvSpPr>
          <p:spPr>
            <a:xfrm rot="-9447953" flipH="1">
              <a:off x="4361651" y="206714"/>
              <a:ext cx="116831" cy="116833"/>
            </a:xfrm>
            <a:custGeom>
              <a:avLst/>
              <a:gdLst/>
              <a:ahLst/>
              <a:cxnLst/>
              <a:rect l="l" t="t" r="r" b="b"/>
              <a:pathLst>
                <a:path w="97" h="97" extrusionOk="0">
                  <a:moveTo>
                    <a:pt x="48" y="0"/>
                  </a:moveTo>
                  <a:cubicBezTo>
                    <a:pt x="22" y="0"/>
                    <a:pt x="0" y="22"/>
                    <a:pt x="0" y="49"/>
                  </a:cubicBezTo>
                  <a:cubicBezTo>
                    <a:pt x="0" y="76"/>
                    <a:pt x="22" y="97"/>
                    <a:pt x="48" y="97"/>
                  </a:cubicBezTo>
                  <a:cubicBezTo>
                    <a:pt x="75" y="97"/>
                    <a:pt x="97" y="76"/>
                    <a:pt x="97" y="49"/>
                  </a:cubicBezTo>
                  <a:cubicBezTo>
                    <a:pt x="97" y="22"/>
                    <a:pt x="75" y="0"/>
                    <a:pt x="48" y="0"/>
                  </a:cubicBezTo>
                  <a:close/>
                  <a:moveTo>
                    <a:pt x="48" y="79"/>
                  </a:moveTo>
                  <a:cubicBezTo>
                    <a:pt x="32" y="79"/>
                    <a:pt x="18" y="66"/>
                    <a:pt x="18" y="49"/>
                  </a:cubicBezTo>
                  <a:cubicBezTo>
                    <a:pt x="18" y="32"/>
                    <a:pt x="32" y="18"/>
                    <a:pt x="48" y="18"/>
                  </a:cubicBezTo>
                  <a:cubicBezTo>
                    <a:pt x="65" y="18"/>
                    <a:pt x="79" y="32"/>
                    <a:pt x="79" y="49"/>
                  </a:cubicBezTo>
                  <a:cubicBezTo>
                    <a:pt x="79" y="66"/>
                    <a:pt x="65" y="79"/>
                    <a:pt x="48" y="79"/>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58" name="Google Shape;458;p26"/>
            <p:cNvSpPr/>
            <p:nvPr/>
          </p:nvSpPr>
          <p:spPr>
            <a:xfrm rot="4005251">
              <a:off x="2858952" y="4776247"/>
              <a:ext cx="309412" cy="308134"/>
            </a:xfrm>
            <a:custGeom>
              <a:avLst/>
              <a:gdLst/>
              <a:ahLst/>
              <a:cxnLst/>
              <a:rect l="l" t="t" r="r" b="b"/>
              <a:pathLst>
                <a:path w="241" h="240" extrusionOk="0">
                  <a:moveTo>
                    <a:pt x="241" y="121"/>
                  </a:moveTo>
                  <a:lnTo>
                    <a:pt x="162" y="144"/>
                  </a:lnTo>
                  <a:lnTo>
                    <a:pt x="184" y="222"/>
                  </a:lnTo>
                  <a:lnTo>
                    <a:pt x="119" y="240"/>
                  </a:lnTo>
                  <a:lnTo>
                    <a:pt x="98" y="161"/>
                  </a:lnTo>
                  <a:lnTo>
                    <a:pt x="18" y="182"/>
                  </a:lnTo>
                  <a:lnTo>
                    <a:pt x="0" y="118"/>
                  </a:lnTo>
                  <a:lnTo>
                    <a:pt x="80" y="96"/>
                  </a:lnTo>
                  <a:lnTo>
                    <a:pt x="58" y="18"/>
                  </a:lnTo>
                  <a:lnTo>
                    <a:pt x="122" y="0"/>
                  </a:lnTo>
                  <a:lnTo>
                    <a:pt x="144" y="79"/>
                  </a:lnTo>
                  <a:lnTo>
                    <a:pt x="223" y="57"/>
                  </a:lnTo>
                  <a:lnTo>
                    <a:pt x="241" y="121"/>
                  </a:lnTo>
                  <a:close/>
                  <a:moveTo>
                    <a:pt x="148" y="135"/>
                  </a:moveTo>
                  <a:lnTo>
                    <a:pt x="227" y="113"/>
                  </a:lnTo>
                  <a:lnTo>
                    <a:pt x="216" y="71"/>
                  </a:lnTo>
                  <a:lnTo>
                    <a:pt x="136" y="93"/>
                  </a:lnTo>
                  <a:lnTo>
                    <a:pt x="115" y="14"/>
                  </a:lnTo>
                  <a:lnTo>
                    <a:pt x="71" y="26"/>
                  </a:lnTo>
                  <a:lnTo>
                    <a:pt x="93" y="105"/>
                  </a:lnTo>
                  <a:lnTo>
                    <a:pt x="15" y="127"/>
                  </a:lnTo>
                  <a:lnTo>
                    <a:pt x="26" y="169"/>
                  </a:lnTo>
                  <a:lnTo>
                    <a:pt x="105" y="147"/>
                  </a:lnTo>
                  <a:lnTo>
                    <a:pt x="127" y="226"/>
                  </a:lnTo>
                  <a:lnTo>
                    <a:pt x="169" y="214"/>
                  </a:lnTo>
                  <a:lnTo>
                    <a:pt x="148" y="135"/>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59"/>
        <p:cNvGrpSpPr/>
        <p:nvPr/>
      </p:nvGrpSpPr>
      <p:grpSpPr>
        <a:xfrm>
          <a:off x="0" y="0"/>
          <a:ext cx="0" cy="0"/>
          <a:chOff x="0" y="0"/>
          <a:chExt cx="0" cy="0"/>
        </a:xfrm>
      </p:grpSpPr>
      <p:pic>
        <p:nvPicPr>
          <p:cNvPr id="460" name="Google Shape;460;p27"/>
          <p:cNvPicPr preferRelativeResize="0"/>
          <p:nvPr/>
        </p:nvPicPr>
        <p:blipFill>
          <a:blip r:embed="rId2">
            <a:alphaModFix amt="40000"/>
          </a:blip>
          <a:stretch>
            <a:fillRect/>
          </a:stretch>
        </p:blipFill>
        <p:spPr>
          <a:xfrm rot="10800000">
            <a:off x="50" y="1339"/>
            <a:ext cx="9143998" cy="5140822"/>
          </a:xfrm>
          <a:prstGeom prst="rect">
            <a:avLst/>
          </a:prstGeom>
          <a:noFill/>
          <a:ln>
            <a:noFill/>
          </a:ln>
        </p:spPr>
      </p:pic>
      <p:grpSp>
        <p:nvGrpSpPr>
          <p:cNvPr id="461" name="Google Shape;461;p27"/>
          <p:cNvGrpSpPr/>
          <p:nvPr/>
        </p:nvGrpSpPr>
        <p:grpSpPr>
          <a:xfrm>
            <a:off x="-1165775" y="-1066575"/>
            <a:ext cx="11391534" cy="7249920"/>
            <a:chOff x="-1165775" y="-1066575"/>
            <a:chExt cx="11391534" cy="7249920"/>
          </a:xfrm>
        </p:grpSpPr>
        <p:sp>
          <p:nvSpPr>
            <p:cNvPr id="462" name="Google Shape;462;p27"/>
            <p:cNvSpPr/>
            <p:nvPr/>
          </p:nvSpPr>
          <p:spPr>
            <a:xfrm rot="10800000">
              <a:off x="7155475" y="-1066575"/>
              <a:ext cx="1571400" cy="1571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463" name="Google Shape;463;p27"/>
            <p:cNvSpPr/>
            <p:nvPr/>
          </p:nvSpPr>
          <p:spPr>
            <a:xfrm rot="-3855756" flipH="1">
              <a:off x="8437069" y="169379"/>
              <a:ext cx="169382" cy="169373"/>
            </a:xfrm>
            <a:custGeom>
              <a:avLst/>
              <a:gdLst/>
              <a:ahLst/>
              <a:cxnLst/>
              <a:rect l="l" t="t" r="r" b="b"/>
              <a:pathLst>
                <a:path w="99" h="99" extrusionOk="0">
                  <a:moveTo>
                    <a:pt x="64" y="47"/>
                  </a:moveTo>
                  <a:lnTo>
                    <a:pt x="99" y="85"/>
                  </a:lnTo>
                  <a:lnTo>
                    <a:pt x="52" y="64"/>
                  </a:lnTo>
                  <a:lnTo>
                    <a:pt x="13" y="99"/>
                  </a:lnTo>
                  <a:lnTo>
                    <a:pt x="35" y="51"/>
                  </a:lnTo>
                  <a:lnTo>
                    <a:pt x="0" y="13"/>
                  </a:lnTo>
                  <a:lnTo>
                    <a:pt x="47" y="35"/>
                  </a:lnTo>
                  <a:lnTo>
                    <a:pt x="86" y="0"/>
                  </a:lnTo>
                  <a:lnTo>
                    <a:pt x="64" y="4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464" name="Google Shape;464;p27"/>
            <p:cNvGrpSpPr/>
            <p:nvPr/>
          </p:nvGrpSpPr>
          <p:grpSpPr>
            <a:xfrm rot="10800000">
              <a:off x="7419075" y="127935"/>
              <a:ext cx="240311" cy="376881"/>
              <a:chOff x="7448765" y="3472610"/>
              <a:chExt cx="240311" cy="376881"/>
            </a:xfrm>
          </p:grpSpPr>
          <p:sp>
            <p:nvSpPr>
              <p:cNvPr id="465" name="Google Shape;465;p27"/>
              <p:cNvSpPr/>
              <p:nvPr/>
            </p:nvSpPr>
            <p:spPr>
              <a:xfrm rot="1351640" flipH="1">
                <a:off x="7466303" y="3490148"/>
                <a:ext cx="114323" cy="114323"/>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66" name="Google Shape;466;p27"/>
              <p:cNvSpPr/>
              <p:nvPr/>
            </p:nvSpPr>
            <p:spPr>
              <a:xfrm rot="1354910" flipH="1">
                <a:off x="7608860" y="3769275"/>
                <a:ext cx="69531" cy="69531"/>
              </a:xfrm>
              <a:prstGeom prst="ellipse">
                <a:avLst/>
              </a:pr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467" name="Google Shape;467;p27"/>
            <p:cNvSpPr/>
            <p:nvPr/>
          </p:nvSpPr>
          <p:spPr>
            <a:xfrm>
              <a:off x="-1165775" y="3024025"/>
              <a:ext cx="1749300" cy="17493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grpSp>
          <p:nvGrpSpPr>
            <p:cNvPr id="468" name="Google Shape;468;p27"/>
            <p:cNvGrpSpPr/>
            <p:nvPr/>
          </p:nvGrpSpPr>
          <p:grpSpPr>
            <a:xfrm>
              <a:off x="214614" y="1734645"/>
              <a:ext cx="287205" cy="202895"/>
              <a:chOff x="4973239" y="3061070"/>
              <a:chExt cx="287205" cy="202895"/>
            </a:xfrm>
          </p:grpSpPr>
          <p:sp>
            <p:nvSpPr>
              <p:cNvPr id="469" name="Google Shape;469;p27"/>
              <p:cNvSpPr/>
              <p:nvPr/>
            </p:nvSpPr>
            <p:spPr>
              <a:xfrm rot="1352049" flipH="1">
                <a:off x="4993333" y="3112915"/>
                <a:ext cx="130954" cy="130956"/>
              </a:xfrm>
              <a:custGeom>
                <a:avLst/>
                <a:gdLst/>
                <a:ahLst/>
                <a:cxnLst/>
                <a:rect l="l" t="t" r="r" b="b"/>
                <a:pathLst>
                  <a:path w="108" h="108" extrusionOk="0">
                    <a:moveTo>
                      <a:pt x="78" y="13"/>
                    </a:moveTo>
                    <a:cubicBezTo>
                      <a:pt x="100" y="26"/>
                      <a:pt x="108" y="55"/>
                      <a:pt x="96" y="77"/>
                    </a:cubicBezTo>
                    <a:cubicBezTo>
                      <a:pt x="83" y="100"/>
                      <a:pt x="54" y="108"/>
                      <a:pt x="31" y="95"/>
                    </a:cubicBezTo>
                    <a:cubicBezTo>
                      <a:pt x="8" y="82"/>
                      <a:pt x="0" y="53"/>
                      <a:pt x="13" y="31"/>
                    </a:cubicBezTo>
                    <a:cubicBezTo>
                      <a:pt x="26" y="8"/>
                      <a:pt x="55" y="0"/>
                      <a:pt x="78" y="13"/>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70" name="Google Shape;470;p27"/>
              <p:cNvSpPr/>
              <p:nvPr/>
            </p:nvSpPr>
            <p:spPr>
              <a:xfrm rot="1352051" flipH="1">
                <a:off x="5170358" y="3073135"/>
                <a:ext cx="78315" cy="77033"/>
              </a:xfrm>
              <a:custGeom>
                <a:avLst/>
                <a:gdLst/>
                <a:ahLst/>
                <a:cxnLst/>
                <a:rect l="l" t="t" r="r" b="b"/>
                <a:pathLst>
                  <a:path w="65" h="64" extrusionOk="0">
                    <a:moveTo>
                      <a:pt x="46" y="7"/>
                    </a:moveTo>
                    <a:cubicBezTo>
                      <a:pt x="60" y="15"/>
                      <a:pt x="65" y="32"/>
                      <a:pt x="57" y="46"/>
                    </a:cubicBezTo>
                    <a:cubicBezTo>
                      <a:pt x="49" y="59"/>
                      <a:pt x="32" y="64"/>
                      <a:pt x="18" y="56"/>
                    </a:cubicBezTo>
                    <a:cubicBezTo>
                      <a:pt x="5" y="49"/>
                      <a:pt x="0" y="32"/>
                      <a:pt x="8" y="18"/>
                    </a:cubicBezTo>
                    <a:cubicBezTo>
                      <a:pt x="15" y="4"/>
                      <a:pt x="33" y="0"/>
                      <a:pt x="46" y="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471" name="Google Shape;471;p27"/>
            <p:cNvSpPr/>
            <p:nvPr/>
          </p:nvSpPr>
          <p:spPr>
            <a:xfrm rot="4507201">
              <a:off x="8479063" y="4436649"/>
              <a:ext cx="1571292" cy="1571292"/>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472" name="Google Shape;472;p27"/>
            <p:cNvSpPr/>
            <p:nvPr/>
          </p:nvSpPr>
          <p:spPr>
            <a:xfrm rot="8576189" flipH="1">
              <a:off x="8608491" y="4577228"/>
              <a:ext cx="178649" cy="178651"/>
            </a:xfrm>
            <a:custGeom>
              <a:avLst/>
              <a:gdLst/>
              <a:ahLst/>
              <a:cxnLst/>
              <a:rect l="l" t="t" r="r" b="b"/>
              <a:pathLst>
                <a:path w="99" h="99" extrusionOk="0">
                  <a:moveTo>
                    <a:pt x="64" y="47"/>
                  </a:moveTo>
                  <a:lnTo>
                    <a:pt x="99" y="85"/>
                  </a:lnTo>
                  <a:lnTo>
                    <a:pt x="52" y="64"/>
                  </a:lnTo>
                  <a:lnTo>
                    <a:pt x="13" y="99"/>
                  </a:lnTo>
                  <a:lnTo>
                    <a:pt x="35" y="51"/>
                  </a:lnTo>
                  <a:lnTo>
                    <a:pt x="0" y="13"/>
                  </a:lnTo>
                  <a:lnTo>
                    <a:pt x="47" y="35"/>
                  </a:lnTo>
                  <a:lnTo>
                    <a:pt x="86" y="0"/>
                  </a:lnTo>
                  <a:lnTo>
                    <a:pt x="64" y="4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73" name="Google Shape;473;p27"/>
            <p:cNvSpPr/>
            <p:nvPr/>
          </p:nvSpPr>
          <p:spPr>
            <a:xfrm>
              <a:off x="191550" y="4473923"/>
              <a:ext cx="194190" cy="192685"/>
            </a:xfrm>
            <a:custGeom>
              <a:avLst/>
              <a:gdLst/>
              <a:ahLst/>
              <a:cxnLst/>
              <a:rect l="l" t="t" r="r" b="b"/>
              <a:pathLst>
                <a:path w="129" h="128" extrusionOk="0">
                  <a:moveTo>
                    <a:pt x="129" y="52"/>
                  </a:moveTo>
                  <a:lnTo>
                    <a:pt x="76" y="128"/>
                  </a:lnTo>
                  <a:lnTo>
                    <a:pt x="0" y="76"/>
                  </a:lnTo>
                  <a:lnTo>
                    <a:pt x="53" y="0"/>
                  </a:lnTo>
                  <a:lnTo>
                    <a:pt x="129" y="52"/>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74" name="Google Shape;474;p27"/>
            <p:cNvSpPr/>
            <p:nvPr/>
          </p:nvSpPr>
          <p:spPr>
            <a:xfrm>
              <a:off x="6237488" y="4666601"/>
              <a:ext cx="361950" cy="361950"/>
            </a:xfrm>
            <a:custGeom>
              <a:avLst/>
              <a:gdLst/>
              <a:ahLst/>
              <a:cxnLst/>
              <a:rect l="l" t="t" r="r" b="b"/>
              <a:pathLst>
                <a:path w="228" h="228" extrusionOk="0">
                  <a:moveTo>
                    <a:pt x="127" y="228"/>
                  </a:moveTo>
                  <a:lnTo>
                    <a:pt x="0" y="126"/>
                  </a:lnTo>
                  <a:lnTo>
                    <a:pt x="103" y="0"/>
                  </a:lnTo>
                  <a:lnTo>
                    <a:pt x="228" y="103"/>
                  </a:lnTo>
                  <a:lnTo>
                    <a:pt x="127" y="228"/>
                  </a:lnTo>
                  <a:close/>
                  <a:moveTo>
                    <a:pt x="13" y="125"/>
                  </a:moveTo>
                  <a:lnTo>
                    <a:pt x="125" y="215"/>
                  </a:lnTo>
                  <a:lnTo>
                    <a:pt x="215" y="104"/>
                  </a:lnTo>
                  <a:lnTo>
                    <a:pt x="105" y="13"/>
                  </a:lnTo>
                  <a:lnTo>
                    <a:pt x="13" y="125"/>
                  </a:lnTo>
                  <a:close/>
                  <a:moveTo>
                    <a:pt x="121" y="186"/>
                  </a:moveTo>
                  <a:lnTo>
                    <a:pt x="44" y="121"/>
                  </a:lnTo>
                  <a:lnTo>
                    <a:pt x="107" y="44"/>
                  </a:lnTo>
                  <a:lnTo>
                    <a:pt x="186" y="107"/>
                  </a:lnTo>
                  <a:lnTo>
                    <a:pt x="121" y="186"/>
                  </a:lnTo>
                  <a:close/>
                  <a:moveTo>
                    <a:pt x="56" y="120"/>
                  </a:moveTo>
                  <a:lnTo>
                    <a:pt x="120" y="173"/>
                  </a:lnTo>
                  <a:lnTo>
                    <a:pt x="173" y="108"/>
                  </a:lnTo>
                  <a:lnTo>
                    <a:pt x="109" y="55"/>
                  </a:lnTo>
                  <a:lnTo>
                    <a:pt x="56" y="12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75" name="Google Shape;475;p27"/>
            <p:cNvSpPr/>
            <p:nvPr/>
          </p:nvSpPr>
          <p:spPr>
            <a:xfrm>
              <a:off x="1933277" y="73085"/>
              <a:ext cx="309412" cy="308134"/>
            </a:xfrm>
            <a:custGeom>
              <a:avLst/>
              <a:gdLst/>
              <a:ahLst/>
              <a:cxnLst/>
              <a:rect l="l" t="t" r="r" b="b"/>
              <a:pathLst>
                <a:path w="241" h="240" extrusionOk="0">
                  <a:moveTo>
                    <a:pt x="241" y="121"/>
                  </a:moveTo>
                  <a:lnTo>
                    <a:pt x="162" y="144"/>
                  </a:lnTo>
                  <a:lnTo>
                    <a:pt x="184" y="222"/>
                  </a:lnTo>
                  <a:lnTo>
                    <a:pt x="119" y="240"/>
                  </a:lnTo>
                  <a:lnTo>
                    <a:pt x="98" y="161"/>
                  </a:lnTo>
                  <a:lnTo>
                    <a:pt x="18" y="182"/>
                  </a:lnTo>
                  <a:lnTo>
                    <a:pt x="0" y="118"/>
                  </a:lnTo>
                  <a:lnTo>
                    <a:pt x="80" y="96"/>
                  </a:lnTo>
                  <a:lnTo>
                    <a:pt x="58" y="18"/>
                  </a:lnTo>
                  <a:lnTo>
                    <a:pt x="122" y="0"/>
                  </a:lnTo>
                  <a:lnTo>
                    <a:pt x="144" y="79"/>
                  </a:lnTo>
                  <a:lnTo>
                    <a:pt x="223" y="57"/>
                  </a:lnTo>
                  <a:lnTo>
                    <a:pt x="241" y="121"/>
                  </a:lnTo>
                  <a:close/>
                  <a:moveTo>
                    <a:pt x="148" y="135"/>
                  </a:moveTo>
                  <a:lnTo>
                    <a:pt x="227" y="113"/>
                  </a:lnTo>
                  <a:lnTo>
                    <a:pt x="216" y="71"/>
                  </a:lnTo>
                  <a:lnTo>
                    <a:pt x="136" y="93"/>
                  </a:lnTo>
                  <a:lnTo>
                    <a:pt x="115" y="14"/>
                  </a:lnTo>
                  <a:lnTo>
                    <a:pt x="71" y="26"/>
                  </a:lnTo>
                  <a:lnTo>
                    <a:pt x="93" y="105"/>
                  </a:lnTo>
                  <a:lnTo>
                    <a:pt x="15" y="127"/>
                  </a:lnTo>
                  <a:lnTo>
                    <a:pt x="26" y="169"/>
                  </a:lnTo>
                  <a:lnTo>
                    <a:pt x="105" y="147"/>
                  </a:lnTo>
                  <a:lnTo>
                    <a:pt x="127" y="226"/>
                  </a:lnTo>
                  <a:lnTo>
                    <a:pt x="169" y="214"/>
                  </a:lnTo>
                  <a:lnTo>
                    <a:pt x="148" y="135"/>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76" name="Google Shape;476;p27"/>
            <p:cNvSpPr/>
            <p:nvPr/>
          </p:nvSpPr>
          <p:spPr>
            <a:xfrm rot="-9447960" flipH="1">
              <a:off x="8851526" y="1211723"/>
              <a:ext cx="186377" cy="186379"/>
            </a:xfrm>
            <a:custGeom>
              <a:avLst/>
              <a:gdLst/>
              <a:ahLst/>
              <a:cxnLst/>
              <a:rect l="l" t="t" r="r" b="b"/>
              <a:pathLst>
                <a:path w="97" h="97" extrusionOk="0">
                  <a:moveTo>
                    <a:pt x="48" y="0"/>
                  </a:moveTo>
                  <a:cubicBezTo>
                    <a:pt x="22" y="0"/>
                    <a:pt x="0" y="22"/>
                    <a:pt x="0" y="49"/>
                  </a:cubicBezTo>
                  <a:cubicBezTo>
                    <a:pt x="0" y="76"/>
                    <a:pt x="22" y="97"/>
                    <a:pt x="48" y="97"/>
                  </a:cubicBezTo>
                  <a:cubicBezTo>
                    <a:pt x="75" y="97"/>
                    <a:pt x="97" y="76"/>
                    <a:pt x="97" y="49"/>
                  </a:cubicBezTo>
                  <a:cubicBezTo>
                    <a:pt x="97" y="22"/>
                    <a:pt x="75" y="0"/>
                    <a:pt x="48" y="0"/>
                  </a:cubicBezTo>
                  <a:close/>
                  <a:moveTo>
                    <a:pt x="48" y="79"/>
                  </a:moveTo>
                  <a:cubicBezTo>
                    <a:pt x="32" y="79"/>
                    <a:pt x="18" y="66"/>
                    <a:pt x="18" y="49"/>
                  </a:cubicBezTo>
                  <a:cubicBezTo>
                    <a:pt x="18" y="32"/>
                    <a:pt x="32" y="18"/>
                    <a:pt x="48" y="18"/>
                  </a:cubicBezTo>
                  <a:cubicBezTo>
                    <a:pt x="65" y="18"/>
                    <a:pt x="79" y="32"/>
                    <a:pt x="79" y="49"/>
                  </a:cubicBezTo>
                  <a:cubicBezTo>
                    <a:pt x="79" y="66"/>
                    <a:pt x="65" y="79"/>
                    <a:pt x="48" y="79"/>
                  </a:cubicBez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Albert Sans Black"/>
              <a:buNone/>
              <a:defRPr sz="3000">
                <a:solidFill>
                  <a:schemeClr val="dk1"/>
                </a:solidFill>
                <a:latin typeface="Albert Sans Black"/>
                <a:ea typeface="Albert Sans Black"/>
                <a:cs typeface="Albert Sans Black"/>
                <a:sym typeface="Albert Sans Black"/>
              </a:defRPr>
            </a:lvl1pPr>
            <a:lvl2pPr lvl="1" rtl="0">
              <a:spcBef>
                <a:spcPts val="0"/>
              </a:spcBef>
              <a:spcAft>
                <a:spcPts val="0"/>
              </a:spcAft>
              <a:buClr>
                <a:schemeClr val="dk1"/>
              </a:buClr>
              <a:buSzPts val="3000"/>
              <a:buFont typeface="Albert Sans Black"/>
              <a:buNone/>
              <a:defRPr sz="3000">
                <a:solidFill>
                  <a:schemeClr val="dk1"/>
                </a:solidFill>
                <a:latin typeface="Albert Sans Black"/>
                <a:ea typeface="Albert Sans Black"/>
                <a:cs typeface="Albert Sans Black"/>
                <a:sym typeface="Albert Sans Black"/>
              </a:defRPr>
            </a:lvl2pPr>
            <a:lvl3pPr lvl="2" rtl="0">
              <a:spcBef>
                <a:spcPts val="0"/>
              </a:spcBef>
              <a:spcAft>
                <a:spcPts val="0"/>
              </a:spcAft>
              <a:buClr>
                <a:schemeClr val="dk1"/>
              </a:buClr>
              <a:buSzPts val="3000"/>
              <a:buFont typeface="Albert Sans Black"/>
              <a:buNone/>
              <a:defRPr sz="3000">
                <a:solidFill>
                  <a:schemeClr val="dk1"/>
                </a:solidFill>
                <a:latin typeface="Albert Sans Black"/>
                <a:ea typeface="Albert Sans Black"/>
                <a:cs typeface="Albert Sans Black"/>
                <a:sym typeface="Albert Sans Black"/>
              </a:defRPr>
            </a:lvl3pPr>
            <a:lvl4pPr lvl="3" rtl="0">
              <a:spcBef>
                <a:spcPts val="0"/>
              </a:spcBef>
              <a:spcAft>
                <a:spcPts val="0"/>
              </a:spcAft>
              <a:buClr>
                <a:schemeClr val="dk1"/>
              </a:buClr>
              <a:buSzPts val="3000"/>
              <a:buFont typeface="Albert Sans Black"/>
              <a:buNone/>
              <a:defRPr sz="3000">
                <a:solidFill>
                  <a:schemeClr val="dk1"/>
                </a:solidFill>
                <a:latin typeface="Albert Sans Black"/>
                <a:ea typeface="Albert Sans Black"/>
                <a:cs typeface="Albert Sans Black"/>
                <a:sym typeface="Albert Sans Black"/>
              </a:defRPr>
            </a:lvl4pPr>
            <a:lvl5pPr lvl="4" rtl="0">
              <a:spcBef>
                <a:spcPts val="0"/>
              </a:spcBef>
              <a:spcAft>
                <a:spcPts val="0"/>
              </a:spcAft>
              <a:buClr>
                <a:schemeClr val="dk1"/>
              </a:buClr>
              <a:buSzPts val="3000"/>
              <a:buFont typeface="Albert Sans Black"/>
              <a:buNone/>
              <a:defRPr sz="3000">
                <a:solidFill>
                  <a:schemeClr val="dk1"/>
                </a:solidFill>
                <a:latin typeface="Albert Sans Black"/>
                <a:ea typeface="Albert Sans Black"/>
                <a:cs typeface="Albert Sans Black"/>
                <a:sym typeface="Albert Sans Black"/>
              </a:defRPr>
            </a:lvl5pPr>
            <a:lvl6pPr lvl="5" rtl="0">
              <a:spcBef>
                <a:spcPts val="0"/>
              </a:spcBef>
              <a:spcAft>
                <a:spcPts val="0"/>
              </a:spcAft>
              <a:buClr>
                <a:schemeClr val="dk1"/>
              </a:buClr>
              <a:buSzPts val="3000"/>
              <a:buFont typeface="Albert Sans Black"/>
              <a:buNone/>
              <a:defRPr sz="3000">
                <a:solidFill>
                  <a:schemeClr val="dk1"/>
                </a:solidFill>
                <a:latin typeface="Albert Sans Black"/>
                <a:ea typeface="Albert Sans Black"/>
                <a:cs typeface="Albert Sans Black"/>
                <a:sym typeface="Albert Sans Black"/>
              </a:defRPr>
            </a:lvl6pPr>
            <a:lvl7pPr lvl="6" rtl="0">
              <a:spcBef>
                <a:spcPts val="0"/>
              </a:spcBef>
              <a:spcAft>
                <a:spcPts val="0"/>
              </a:spcAft>
              <a:buClr>
                <a:schemeClr val="dk1"/>
              </a:buClr>
              <a:buSzPts val="3000"/>
              <a:buFont typeface="Albert Sans Black"/>
              <a:buNone/>
              <a:defRPr sz="3000">
                <a:solidFill>
                  <a:schemeClr val="dk1"/>
                </a:solidFill>
                <a:latin typeface="Albert Sans Black"/>
                <a:ea typeface="Albert Sans Black"/>
                <a:cs typeface="Albert Sans Black"/>
                <a:sym typeface="Albert Sans Black"/>
              </a:defRPr>
            </a:lvl7pPr>
            <a:lvl8pPr lvl="7" rtl="0">
              <a:spcBef>
                <a:spcPts val="0"/>
              </a:spcBef>
              <a:spcAft>
                <a:spcPts val="0"/>
              </a:spcAft>
              <a:buClr>
                <a:schemeClr val="dk1"/>
              </a:buClr>
              <a:buSzPts val="3000"/>
              <a:buFont typeface="Albert Sans Black"/>
              <a:buNone/>
              <a:defRPr sz="3000">
                <a:solidFill>
                  <a:schemeClr val="dk1"/>
                </a:solidFill>
                <a:latin typeface="Albert Sans Black"/>
                <a:ea typeface="Albert Sans Black"/>
                <a:cs typeface="Albert Sans Black"/>
                <a:sym typeface="Albert Sans Black"/>
              </a:defRPr>
            </a:lvl8pPr>
            <a:lvl9pPr lvl="8" rtl="0">
              <a:spcBef>
                <a:spcPts val="0"/>
              </a:spcBef>
              <a:spcAft>
                <a:spcPts val="0"/>
              </a:spcAft>
              <a:buClr>
                <a:schemeClr val="dk1"/>
              </a:buClr>
              <a:buSzPts val="3000"/>
              <a:buFont typeface="Albert Sans Black"/>
              <a:buNone/>
              <a:defRPr sz="3000">
                <a:solidFill>
                  <a:schemeClr val="dk1"/>
                </a:solidFill>
                <a:latin typeface="Albert Sans Black"/>
                <a:ea typeface="Albert Sans Black"/>
                <a:cs typeface="Albert Sans Black"/>
                <a:sym typeface="Albert Sans Black"/>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1pPr>
            <a:lvl2pPr marL="914400" lvl="1"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2pPr>
            <a:lvl3pPr marL="1371600" lvl="2"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3pPr>
            <a:lvl4pPr marL="1828800" lvl="3"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4pPr>
            <a:lvl5pPr marL="2286000" lvl="4"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5pPr>
            <a:lvl6pPr marL="2743200" lvl="5"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6pPr>
            <a:lvl7pPr marL="3200400" lvl="6"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7pPr>
            <a:lvl8pPr marL="3657600" lvl="7"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8pPr>
            <a:lvl9pPr marL="4114800" lvl="8" indent="-304800">
              <a:lnSpc>
                <a:spcPct val="100000"/>
              </a:lnSpc>
              <a:spcBef>
                <a:spcPts val="0"/>
              </a:spcBef>
              <a:spcAft>
                <a:spcPts val="0"/>
              </a:spcAft>
              <a:buClr>
                <a:schemeClr val="dk1"/>
              </a:buClr>
              <a:buSzPts val="1200"/>
              <a:buFont typeface="Assistant"/>
              <a:buChar char="■"/>
              <a:defRPr sz="1200">
                <a:solidFill>
                  <a:schemeClr val="dk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6" r:id="rId8"/>
    <p:sldLayoutId id="2147483657" r:id="rId9"/>
    <p:sldLayoutId id="2147483658" r:id="rId10"/>
    <p:sldLayoutId id="2147483661" r:id="rId11"/>
    <p:sldLayoutId id="2147483669" r:id="rId12"/>
    <p:sldLayoutId id="2147483672" r:id="rId13"/>
    <p:sldLayoutId id="214748367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2" Type="http://schemas.openxmlformats.org/officeDocument/2006/relationships/image" Target="../media/image10.png"/><Relationship Id="rId16" Type="http://schemas.openxmlformats.org/officeDocument/2006/relationships/image" Target="../media/image24.png"/><Relationship Id="rId20" Type="http://schemas.openxmlformats.org/officeDocument/2006/relationships/image" Target="../media/image28.png"/><Relationship Id="rId29" Type="http://schemas.openxmlformats.org/officeDocument/2006/relationships/image" Target="../media/image37.png"/><Relationship Id="rId1" Type="http://schemas.openxmlformats.org/officeDocument/2006/relationships/slideLayout" Target="../slideLayouts/slideLayout3.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10" Type="http://schemas.openxmlformats.org/officeDocument/2006/relationships/image" Target="../media/image18.png"/><Relationship Id="rId19" Type="http://schemas.openxmlformats.org/officeDocument/2006/relationships/image" Target="../media/image27.png"/><Relationship Id="rId31" Type="http://schemas.openxmlformats.org/officeDocument/2006/relationships/image" Target="../media/image39.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8" Type="http://schemas.openxmlformats.org/officeDocument/2006/relationships/image" Target="../media/image16.png"/><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3" Type="http://schemas.openxmlformats.org/officeDocument/2006/relationships/image" Target="../media/image22.png"/><Relationship Id="rId18" Type="http://schemas.openxmlformats.org/officeDocument/2006/relationships/image" Target="../media/image27.png"/><Relationship Id="rId26" Type="http://schemas.openxmlformats.org/officeDocument/2006/relationships/image" Target="../media/image35.png"/><Relationship Id="rId21" Type="http://schemas.openxmlformats.org/officeDocument/2006/relationships/image" Target="../media/image30.png"/><Relationship Id="rId34" Type="http://schemas.openxmlformats.org/officeDocument/2006/relationships/image" Target="../media/image43.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33" Type="http://schemas.openxmlformats.org/officeDocument/2006/relationships/image" Target="../media/image42.png"/><Relationship Id="rId2" Type="http://schemas.openxmlformats.org/officeDocument/2006/relationships/notesSlide" Target="../notesSlides/notesSlide3.xml"/><Relationship Id="rId16" Type="http://schemas.openxmlformats.org/officeDocument/2006/relationships/image" Target="../media/image25.png"/><Relationship Id="rId20" Type="http://schemas.openxmlformats.org/officeDocument/2006/relationships/image" Target="../media/image29.png"/><Relationship Id="rId29"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32" Type="http://schemas.openxmlformats.org/officeDocument/2006/relationships/image" Target="../media/image41.png"/><Relationship Id="rId37" Type="http://schemas.openxmlformats.org/officeDocument/2006/relationships/image" Target="../media/image46.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28" Type="http://schemas.openxmlformats.org/officeDocument/2006/relationships/image" Target="../media/image37.png"/><Relationship Id="rId36" Type="http://schemas.openxmlformats.org/officeDocument/2006/relationships/image" Target="../media/image45.png"/><Relationship Id="rId10" Type="http://schemas.openxmlformats.org/officeDocument/2006/relationships/image" Target="../media/image19.png"/><Relationship Id="rId19" Type="http://schemas.openxmlformats.org/officeDocument/2006/relationships/image" Target="../media/image28.png"/><Relationship Id="rId31" Type="http://schemas.openxmlformats.org/officeDocument/2006/relationships/image" Target="../media/image40.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 Id="rId27" Type="http://schemas.openxmlformats.org/officeDocument/2006/relationships/image" Target="../media/image36.png"/><Relationship Id="rId30" Type="http://schemas.openxmlformats.org/officeDocument/2006/relationships/image" Target="../media/image39.png"/><Relationship Id="rId35" Type="http://schemas.openxmlformats.org/officeDocument/2006/relationships/image" Target="../media/image44.png"/><Relationship Id="rId8" Type="http://schemas.openxmlformats.org/officeDocument/2006/relationships/image" Target="../media/image17.png"/><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hyperlink" Target="https://esigelec-my.sharepoint.com/:v:/g/personal/ashriel_nhembo_groupe-esigelec_org/IQAbSmi9PKb9Rq8hdXeapTNwAeqI1mJj3mYTALwrha4LTWs?e=oCoyZ8&amp;nav=eyJyZWZlcnJhbEluZm8iOnsicmVmZXJyYWxBcHAiOiJTdHJlYW1XZWJBcHAiLCJyZWZlcnJhbFZpZXciOiJTaGFyZURpYWxvZy1MaW5rIiwicmVmZXJyYWxBcHBQbGF0Zm9ybSI6IldlYiIsInJlZmVycmFsTW9kZSI6InZpZXcifX0%3D" TargetMode="External"/><Relationship Id="rId3" Type="http://schemas.openxmlformats.org/officeDocument/2006/relationships/image" Target="../media/image4.png"/><Relationship Id="rId7" Type="http://schemas.openxmlformats.org/officeDocument/2006/relationships/hyperlink" Target="https://github.com/asrieldev/SUB/releases/tag/v1.1.0" TargetMode="External"/><Relationship Id="rId12" Type="http://schemas.openxmlformats.org/officeDocument/2006/relationships/image" Target="../media/image56.sv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7.png"/><Relationship Id="rId11" Type="http://schemas.openxmlformats.org/officeDocument/2006/relationships/hyperlink" Target="https://docs.google.com/forms/d/e/1FAIpQLSeYwlAsOTIp-sBgaO5XKkq2puepO0foNa-vES_08QVdzOze8w/viewform?usp=publish-editor" TargetMode="External"/><Relationship Id="rId5" Type="http://schemas.openxmlformats.org/officeDocument/2006/relationships/image" Target="../media/image6.png"/><Relationship Id="rId10" Type="http://schemas.openxmlformats.org/officeDocument/2006/relationships/image" Target="../media/image55.svg"/><Relationship Id="rId4" Type="http://schemas.openxmlformats.org/officeDocument/2006/relationships/image" Target="../media/image5.png"/><Relationship Id="rId9" Type="http://schemas.openxmlformats.org/officeDocument/2006/relationships/hyperlink" Target="https://perso.liris.cnrs.fr/pierre-antoine.champin/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486"/>
        <p:cNvGrpSpPr/>
        <p:nvPr/>
      </p:nvGrpSpPr>
      <p:grpSpPr>
        <a:xfrm>
          <a:off x="0" y="0"/>
          <a:ext cx="0" cy="0"/>
          <a:chOff x="0" y="0"/>
          <a:chExt cx="0" cy="0"/>
        </a:xfrm>
      </p:grpSpPr>
      <p:sp>
        <p:nvSpPr>
          <p:cNvPr id="487" name="Google Shape;487;p31"/>
          <p:cNvSpPr/>
          <p:nvPr/>
        </p:nvSpPr>
        <p:spPr>
          <a:xfrm>
            <a:off x="3851000" y="-1489875"/>
            <a:ext cx="2492400" cy="2492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488" name="Google Shape;488;p31"/>
          <p:cNvSpPr txBox="1">
            <a:spLocks noGrp="1"/>
          </p:cNvSpPr>
          <p:nvPr>
            <p:ph type="ctrTitle"/>
          </p:nvPr>
        </p:nvSpPr>
        <p:spPr>
          <a:xfrm>
            <a:off x="0" y="761669"/>
            <a:ext cx="5607844" cy="2617325"/>
          </a:xfrm>
          <a:prstGeom prst="rect">
            <a:avLst/>
          </a:prstGeom>
        </p:spPr>
        <p:txBody>
          <a:bodyPr spcFirstLastPara="1" wrap="square" lIns="91425" tIns="91425" rIns="91425" bIns="91425" anchor="b" anchorCtr="0">
            <a:noAutofit/>
          </a:bodyPr>
          <a:lstStyle/>
          <a:p>
            <a:pPr lvl="0"/>
            <a:r>
              <a:rPr lang="en" sz="4800" dirty="0"/>
              <a:t>Student Utility Hub </a:t>
            </a:r>
            <a:br>
              <a:rPr lang="en" sz="5700" dirty="0"/>
            </a:br>
            <a:r>
              <a:rPr lang="en" sz="2000" dirty="0"/>
              <a:t>(SUB Mobile Application)</a:t>
            </a:r>
            <a:endParaRPr sz="2000" dirty="0">
              <a:latin typeface="Albert Sans"/>
              <a:ea typeface="Albert Sans"/>
              <a:cs typeface="Albert Sans"/>
              <a:sym typeface="Albert Sans"/>
            </a:endParaRPr>
          </a:p>
        </p:txBody>
      </p:sp>
      <p:sp>
        <p:nvSpPr>
          <p:cNvPr id="489" name="Google Shape;489;p31"/>
          <p:cNvSpPr txBox="1">
            <a:spLocks noGrp="1"/>
          </p:cNvSpPr>
          <p:nvPr>
            <p:ph type="subTitle" idx="1"/>
          </p:nvPr>
        </p:nvSpPr>
        <p:spPr>
          <a:xfrm>
            <a:off x="715100" y="3993164"/>
            <a:ext cx="3928338" cy="421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i="1" dirty="0">
                <a:latin typeface="Amasis MT Pro Black" panose="02040A04050005020304" pitchFamily="18" charset="0"/>
              </a:rPr>
              <a:t>By  Ashriel Nhembo</a:t>
            </a:r>
          </a:p>
          <a:p>
            <a:pPr marL="0" lvl="0" indent="0" algn="l" rtl="0">
              <a:spcBef>
                <a:spcPts val="0"/>
              </a:spcBef>
              <a:spcAft>
                <a:spcPts val="0"/>
              </a:spcAft>
              <a:buNone/>
            </a:pPr>
            <a:r>
              <a:rPr lang="en-US" i="1" dirty="0">
                <a:latin typeface="Amasis MT Pro Black" panose="02040A04050005020304" pitchFamily="18" charset="0"/>
              </a:rPr>
              <a:t>    Talasla Vamsi Krishna</a:t>
            </a:r>
            <a:endParaRPr i="1" dirty="0">
              <a:latin typeface="Amasis MT Pro Black" panose="02040A04050005020304" pitchFamily="18" charset="0"/>
            </a:endParaRPr>
          </a:p>
        </p:txBody>
      </p:sp>
      <p:grpSp>
        <p:nvGrpSpPr>
          <p:cNvPr id="494" name="Google Shape;494;p31"/>
          <p:cNvGrpSpPr/>
          <p:nvPr/>
        </p:nvGrpSpPr>
        <p:grpSpPr>
          <a:xfrm rot="6107558">
            <a:off x="7221307" y="1974965"/>
            <a:ext cx="219906" cy="194211"/>
            <a:chOff x="8617855" y="966235"/>
            <a:chExt cx="62230" cy="54957"/>
          </a:xfrm>
        </p:grpSpPr>
        <p:sp>
          <p:nvSpPr>
            <p:cNvPr id="495" name="Google Shape;495;p31"/>
            <p:cNvSpPr/>
            <p:nvPr/>
          </p:nvSpPr>
          <p:spPr>
            <a:xfrm>
              <a:off x="8646141" y="966235"/>
              <a:ext cx="33944" cy="34752"/>
            </a:xfrm>
            <a:custGeom>
              <a:avLst/>
              <a:gdLst/>
              <a:ahLst/>
              <a:cxnLst/>
              <a:rect l="l" t="t" r="r" b="b"/>
              <a:pathLst>
                <a:path w="42" h="43" extrusionOk="0">
                  <a:moveTo>
                    <a:pt x="21" y="14"/>
                  </a:moveTo>
                  <a:lnTo>
                    <a:pt x="42" y="0"/>
                  </a:lnTo>
                  <a:lnTo>
                    <a:pt x="29" y="22"/>
                  </a:lnTo>
                  <a:lnTo>
                    <a:pt x="42" y="43"/>
                  </a:lnTo>
                  <a:lnTo>
                    <a:pt x="21" y="28"/>
                  </a:lnTo>
                  <a:lnTo>
                    <a:pt x="0" y="43"/>
                  </a:lnTo>
                  <a:lnTo>
                    <a:pt x="14" y="22"/>
                  </a:lnTo>
                  <a:lnTo>
                    <a:pt x="0" y="0"/>
                  </a:lnTo>
                  <a:lnTo>
                    <a:pt x="21" y="1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96" name="Google Shape;496;p31"/>
            <p:cNvSpPr/>
            <p:nvPr/>
          </p:nvSpPr>
          <p:spPr>
            <a:xfrm>
              <a:off x="8617855" y="998563"/>
              <a:ext cx="23437" cy="22629"/>
            </a:xfrm>
            <a:custGeom>
              <a:avLst/>
              <a:gdLst/>
              <a:ahLst/>
              <a:cxnLst/>
              <a:rect l="l" t="t" r="r" b="b"/>
              <a:pathLst>
                <a:path w="29" h="28" extrusionOk="0">
                  <a:moveTo>
                    <a:pt x="16" y="17"/>
                  </a:moveTo>
                  <a:lnTo>
                    <a:pt x="9" y="28"/>
                  </a:lnTo>
                  <a:lnTo>
                    <a:pt x="12" y="15"/>
                  </a:lnTo>
                  <a:lnTo>
                    <a:pt x="0" y="7"/>
                  </a:lnTo>
                  <a:lnTo>
                    <a:pt x="13" y="10"/>
                  </a:lnTo>
                  <a:lnTo>
                    <a:pt x="21" y="0"/>
                  </a:lnTo>
                  <a:lnTo>
                    <a:pt x="18" y="12"/>
                  </a:lnTo>
                  <a:lnTo>
                    <a:pt x="29" y="20"/>
                  </a:lnTo>
                  <a:lnTo>
                    <a:pt x="16" y="1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nvGrpSpPr>
          <p:cNvPr id="497" name="Google Shape;497;p31"/>
          <p:cNvGrpSpPr/>
          <p:nvPr/>
        </p:nvGrpSpPr>
        <p:grpSpPr>
          <a:xfrm rot="145461">
            <a:off x="8370233" y="4399241"/>
            <a:ext cx="193674" cy="187324"/>
            <a:chOff x="1053101" y="4428650"/>
            <a:chExt cx="193675" cy="187325"/>
          </a:xfrm>
        </p:grpSpPr>
        <p:sp>
          <p:nvSpPr>
            <p:cNvPr id="498" name="Google Shape;498;p31"/>
            <p:cNvSpPr/>
            <p:nvPr/>
          </p:nvSpPr>
          <p:spPr>
            <a:xfrm>
              <a:off x="1097551" y="4428650"/>
              <a:ext cx="104775" cy="187325"/>
            </a:xfrm>
            <a:custGeom>
              <a:avLst/>
              <a:gdLst/>
              <a:ahLst/>
              <a:cxnLst/>
              <a:rect l="l" t="t" r="r" b="b"/>
              <a:pathLst>
                <a:path w="66" h="118" extrusionOk="0">
                  <a:moveTo>
                    <a:pt x="48" y="118"/>
                  </a:moveTo>
                  <a:lnTo>
                    <a:pt x="0" y="8"/>
                  </a:lnTo>
                  <a:lnTo>
                    <a:pt x="18" y="0"/>
                  </a:lnTo>
                  <a:lnTo>
                    <a:pt x="66" y="111"/>
                  </a:lnTo>
                  <a:lnTo>
                    <a:pt x="48" y="118"/>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99" name="Google Shape;499;p31"/>
            <p:cNvSpPr/>
            <p:nvPr/>
          </p:nvSpPr>
          <p:spPr>
            <a:xfrm>
              <a:off x="1053101" y="4469925"/>
              <a:ext cx="193675" cy="106363"/>
            </a:xfrm>
            <a:custGeom>
              <a:avLst/>
              <a:gdLst/>
              <a:ahLst/>
              <a:cxnLst/>
              <a:rect l="l" t="t" r="r" b="b"/>
              <a:pathLst>
                <a:path w="122" h="67" extrusionOk="0">
                  <a:moveTo>
                    <a:pt x="8" y="67"/>
                  </a:moveTo>
                  <a:lnTo>
                    <a:pt x="0" y="49"/>
                  </a:lnTo>
                  <a:lnTo>
                    <a:pt x="114" y="0"/>
                  </a:lnTo>
                  <a:lnTo>
                    <a:pt x="122" y="18"/>
                  </a:lnTo>
                  <a:lnTo>
                    <a:pt x="8" y="6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nvGrpSpPr>
          <p:cNvPr id="500" name="Google Shape;500;p31"/>
          <p:cNvGrpSpPr/>
          <p:nvPr/>
        </p:nvGrpSpPr>
        <p:grpSpPr>
          <a:xfrm rot="145355">
            <a:off x="4853272" y="945571"/>
            <a:ext cx="3240692" cy="3181069"/>
            <a:chOff x="-3117607" y="1171800"/>
            <a:chExt cx="2812784" cy="2761033"/>
          </a:xfrm>
        </p:grpSpPr>
        <p:sp>
          <p:nvSpPr>
            <p:cNvPr id="501" name="Google Shape;501;p31"/>
            <p:cNvSpPr/>
            <p:nvPr/>
          </p:nvSpPr>
          <p:spPr>
            <a:xfrm rot="1352046" flipH="1">
              <a:off x="-2150119" y="2889889"/>
              <a:ext cx="310694" cy="168188"/>
            </a:xfrm>
            <a:custGeom>
              <a:avLst/>
              <a:gdLst/>
              <a:ahLst/>
              <a:cxnLst/>
              <a:rect l="l" t="t" r="r" b="b"/>
              <a:pathLst>
                <a:path w="256" h="139" extrusionOk="0">
                  <a:moveTo>
                    <a:pt x="253" y="8"/>
                  </a:moveTo>
                  <a:cubicBezTo>
                    <a:pt x="7" y="138"/>
                    <a:pt x="7" y="138"/>
                    <a:pt x="7" y="138"/>
                  </a:cubicBezTo>
                  <a:cubicBezTo>
                    <a:pt x="5" y="139"/>
                    <a:pt x="2" y="138"/>
                    <a:pt x="1" y="136"/>
                  </a:cubicBezTo>
                  <a:cubicBezTo>
                    <a:pt x="0" y="135"/>
                    <a:pt x="1" y="132"/>
                    <a:pt x="3" y="131"/>
                  </a:cubicBezTo>
                  <a:cubicBezTo>
                    <a:pt x="250" y="1"/>
                    <a:pt x="250" y="1"/>
                    <a:pt x="250" y="1"/>
                  </a:cubicBezTo>
                  <a:cubicBezTo>
                    <a:pt x="252" y="0"/>
                    <a:pt x="254" y="1"/>
                    <a:pt x="255" y="3"/>
                  </a:cubicBezTo>
                  <a:cubicBezTo>
                    <a:pt x="255" y="3"/>
                    <a:pt x="255" y="3"/>
                    <a:pt x="255" y="3"/>
                  </a:cubicBezTo>
                  <a:cubicBezTo>
                    <a:pt x="256" y="5"/>
                    <a:pt x="255" y="7"/>
                    <a:pt x="253" y="8"/>
                  </a:cubicBezTo>
                </a:path>
              </a:pathLst>
            </a:custGeom>
            <a:solidFill>
              <a:srgbClr val="008FC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02" name="Google Shape;502;p31"/>
            <p:cNvSpPr/>
            <p:nvPr/>
          </p:nvSpPr>
          <p:spPr>
            <a:xfrm rot="1352048" flipH="1">
              <a:off x="-2773855" y="1493087"/>
              <a:ext cx="2073428" cy="1991295"/>
            </a:xfrm>
            <a:custGeom>
              <a:avLst/>
              <a:gdLst/>
              <a:ahLst/>
              <a:cxnLst/>
              <a:rect l="l" t="t" r="r" b="b"/>
              <a:pathLst>
                <a:path w="1712" h="1644" extrusionOk="0">
                  <a:moveTo>
                    <a:pt x="76" y="1401"/>
                  </a:moveTo>
                  <a:cubicBezTo>
                    <a:pt x="76" y="1401"/>
                    <a:pt x="3" y="1392"/>
                    <a:pt x="4" y="1343"/>
                  </a:cubicBezTo>
                  <a:cubicBezTo>
                    <a:pt x="5" y="1294"/>
                    <a:pt x="0" y="1294"/>
                    <a:pt x="40" y="1241"/>
                  </a:cubicBezTo>
                  <a:cubicBezTo>
                    <a:pt x="80" y="1187"/>
                    <a:pt x="504" y="683"/>
                    <a:pt x="504" y="683"/>
                  </a:cubicBezTo>
                  <a:cubicBezTo>
                    <a:pt x="857" y="269"/>
                    <a:pt x="857" y="269"/>
                    <a:pt x="857" y="269"/>
                  </a:cubicBezTo>
                  <a:cubicBezTo>
                    <a:pt x="1031" y="64"/>
                    <a:pt x="1031" y="64"/>
                    <a:pt x="1031" y="64"/>
                  </a:cubicBezTo>
                  <a:cubicBezTo>
                    <a:pt x="1031" y="64"/>
                    <a:pt x="1074" y="0"/>
                    <a:pt x="1180" y="50"/>
                  </a:cubicBezTo>
                  <a:cubicBezTo>
                    <a:pt x="1287" y="100"/>
                    <a:pt x="1657" y="297"/>
                    <a:pt x="1657" y="297"/>
                  </a:cubicBezTo>
                  <a:cubicBezTo>
                    <a:pt x="1657" y="297"/>
                    <a:pt x="1712" y="332"/>
                    <a:pt x="1681" y="377"/>
                  </a:cubicBezTo>
                  <a:cubicBezTo>
                    <a:pt x="1651" y="421"/>
                    <a:pt x="1300" y="850"/>
                    <a:pt x="1300" y="850"/>
                  </a:cubicBezTo>
                  <a:cubicBezTo>
                    <a:pt x="629" y="1629"/>
                    <a:pt x="629" y="1629"/>
                    <a:pt x="629" y="1629"/>
                  </a:cubicBezTo>
                  <a:cubicBezTo>
                    <a:pt x="629" y="1629"/>
                    <a:pt x="494" y="1644"/>
                    <a:pt x="416" y="1619"/>
                  </a:cubicBezTo>
                  <a:cubicBezTo>
                    <a:pt x="338" y="1593"/>
                    <a:pt x="76" y="1401"/>
                    <a:pt x="76" y="1401"/>
                  </a:cubicBez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03" name="Google Shape;503;p31"/>
            <p:cNvSpPr/>
            <p:nvPr/>
          </p:nvSpPr>
          <p:spPr>
            <a:xfrm rot="1352045" flipH="1">
              <a:off x="-1700823" y="1492366"/>
              <a:ext cx="165617" cy="105278"/>
            </a:xfrm>
            <a:custGeom>
              <a:avLst/>
              <a:gdLst/>
              <a:ahLst/>
              <a:cxnLst/>
              <a:rect l="l" t="t" r="r" b="b"/>
              <a:pathLst>
                <a:path w="137" h="87" extrusionOk="0">
                  <a:moveTo>
                    <a:pt x="137" y="29"/>
                  </a:moveTo>
                  <a:cubicBezTo>
                    <a:pt x="94" y="29"/>
                    <a:pt x="47" y="50"/>
                    <a:pt x="16" y="87"/>
                  </a:cubicBezTo>
                  <a:cubicBezTo>
                    <a:pt x="0" y="58"/>
                    <a:pt x="0" y="58"/>
                    <a:pt x="0" y="58"/>
                  </a:cubicBezTo>
                  <a:cubicBezTo>
                    <a:pt x="31" y="22"/>
                    <a:pt x="78" y="0"/>
                    <a:pt x="121" y="0"/>
                  </a:cubicBezTo>
                  <a:cubicBezTo>
                    <a:pt x="126" y="10"/>
                    <a:pt x="132" y="19"/>
                    <a:pt x="137" y="29"/>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04" name="Google Shape;504;p31"/>
            <p:cNvSpPr/>
            <p:nvPr/>
          </p:nvSpPr>
          <p:spPr>
            <a:xfrm rot="1352045" flipH="1">
              <a:off x="-2350335" y="1334112"/>
              <a:ext cx="598279" cy="322253"/>
            </a:xfrm>
            <a:custGeom>
              <a:avLst/>
              <a:gdLst/>
              <a:ahLst/>
              <a:cxnLst/>
              <a:rect l="l" t="t" r="r" b="b"/>
              <a:pathLst>
                <a:path w="466" h="251" extrusionOk="0">
                  <a:moveTo>
                    <a:pt x="451" y="225"/>
                  </a:moveTo>
                  <a:lnTo>
                    <a:pt x="466" y="251"/>
                  </a:lnTo>
                  <a:lnTo>
                    <a:pt x="15" y="27"/>
                  </a:lnTo>
                  <a:lnTo>
                    <a:pt x="0" y="0"/>
                  </a:lnTo>
                  <a:lnTo>
                    <a:pt x="451" y="225"/>
                  </a:ln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05" name="Google Shape;505;p31"/>
            <p:cNvSpPr/>
            <p:nvPr/>
          </p:nvSpPr>
          <p:spPr>
            <a:xfrm rot="1352045" flipH="1">
              <a:off x="-2343800" y="1345163"/>
              <a:ext cx="598279" cy="322253"/>
            </a:xfrm>
            <a:custGeom>
              <a:avLst/>
              <a:gdLst/>
              <a:ahLst/>
              <a:cxnLst/>
              <a:rect l="l" t="t" r="r" b="b"/>
              <a:pathLst>
                <a:path w="466" h="251" extrusionOk="0">
                  <a:moveTo>
                    <a:pt x="451" y="223"/>
                  </a:moveTo>
                  <a:lnTo>
                    <a:pt x="466" y="251"/>
                  </a:lnTo>
                  <a:lnTo>
                    <a:pt x="16" y="27"/>
                  </a:lnTo>
                  <a:lnTo>
                    <a:pt x="0" y="0"/>
                  </a:lnTo>
                  <a:lnTo>
                    <a:pt x="451" y="223"/>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06" name="Google Shape;506;p31"/>
            <p:cNvSpPr/>
            <p:nvPr/>
          </p:nvSpPr>
          <p:spPr>
            <a:xfrm rot="1352045" flipH="1">
              <a:off x="-2339733" y="1360869"/>
              <a:ext cx="586724" cy="315834"/>
            </a:xfrm>
            <a:custGeom>
              <a:avLst/>
              <a:gdLst/>
              <a:ahLst/>
              <a:cxnLst/>
              <a:rect l="l" t="t" r="r" b="b"/>
              <a:pathLst>
                <a:path w="457" h="246" extrusionOk="0">
                  <a:moveTo>
                    <a:pt x="442" y="219"/>
                  </a:moveTo>
                  <a:lnTo>
                    <a:pt x="457" y="246"/>
                  </a:lnTo>
                  <a:lnTo>
                    <a:pt x="15" y="26"/>
                  </a:lnTo>
                  <a:lnTo>
                    <a:pt x="0" y="0"/>
                  </a:lnTo>
                  <a:lnTo>
                    <a:pt x="442" y="219"/>
                  </a:ln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07" name="Google Shape;507;p31"/>
            <p:cNvSpPr/>
            <p:nvPr/>
          </p:nvSpPr>
          <p:spPr>
            <a:xfrm rot="1352045" flipH="1">
              <a:off x="-1733834" y="1470975"/>
              <a:ext cx="112980" cy="48787"/>
            </a:xfrm>
            <a:custGeom>
              <a:avLst/>
              <a:gdLst/>
              <a:ahLst/>
              <a:cxnLst/>
              <a:rect l="l" t="t" r="r" b="b"/>
              <a:pathLst>
                <a:path w="93" h="40" extrusionOk="0">
                  <a:moveTo>
                    <a:pt x="93" y="40"/>
                  </a:moveTo>
                  <a:cubicBezTo>
                    <a:pt x="71" y="29"/>
                    <a:pt x="43" y="29"/>
                    <a:pt x="17" y="36"/>
                  </a:cubicBezTo>
                  <a:cubicBezTo>
                    <a:pt x="11" y="27"/>
                    <a:pt x="6" y="17"/>
                    <a:pt x="0" y="7"/>
                  </a:cubicBezTo>
                  <a:cubicBezTo>
                    <a:pt x="27" y="0"/>
                    <a:pt x="54" y="1"/>
                    <a:pt x="76" y="11"/>
                  </a:cubicBezTo>
                  <a:cubicBezTo>
                    <a:pt x="81" y="20"/>
                    <a:pt x="88" y="31"/>
                    <a:pt x="93" y="4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08" name="Google Shape;508;p31"/>
            <p:cNvSpPr/>
            <p:nvPr/>
          </p:nvSpPr>
          <p:spPr>
            <a:xfrm rot="1352045" flipH="1">
              <a:off x="-1729002" y="1554111"/>
              <a:ext cx="64193" cy="70613"/>
            </a:xfrm>
            <a:custGeom>
              <a:avLst/>
              <a:gdLst/>
              <a:ahLst/>
              <a:cxnLst/>
              <a:rect l="l" t="t" r="r" b="b"/>
              <a:pathLst>
                <a:path w="50" h="55" extrusionOk="0">
                  <a:moveTo>
                    <a:pt x="50" y="3"/>
                  </a:moveTo>
                  <a:lnTo>
                    <a:pt x="6" y="55"/>
                  </a:lnTo>
                  <a:lnTo>
                    <a:pt x="0" y="51"/>
                  </a:lnTo>
                  <a:lnTo>
                    <a:pt x="43" y="0"/>
                  </a:lnTo>
                  <a:lnTo>
                    <a:pt x="50" y="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09" name="Google Shape;509;p31"/>
            <p:cNvSpPr/>
            <p:nvPr/>
          </p:nvSpPr>
          <p:spPr>
            <a:xfrm rot="1352051" flipH="1">
              <a:off x="-2056618" y="1541476"/>
              <a:ext cx="52638" cy="51355"/>
            </a:xfrm>
            <a:custGeom>
              <a:avLst/>
              <a:gdLst/>
              <a:ahLst/>
              <a:cxnLst/>
              <a:rect l="l" t="t" r="r" b="b"/>
              <a:pathLst>
                <a:path w="41" h="40" extrusionOk="0">
                  <a:moveTo>
                    <a:pt x="26" y="13"/>
                  </a:moveTo>
                  <a:lnTo>
                    <a:pt x="41" y="40"/>
                  </a:lnTo>
                  <a:lnTo>
                    <a:pt x="16" y="27"/>
                  </a:lnTo>
                  <a:lnTo>
                    <a:pt x="0" y="0"/>
                  </a:lnTo>
                  <a:lnTo>
                    <a:pt x="26" y="13"/>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10" name="Google Shape;510;p31"/>
            <p:cNvSpPr/>
            <p:nvPr/>
          </p:nvSpPr>
          <p:spPr>
            <a:xfrm rot="1352046" flipH="1">
              <a:off x="-2062739" y="1550297"/>
              <a:ext cx="23109" cy="37232"/>
            </a:xfrm>
            <a:custGeom>
              <a:avLst/>
              <a:gdLst/>
              <a:ahLst/>
              <a:cxnLst/>
              <a:rect l="l" t="t" r="r" b="b"/>
              <a:pathLst>
                <a:path w="19" h="31" extrusionOk="0">
                  <a:moveTo>
                    <a:pt x="2" y="2"/>
                  </a:moveTo>
                  <a:cubicBezTo>
                    <a:pt x="19" y="31"/>
                    <a:pt x="19" y="31"/>
                    <a:pt x="19" y="31"/>
                  </a:cubicBezTo>
                  <a:cubicBezTo>
                    <a:pt x="18" y="30"/>
                    <a:pt x="17" y="29"/>
                    <a:pt x="16" y="28"/>
                  </a:cubicBezTo>
                  <a:cubicBezTo>
                    <a:pt x="0" y="0"/>
                    <a:pt x="0" y="0"/>
                    <a:pt x="0" y="0"/>
                  </a:cubicBezTo>
                  <a:cubicBezTo>
                    <a:pt x="1" y="0"/>
                    <a:pt x="2" y="1"/>
                    <a:pt x="2" y="2"/>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11" name="Google Shape;511;p31"/>
            <p:cNvSpPr/>
            <p:nvPr/>
          </p:nvSpPr>
          <p:spPr>
            <a:xfrm rot="1352050" flipH="1">
              <a:off x="-1387021" y="2151319"/>
              <a:ext cx="26961" cy="41084"/>
            </a:xfrm>
            <a:custGeom>
              <a:avLst/>
              <a:gdLst/>
              <a:ahLst/>
              <a:cxnLst/>
              <a:rect l="l" t="t" r="r" b="b"/>
              <a:pathLst>
                <a:path w="22" h="34" extrusionOk="0">
                  <a:moveTo>
                    <a:pt x="16" y="29"/>
                  </a:moveTo>
                  <a:cubicBezTo>
                    <a:pt x="0" y="0"/>
                    <a:pt x="0" y="0"/>
                    <a:pt x="0" y="0"/>
                  </a:cubicBezTo>
                  <a:cubicBezTo>
                    <a:pt x="1" y="2"/>
                    <a:pt x="3" y="4"/>
                    <a:pt x="5" y="5"/>
                  </a:cubicBezTo>
                  <a:cubicBezTo>
                    <a:pt x="22" y="34"/>
                    <a:pt x="22" y="34"/>
                    <a:pt x="22" y="34"/>
                  </a:cubicBezTo>
                  <a:cubicBezTo>
                    <a:pt x="19" y="33"/>
                    <a:pt x="17" y="31"/>
                    <a:pt x="16" y="29"/>
                  </a:cubicBez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12" name="Google Shape;512;p31"/>
            <p:cNvSpPr/>
            <p:nvPr/>
          </p:nvSpPr>
          <p:spPr>
            <a:xfrm rot="1352048" flipH="1">
              <a:off x="-1661177" y="1589930"/>
              <a:ext cx="34664" cy="34664"/>
            </a:xfrm>
            <a:custGeom>
              <a:avLst/>
              <a:gdLst/>
              <a:ahLst/>
              <a:cxnLst/>
              <a:rect l="l" t="t" r="r" b="b"/>
              <a:pathLst>
                <a:path w="27" h="27" extrusionOk="0">
                  <a:moveTo>
                    <a:pt x="27" y="3"/>
                  </a:moveTo>
                  <a:lnTo>
                    <a:pt x="6" y="27"/>
                  </a:lnTo>
                  <a:lnTo>
                    <a:pt x="0" y="24"/>
                  </a:lnTo>
                  <a:lnTo>
                    <a:pt x="20" y="0"/>
                  </a:lnTo>
                  <a:lnTo>
                    <a:pt x="27" y="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13" name="Google Shape;513;p31"/>
            <p:cNvSpPr/>
            <p:nvPr/>
          </p:nvSpPr>
          <p:spPr>
            <a:xfrm rot="1352051" flipH="1">
              <a:off x="-1683406" y="1577808"/>
              <a:ext cx="44935" cy="47503"/>
            </a:xfrm>
            <a:custGeom>
              <a:avLst/>
              <a:gdLst/>
              <a:ahLst/>
              <a:cxnLst/>
              <a:rect l="l" t="t" r="r" b="b"/>
              <a:pathLst>
                <a:path w="35" h="37" extrusionOk="0">
                  <a:moveTo>
                    <a:pt x="35" y="4"/>
                  </a:moveTo>
                  <a:lnTo>
                    <a:pt x="7" y="37"/>
                  </a:lnTo>
                  <a:lnTo>
                    <a:pt x="0" y="34"/>
                  </a:lnTo>
                  <a:lnTo>
                    <a:pt x="28" y="0"/>
                  </a:lnTo>
                  <a:lnTo>
                    <a:pt x="35" y="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14" name="Google Shape;514;p31"/>
            <p:cNvSpPr/>
            <p:nvPr/>
          </p:nvSpPr>
          <p:spPr>
            <a:xfrm rot="1352045" flipH="1">
              <a:off x="-1707811" y="1564997"/>
              <a:ext cx="56490" cy="59058"/>
            </a:xfrm>
            <a:custGeom>
              <a:avLst/>
              <a:gdLst/>
              <a:ahLst/>
              <a:cxnLst/>
              <a:rect l="l" t="t" r="r" b="b"/>
              <a:pathLst>
                <a:path w="44" h="46" extrusionOk="0">
                  <a:moveTo>
                    <a:pt x="44" y="3"/>
                  </a:moveTo>
                  <a:lnTo>
                    <a:pt x="7" y="46"/>
                  </a:lnTo>
                  <a:lnTo>
                    <a:pt x="0" y="44"/>
                  </a:lnTo>
                  <a:lnTo>
                    <a:pt x="37" y="0"/>
                  </a:lnTo>
                  <a:lnTo>
                    <a:pt x="44" y="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15" name="Google Shape;515;p31"/>
            <p:cNvSpPr/>
            <p:nvPr/>
          </p:nvSpPr>
          <p:spPr>
            <a:xfrm rot="1352051" flipH="1">
              <a:off x="-1983764" y="1545654"/>
              <a:ext cx="64193" cy="69330"/>
            </a:xfrm>
            <a:custGeom>
              <a:avLst/>
              <a:gdLst/>
              <a:ahLst/>
              <a:cxnLst/>
              <a:rect l="l" t="t" r="r" b="b"/>
              <a:pathLst>
                <a:path w="53" h="57" extrusionOk="0">
                  <a:moveTo>
                    <a:pt x="37" y="8"/>
                  </a:moveTo>
                  <a:cubicBezTo>
                    <a:pt x="53" y="37"/>
                    <a:pt x="53" y="37"/>
                    <a:pt x="53" y="37"/>
                  </a:cubicBezTo>
                  <a:cubicBezTo>
                    <a:pt x="52" y="35"/>
                    <a:pt x="51" y="33"/>
                    <a:pt x="48" y="32"/>
                  </a:cubicBezTo>
                  <a:cubicBezTo>
                    <a:pt x="41" y="29"/>
                    <a:pt x="29" y="32"/>
                    <a:pt x="22" y="40"/>
                  </a:cubicBezTo>
                  <a:cubicBezTo>
                    <a:pt x="17" y="45"/>
                    <a:pt x="17" y="52"/>
                    <a:pt x="19" y="57"/>
                  </a:cubicBezTo>
                  <a:cubicBezTo>
                    <a:pt x="3" y="28"/>
                    <a:pt x="3" y="28"/>
                    <a:pt x="3" y="28"/>
                  </a:cubicBezTo>
                  <a:cubicBezTo>
                    <a:pt x="0" y="23"/>
                    <a:pt x="1" y="17"/>
                    <a:pt x="6" y="11"/>
                  </a:cubicBezTo>
                  <a:cubicBezTo>
                    <a:pt x="12" y="3"/>
                    <a:pt x="24" y="0"/>
                    <a:pt x="32" y="4"/>
                  </a:cubicBezTo>
                  <a:cubicBezTo>
                    <a:pt x="34" y="5"/>
                    <a:pt x="36" y="6"/>
                    <a:pt x="37" y="8"/>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16" name="Google Shape;516;p31"/>
            <p:cNvSpPr/>
            <p:nvPr/>
          </p:nvSpPr>
          <p:spPr>
            <a:xfrm rot="1352051" flipH="1">
              <a:off x="-1956716" y="1585196"/>
              <a:ext cx="25677" cy="39800"/>
            </a:xfrm>
            <a:custGeom>
              <a:avLst/>
              <a:gdLst/>
              <a:ahLst/>
              <a:cxnLst/>
              <a:rect l="l" t="t" r="r" b="b"/>
              <a:pathLst>
                <a:path w="21" h="33" extrusionOk="0">
                  <a:moveTo>
                    <a:pt x="21" y="33"/>
                  </a:moveTo>
                  <a:cubicBezTo>
                    <a:pt x="19" y="32"/>
                    <a:pt x="17" y="30"/>
                    <a:pt x="16" y="29"/>
                  </a:cubicBezTo>
                  <a:cubicBezTo>
                    <a:pt x="0" y="0"/>
                    <a:pt x="0" y="0"/>
                    <a:pt x="0" y="0"/>
                  </a:cubicBezTo>
                  <a:cubicBezTo>
                    <a:pt x="1" y="2"/>
                    <a:pt x="2" y="3"/>
                    <a:pt x="5" y="5"/>
                  </a:cubicBezTo>
                  <a:cubicBezTo>
                    <a:pt x="10" y="14"/>
                    <a:pt x="16" y="24"/>
                    <a:pt x="21" y="33"/>
                  </a:cubicBezTo>
                  <a:close/>
                </a:path>
              </a:pathLst>
            </a:custGeom>
            <a:solidFill>
              <a:srgbClr val="3B414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17" name="Google Shape;517;p31"/>
            <p:cNvSpPr/>
            <p:nvPr/>
          </p:nvSpPr>
          <p:spPr>
            <a:xfrm rot="1352045" flipH="1">
              <a:off x="-1945614" y="1591264"/>
              <a:ext cx="10271" cy="17974"/>
            </a:xfrm>
            <a:custGeom>
              <a:avLst/>
              <a:gdLst/>
              <a:ahLst/>
              <a:cxnLst/>
              <a:rect l="l" t="t" r="r" b="b"/>
              <a:pathLst>
                <a:path w="8" h="14" extrusionOk="0">
                  <a:moveTo>
                    <a:pt x="0" y="0"/>
                  </a:moveTo>
                  <a:cubicBezTo>
                    <a:pt x="0" y="0"/>
                    <a:pt x="0" y="0"/>
                    <a:pt x="0" y="0"/>
                  </a:cubicBezTo>
                  <a:cubicBezTo>
                    <a:pt x="1" y="2"/>
                    <a:pt x="2" y="4"/>
                    <a:pt x="4" y="6"/>
                  </a:cubicBezTo>
                  <a:cubicBezTo>
                    <a:pt x="5" y="9"/>
                    <a:pt x="6" y="11"/>
                    <a:pt x="8" y="14"/>
                  </a:cubicBezTo>
                  <a:cubicBezTo>
                    <a:pt x="5" y="9"/>
                    <a:pt x="2" y="4"/>
                    <a:pt x="0" y="0"/>
                  </a:cubicBezTo>
                  <a:close/>
                </a:path>
              </a:pathLst>
            </a:custGeom>
            <a:solidFill>
              <a:srgbClr val="3B414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18" name="Google Shape;518;p31"/>
            <p:cNvSpPr/>
            <p:nvPr/>
          </p:nvSpPr>
          <p:spPr>
            <a:xfrm rot="1352047" flipH="1">
              <a:off x="-1985895" y="1547316"/>
              <a:ext cx="25677" cy="55206"/>
            </a:xfrm>
            <a:custGeom>
              <a:avLst/>
              <a:gdLst/>
              <a:ahLst/>
              <a:cxnLst/>
              <a:rect l="l" t="t" r="r" b="b"/>
              <a:pathLst>
                <a:path w="22" h="46" extrusionOk="0">
                  <a:moveTo>
                    <a:pt x="19" y="29"/>
                  </a:moveTo>
                  <a:cubicBezTo>
                    <a:pt x="22" y="34"/>
                    <a:pt x="21" y="40"/>
                    <a:pt x="16" y="46"/>
                  </a:cubicBezTo>
                  <a:cubicBezTo>
                    <a:pt x="11" y="36"/>
                    <a:pt x="5" y="27"/>
                    <a:pt x="0" y="17"/>
                  </a:cubicBezTo>
                  <a:cubicBezTo>
                    <a:pt x="5" y="11"/>
                    <a:pt x="6" y="5"/>
                    <a:pt x="3" y="0"/>
                  </a:cubicBezTo>
                  <a:cubicBezTo>
                    <a:pt x="8" y="9"/>
                    <a:pt x="14" y="20"/>
                    <a:pt x="19" y="29"/>
                  </a:cubicBezTo>
                  <a:close/>
                </a:path>
              </a:pathLst>
            </a:custGeom>
            <a:solidFill>
              <a:srgbClr val="3B414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19" name="Google Shape;519;p31"/>
            <p:cNvSpPr/>
            <p:nvPr/>
          </p:nvSpPr>
          <p:spPr>
            <a:xfrm rot="1352048" flipH="1">
              <a:off x="-1983657" y="1568304"/>
              <a:ext cx="19257" cy="34664"/>
            </a:xfrm>
            <a:custGeom>
              <a:avLst/>
              <a:gdLst/>
              <a:ahLst/>
              <a:cxnLst/>
              <a:rect l="l" t="t" r="r" b="b"/>
              <a:pathLst>
                <a:path w="16" h="29" extrusionOk="0">
                  <a:moveTo>
                    <a:pt x="0" y="0"/>
                  </a:moveTo>
                  <a:cubicBezTo>
                    <a:pt x="5" y="10"/>
                    <a:pt x="11" y="19"/>
                    <a:pt x="16" y="29"/>
                  </a:cubicBezTo>
                  <a:cubicBezTo>
                    <a:pt x="11" y="19"/>
                    <a:pt x="5" y="10"/>
                    <a:pt x="0" y="0"/>
                  </a:cubicBezTo>
                  <a:close/>
                </a:path>
              </a:pathLst>
            </a:custGeom>
            <a:solidFill>
              <a:srgbClr val="3B414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20" name="Google Shape;520;p31"/>
            <p:cNvSpPr/>
            <p:nvPr/>
          </p:nvSpPr>
          <p:spPr>
            <a:xfrm rot="1352051" flipH="1">
              <a:off x="-1987589" y="1573915"/>
              <a:ext cx="51354" cy="48787"/>
            </a:xfrm>
            <a:custGeom>
              <a:avLst/>
              <a:gdLst/>
              <a:ahLst/>
              <a:cxnLst/>
              <a:rect l="l" t="t" r="r" b="b"/>
              <a:pathLst>
                <a:path w="42" h="40" extrusionOk="0">
                  <a:moveTo>
                    <a:pt x="16" y="36"/>
                  </a:moveTo>
                  <a:cubicBezTo>
                    <a:pt x="16" y="35"/>
                    <a:pt x="16" y="35"/>
                    <a:pt x="16" y="35"/>
                  </a:cubicBezTo>
                  <a:cubicBezTo>
                    <a:pt x="15" y="35"/>
                    <a:pt x="15" y="34"/>
                    <a:pt x="15" y="34"/>
                  </a:cubicBezTo>
                  <a:cubicBezTo>
                    <a:pt x="14" y="32"/>
                    <a:pt x="12" y="29"/>
                    <a:pt x="11" y="27"/>
                  </a:cubicBezTo>
                  <a:cubicBezTo>
                    <a:pt x="7" y="21"/>
                    <a:pt x="4" y="14"/>
                    <a:pt x="0" y="8"/>
                  </a:cubicBezTo>
                  <a:cubicBezTo>
                    <a:pt x="7" y="11"/>
                    <a:pt x="19" y="8"/>
                    <a:pt x="26" y="0"/>
                  </a:cubicBezTo>
                  <a:cubicBezTo>
                    <a:pt x="31" y="10"/>
                    <a:pt x="37" y="19"/>
                    <a:pt x="42" y="29"/>
                  </a:cubicBezTo>
                  <a:cubicBezTo>
                    <a:pt x="42" y="29"/>
                    <a:pt x="42" y="29"/>
                    <a:pt x="42" y="29"/>
                  </a:cubicBezTo>
                  <a:cubicBezTo>
                    <a:pt x="36" y="37"/>
                    <a:pt x="24" y="40"/>
                    <a:pt x="16" y="36"/>
                  </a:cubicBezTo>
                  <a:close/>
                </a:path>
              </a:pathLst>
            </a:custGeom>
            <a:solidFill>
              <a:srgbClr val="3B414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21" name="Google Shape;521;p31"/>
            <p:cNvSpPr/>
            <p:nvPr/>
          </p:nvSpPr>
          <p:spPr>
            <a:xfrm rot="1352047" flipH="1">
              <a:off x="-2011068" y="1560290"/>
              <a:ext cx="26961" cy="43652"/>
            </a:xfrm>
            <a:custGeom>
              <a:avLst/>
              <a:gdLst/>
              <a:ahLst/>
              <a:cxnLst/>
              <a:rect l="l" t="t" r="r" b="b"/>
              <a:pathLst>
                <a:path w="21" h="34" extrusionOk="0">
                  <a:moveTo>
                    <a:pt x="5" y="0"/>
                  </a:moveTo>
                  <a:lnTo>
                    <a:pt x="21" y="26"/>
                  </a:lnTo>
                  <a:lnTo>
                    <a:pt x="15" y="34"/>
                  </a:lnTo>
                  <a:lnTo>
                    <a:pt x="0" y="6"/>
                  </a:lnTo>
                  <a:lnTo>
                    <a:pt x="5" y="0"/>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22" name="Google Shape;522;p31"/>
            <p:cNvSpPr/>
            <p:nvPr/>
          </p:nvSpPr>
          <p:spPr>
            <a:xfrm rot="1352046" flipH="1">
              <a:off x="-2023431" y="1548845"/>
              <a:ext cx="37232" cy="41084"/>
            </a:xfrm>
            <a:custGeom>
              <a:avLst/>
              <a:gdLst/>
              <a:ahLst/>
              <a:cxnLst/>
              <a:rect l="l" t="t" r="r" b="b"/>
              <a:pathLst>
                <a:path w="30" h="34" extrusionOk="0">
                  <a:moveTo>
                    <a:pt x="13" y="2"/>
                  </a:moveTo>
                  <a:cubicBezTo>
                    <a:pt x="30" y="31"/>
                    <a:pt x="30" y="31"/>
                    <a:pt x="30" y="31"/>
                  </a:cubicBezTo>
                  <a:cubicBezTo>
                    <a:pt x="26" y="29"/>
                    <a:pt x="20" y="31"/>
                    <a:pt x="17" y="34"/>
                  </a:cubicBezTo>
                  <a:cubicBezTo>
                    <a:pt x="0" y="6"/>
                    <a:pt x="0" y="6"/>
                    <a:pt x="0" y="6"/>
                  </a:cubicBezTo>
                  <a:cubicBezTo>
                    <a:pt x="3" y="2"/>
                    <a:pt x="9" y="0"/>
                    <a:pt x="13" y="2"/>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23" name="Google Shape;523;p31"/>
            <p:cNvSpPr/>
            <p:nvPr/>
          </p:nvSpPr>
          <p:spPr>
            <a:xfrm rot="1352051" flipH="1">
              <a:off x="-2046545" y="1574793"/>
              <a:ext cx="52638" cy="50071"/>
            </a:xfrm>
            <a:custGeom>
              <a:avLst/>
              <a:gdLst/>
              <a:ahLst/>
              <a:cxnLst/>
              <a:rect l="l" t="t" r="r" b="b"/>
              <a:pathLst>
                <a:path w="41" h="39" extrusionOk="0">
                  <a:moveTo>
                    <a:pt x="26" y="12"/>
                  </a:moveTo>
                  <a:lnTo>
                    <a:pt x="41" y="39"/>
                  </a:lnTo>
                  <a:lnTo>
                    <a:pt x="15" y="26"/>
                  </a:lnTo>
                  <a:lnTo>
                    <a:pt x="0" y="0"/>
                  </a:lnTo>
                  <a:lnTo>
                    <a:pt x="26" y="12"/>
                  </a:ln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24" name="Google Shape;524;p31"/>
            <p:cNvSpPr/>
            <p:nvPr/>
          </p:nvSpPr>
          <p:spPr>
            <a:xfrm rot="1352046" flipH="1">
              <a:off x="-2007004" y="1569570"/>
              <a:ext cx="23109" cy="44935"/>
            </a:xfrm>
            <a:custGeom>
              <a:avLst/>
              <a:gdLst/>
              <a:ahLst/>
              <a:cxnLst/>
              <a:rect l="l" t="t" r="r" b="b"/>
              <a:pathLst>
                <a:path w="19" h="37" extrusionOk="0">
                  <a:moveTo>
                    <a:pt x="18" y="37"/>
                  </a:moveTo>
                  <a:cubicBezTo>
                    <a:pt x="2" y="8"/>
                    <a:pt x="2" y="8"/>
                    <a:pt x="2" y="8"/>
                  </a:cubicBezTo>
                  <a:cubicBezTo>
                    <a:pt x="0" y="6"/>
                    <a:pt x="1" y="3"/>
                    <a:pt x="3" y="0"/>
                  </a:cubicBezTo>
                  <a:cubicBezTo>
                    <a:pt x="19" y="29"/>
                    <a:pt x="19" y="29"/>
                    <a:pt x="19" y="29"/>
                  </a:cubicBezTo>
                  <a:cubicBezTo>
                    <a:pt x="17" y="32"/>
                    <a:pt x="17" y="35"/>
                    <a:pt x="18" y="37"/>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25" name="Google Shape;525;p31"/>
            <p:cNvSpPr/>
            <p:nvPr/>
          </p:nvSpPr>
          <p:spPr>
            <a:xfrm rot="1352048" flipH="1">
              <a:off x="-2010600" y="1578613"/>
              <a:ext cx="21825" cy="37232"/>
            </a:xfrm>
            <a:custGeom>
              <a:avLst/>
              <a:gdLst/>
              <a:ahLst/>
              <a:cxnLst/>
              <a:rect l="l" t="t" r="r" b="b"/>
              <a:pathLst>
                <a:path w="18" h="31" extrusionOk="0">
                  <a:moveTo>
                    <a:pt x="16" y="29"/>
                  </a:moveTo>
                  <a:cubicBezTo>
                    <a:pt x="0" y="0"/>
                    <a:pt x="0" y="0"/>
                    <a:pt x="0" y="0"/>
                  </a:cubicBezTo>
                  <a:cubicBezTo>
                    <a:pt x="0" y="1"/>
                    <a:pt x="1" y="2"/>
                    <a:pt x="2" y="3"/>
                  </a:cubicBezTo>
                  <a:cubicBezTo>
                    <a:pt x="18" y="31"/>
                    <a:pt x="18" y="31"/>
                    <a:pt x="18" y="31"/>
                  </a:cubicBezTo>
                  <a:cubicBezTo>
                    <a:pt x="17" y="31"/>
                    <a:pt x="16" y="30"/>
                    <a:pt x="16" y="29"/>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26" name="Google Shape;526;p31"/>
            <p:cNvSpPr/>
            <p:nvPr/>
          </p:nvSpPr>
          <p:spPr>
            <a:xfrm rot="1352046" flipH="1">
              <a:off x="-2064030" y="1576214"/>
              <a:ext cx="35948" cy="41084"/>
            </a:xfrm>
            <a:custGeom>
              <a:avLst/>
              <a:gdLst/>
              <a:ahLst/>
              <a:cxnLst/>
              <a:rect l="l" t="t" r="r" b="b"/>
              <a:pathLst>
                <a:path w="29" h="34" extrusionOk="0">
                  <a:moveTo>
                    <a:pt x="16" y="32"/>
                  </a:moveTo>
                  <a:cubicBezTo>
                    <a:pt x="15" y="31"/>
                    <a:pt x="15" y="30"/>
                    <a:pt x="14" y="29"/>
                  </a:cubicBezTo>
                  <a:cubicBezTo>
                    <a:pt x="13" y="28"/>
                    <a:pt x="13" y="26"/>
                    <a:pt x="12" y="25"/>
                  </a:cubicBezTo>
                  <a:cubicBezTo>
                    <a:pt x="11" y="23"/>
                    <a:pt x="10" y="21"/>
                    <a:pt x="9" y="20"/>
                  </a:cubicBezTo>
                  <a:cubicBezTo>
                    <a:pt x="6" y="14"/>
                    <a:pt x="3" y="9"/>
                    <a:pt x="0" y="3"/>
                  </a:cubicBezTo>
                  <a:cubicBezTo>
                    <a:pt x="3" y="5"/>
                    <a:pt x="9" y="4"/>
                    <a:pt x="12" y="0"/>
                  </a:cubicBezTo>
                  <a:cubicBezTo>
                    <a:pt x="29" y="28"/>
                    <a:pt x="29" y="28"/>
                    <a:pt x="29" y="28"/>
                  </a:cubicBezTo>
                  <a:cubicBezTo>
                    <a:pt x="26" y="32"/>
                    <a:pt x="20" y="34"/>
                    <a:pt x="16" y="32"/>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27" name="Google Shape;527;p31"/>
            <p:cNvSpPr/>
            <p:nvPr/>
          </p:nvSpPr>
          <p:spPr>
            <a:xfrm rot="1352047" flipH="1">
              <a:off x="-2156957" y="1480819"/>
              <a:ext cx="278597" cy="172040"/>
            </a:xfrm>
            <a:custGeom>
              <a:avLst/>
              <a:gdLst/>
              <a:ahLst/>
              <a:cxnLst/>
              <a:rect l="l" t="t" r="r" b="b"/>
              <a:pathLst>
                <a:path w="229" h="142" extrusionOk="0">
                  <a:moveTo>
                    <a:pt x="17" y="0"/>
                  </a:moveTo>
                  <a:cubicBezTo>
                    <a:pt x="229" y="105"/>
                    <a:pt x="229" y="105"/>
                    <a:pt x="229" y="105"/>
                  </a:cubicBezTo>
                  <a:cubicBezTo>
                    <a:pt x="228" y="105"/>
                    <a:pt x="203" y="98"/>
                    <a:pt x="185" y="120"/>
                  </a:cubicBezTo>
                  <a:cubicBezTo>
                    <a:pt x="166" y="142"/>
                    <a:pt x="145" y="137"/>
                    <a:pt x="129" y="129"/>
                  </a:cubicBezTo>
                  <a:cubicBezTo>
                    <a:pt x="112" y="121"/>
                    <a:pt x="81" y="105"/>
                    <a:pt x="80" y="104"/>
                  </a:cubicBezTo>
                  <a:cubicBezTo>
                    <a:pt x="78" y="104"/>
                    <a:pt x="47" y="88"/>
                    <a:pt x="31" y="80"/>
                  </a:cubicBezTo>
                  <a:cubicBezTo>
                    <a:pt x="15" y="72"/>
                    <a:pt x="0" y="60"/>
                    <a:pt x="18" y="38"/>
                  </a:cubicBezTo>
                  <a:cubicBezTo>
                    <a:pt x="37" y="15"/>
                    <a:pt x="18" y="1"/>
                    <a:pt x="17" y="0"/>
                  </a:cubicBezTo>
                  <a:close/>
                  <a:moveTo>
                    <a:pt x="124" y="86"/>
                  </a:moveTo>
                  <a:cubicBezTo>
                    <a:pt x="131" y="78"/>
                    <a:pt x="131" y="78"/>
                    <a:pt x="131" y="78"/>
                  </a:cubicBezTo>
                  <a:cubicBezTo>
                    <a:pt x="134" y="75"/>
                    <a:pt x="134" y="70"/>
                    <a:pt x="130" y="68"/>
                  </a:cubicBezTo>
                  <a:cubicBezTo>
                    <a:pt x="102" y="54"/>
                    <a:pt x="102" y="54"/>
                    <a:pt x="102" y="54"/>
                  </a:cubicBezTo>
                  <a:cubicBezTo>
                    <a:pt x="98" y="52"/>
                    <a:pt x="92" y="54"/>
                    <a:pt x="89" y="58"/>
                  </a:cubicBezTo>
                  <a:cubicBezTo>
                    <a:pt x="83" y="65"/>
                    <a:pt x="83" y="65"/>
                    <a:pt x="83" y="65"/>
                  </a:cubicBezTo>
                  <a:cubicBezTo>
                    <a:pt x="80" y="69"/>
                    <a:pt x="80" y="74"/>
                    <a:pt x="84" y="76"/>
                  </a:cubicBezTo>
                  <a:cubicBezTo>
                    <a:pt x="112" y="89"/>
                    <a:pt x="112" y="89"/>
                    <a:pt x="112" y="89"/>
                  </a:cubicBezTo>
                  <a:cubicBezTo>
                    <a:pt x="115" y="91"/>
                    <a:pt x="121" y="90"/>
                    <a:pt x="124" y="86"/>
                  </a:cubicBezTo>
                  <a:moveTo>
                    <a:pt x="41" y="65"/>
                  </a:moveTo>
                  <a:cubicBezTo>
                    <a:pt x="48" y="68"/>
                    <a:pt x="60" y="65"/>
                    <a:pt x="67" y="57"/>
                  </a:cubicBezTo>
                  <a:cubicBezTo>
                    <a:pt x="74" y="49"/>
                    <a:pt x="73" y="40"/>
                    <a:pt x="65" y="36"/>
                  </a:cubicBezTo>
                  <a:cubicBezTo>
                    <a:pt x="57" y="32"/>
                    <a:pt x="45" y="35"/>
                    <a:pt x="39" y="43"/>
                  </a:cubicBezTo>
                  <a:cubicBezTo>
                    <a:pt x="32" y="51"/>
                    <a:pt x="33" y="61"/>
                    <a:pt x="41" y="65"/>
                  </a:cubicBezTo>
                  <a:moveTo>
                    <a:pt x="144" y="111"/>
                  </a:moveTo>
                  <a:cubicBezTo>
                    <a:pt x="151" y="114"/>
                    <a:pt x="161" y="112"/>
                    <a:pt x="167" y="105"/>
                  </a:cubicBezTo>
                  <a:cubicBezTo>
                    <a:pt x="173" y="98"/>
                    <a:pt x="172" y="90"/>
                    <a:pt x="165" y="86"/>
                  </a:cubicBezTo>
                  <a:cubicBezTo>
                    <a:pt x="158" y="83"/>
                    <a:pt x="148" y="86"/>
                    <a:pt x="142" y="92"/>
                  </a:cubicBezTo>
                  <a:cubicBezTo>
                    <a:pt x="136" y="99"/>
                    <a:pt x="137" y="108"/>
                    <a:pt x="144" y="111"/>
                  </a:cubicBez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28" name="Google Shape;528;p31"/>
            <p:cNvSpPr/>
            <p:nvPr/>
          </p:nvSpPr>
          <p:spPr>
            <a:xfrm rot="1352049" flipH="1">
              <a:off x="-1964074" y="1549833"/>
              <a:ext cx="50070" cy="43652"/>
            </a:xfrm>
            <a:custGeom>
              <a:avLst/>
              <a:gdLst/>
              <a:ahLst/>
              <a:cxnLst/>
              <a:rect l="l" t="t" r="r" b="b"/>
              <a:pathLst>
                <a:path w="42" h="36" extrusionOk="0">
                  <a:moveTo>
                    <a:pt x="33" y="4"/>
                  </a:moveTo>
                  <a:cubicBezTo>
                    <a:pt x="41" y="8"/>
                    <a:pt x="42" y="17"/>
                    <a:pt x="35" y="25"/>
                  </a:cubicBezTo>
                  <a:cubicBezTo>
                    <a:pt x="28" y="33"/>
                    <a:pt x="16" y="36"/>
                    <a:pt x="9" y="33"/>
                  </a:cubicBezTo>
                  <a:cubicBezTo>
                    <a:pt x="1" y="29"/>
                    <a:pt x="0" y="19"/>
                    <a:pt x="7" y="11"/>
                  </a:cubicBezTo>
                  <a:cubicBezTo>
                    <a:pt x="13" y="3"/>
                    <a:pt x="25" y="0"/>
                    <a:pt x="33" y="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29" name="Google Shape;529;p31"/>
            <p:cNvSpPr/>
            <p:nvPr/>
          </p:nvSpPr>
          <p:spPr>
            <a:xfrm rot="1352051" flipH="1">
              <a:off x="-2042341" y="1547124"/>
              <a:ext cx="65476" cy="47503"/>
            </a:xfrm>
            <a:custGeom>
              <a:avLst/>
              <a:gdLst/>
              <a:ahLst/>
              <a:cxnLst/>
              <a:rect l="l" t="t" r="r" b="b"/>
              <a:pathLst>
                <a:path w="54" h="39" extrusionOk="0">
                  <a:moveTo>
                    <a:pt x="50" y="16"/>
                  </a:moveTo>
                  <a:cubicBezTo>
                    <a:pt x="54" y="18"/>
                    <a:pt x="54" y="23"/>
                    <a:pt x="51" y="26"/>
                  </a:cubicBezTo>
                  <a:cubicBezTo>
                    <a:pt x="44" y="34"/>
                    <a:pt x="44" y="34"/>
                    <a:pt x="44" y="34"/>
                  </a:cubicBezTo>
                  <a:cubicBezTo>
                    <a:pt x="41" y="38"/>
                    <a:pt x="35" y="39"/>
                    <a:pt x="32" y="37"/>
                  </a:cubicBezTo>
                  <a:cubicBezTo>
                    <a:pt x="4" y="24"/>
                    <a:pt x="4" y="24"/>
                    <a:pt x="4" y="24"/>
                  </a:cubicBezTo>
                  <a:cubicBezTo>
                    <a:pt x="0" y="22"/>
                    <a:pt x="0" y="17"/>
                    <a:pt x="3" y="13"/>
                  </a:cubicBezTo>
                  <a:cubicBezTo>
                    <a:pt x="9" y="6"/>
                    <a:pt x="9" y="6"/>
                    <a:pt x="9" y="6"/>
                  </a:cubicBezTo>
                  <a:cubicBezTo>
                    <a:pt x="12" y="2"/>
                    <a:pt x="18" y="0"/>
                    <a:pt x="22" y="2"/>
                  </a:cubicBezTo>
                  <a:lnTo>
                    <a:pt x="50" y="1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30" name="Google Shape;530;p31"/>
            <p:cNvSpPr/>
            <p:nvPr/>
          </p:nvSpPr>
          <p:spPr>
            <a:xfrm rot="1352044" flipH="1">
              <a:off x="-2097980" y="1559716"/>
              <a:ext cx="44935" cy="38516"/>
            </a:xfrm>
            <a:custGeom>
              <a:avLst/>
              <a:gdLst/>
              <a:ahLst/>
              <a:cxnLst/>
              <a:rect l="l" t="t" r="r" b="b"/>
              <a:pathLst>
                <a:path w="37" h="31" extrusionOk="0">
                  <a:moveTo>
                    <a:pt x="29" y="3"/>
                  </a:moveTo>
                  <a:cubicBezTo>
                    <a:pt x="36" y="7"/>
                    <a:pt x="37" y="15"/>
                    <a:pt x="31" y="22"/>
                  </a:cubicBezTo>
                  <a:cubicBezTo>
                    <a:pt x="25" y="29"/>
                    <a:pt x="15" y="31"/>
                    <a:pt x="8" y="28"/>
                  </a:cubicBezTo>
                  <a:cubicBezTo>
                    <a:pt x="1" y="25"/>
                    <a:pt x="0" y="16"/>
                    <a:pt x="6" y="9"/>
                  </a:cubicBezTo>
                  <a:cubicBezTo>
                    <a:pt x="12" y="3"/>
                    <a:pt x="22" y="0"/>
                    <a:pt x="29" y="3"/>
                  </a:cubicBezTo>
                  <a:close/>
                  <a:moveTo>
                    <a:pt x="19" y="21"/>
                  </a:moveTo>
                  <a:cubicBezTo>
                    <a:pt x="22" y="23"/>
                    <a:pt x="28" y="22"/>
                    <a:pt x="31" y="18"/>
                  </a:cubicBezTo>
                  <a:cubicBezTo>
                    <a:pt x="34" y="14"/>
                    <a:pt x="33" y="10"/>
                    <a:pt x="30" y="8"/>
                  </a:cubicBezTo>
                  <a:cubicBezTo>
                    <a:pt x="26" y="6"/>
                    <a:pt x="21" y="8"/>
                    <a:pt x="18" y="12"/>
                  </a:cubicBezTo>
                  <a:cubicBezTo>
                    <a:pt x="15" y="15"/>
                    <a:pt x="15" y="20"/>
                    <a:pt x="19" y="21"/>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31" name="Google Shape;531;p31"/>
            <p:cNvSpPr/>
            <p:nvPr/>
          </p:nvSpPr>
          <p:spPr>
            <a:xfrm rot="1352045" flipH="1">
              <a:off x="-2378622" y="1510967"/>
              <a:ext cx="28245" cy="44935"/>
            </a:xfrm>
            <a:custGeom>
              <a:avLst/>
              <a:gdLst/>
              <a:ahLst/>
              <a:cxnLst/>
              <a:rect l="l" t="t" r="r" b="b"/>
              <a:pathLst>
                <a:path w="22" h="35" extrusionOk="0">
                  <a:moveTo>
                    <a:pt x="7" y="0"/>
                  </a:moveTo>
                  <a:lnTo>
                    <a:pt x="22" y="28"/>
                  </a:lnTo>
                  <a:lnTo>
                    <a:pt x="15" y="35"/>
                  </a:lnTo>
                  <a:lnTo>
                    <a:pt x="0" y="8"/>
                  </a:lnTo>
                  <a:lnTo>
                    <a:pt x="7" y="0"/>
                  </a:ln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32" name="Google Shape;532;p31"/>
            <p:cNvSpPr/>
            <p:nvPr/>
          </p:nvSpPr>
          <p:spPr>
            <a:xfrm rot="1352047" flipH="1">
              <a:off x="-2384703" y="1507965"/>
              <a:ext cx="26961" cy="39800"/>
            </a:xfrm>
            <a:custGeom>
              <a:avLst/>
              <a:gdLst/>
              <a:ahLst/>
              <a:cxnLst/>
              <a:rect l="l" t="t" r="r" b="b"/>
              <a:pathLst>
                <a:path w="21" h="31" extrusionOk="0">
                  <a:moveTo>
                    <a:pt x="5" y="4"/>
                  </a:moveTo>
                  <a:lnTo>
                    <a:pt x="21" y="31"/>
                  </a:lnTo>
                  <a:lnTo>
                    <a:pt x="15" y="28"/>
                  </a:lnTo>
                  <a:lnTo>
                    <a:pt x="0" y="0"/>
                  </a:lnTo>
                  <a:lnTo>
                    <a:pt x="5" y="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33" name="Google Shape;533;p31"/>
            <p:cNvSpPr/>
            <p:nvPr/>
          </p:nvSpPr>
          <p:spPr>
            <a:xfrm rot="1352051" flipH="1">
              <a:off x="-2419374" y="1493876"/>
              <a:ext cx="51354" cy="59058"/>
            </a:xfrm>
            <a:custGeom>
              <a:avLst/>
              <a:gdLst/>
              <a:ahLst/>
              <a:cxnLst/>
              <a:rect l="l" t="t" r="r" b="b"/>
              <a:pathLst>
                <a:path w="42" h="49" extrusionOk="0">
                  <a:moveTo>
                    <a:pt x="42" y="49"/>
                  </a:moveTo>
                  <a:cubicBezTo>
                    <a:pt x="36" y="40"/>
                    <a:pt x="27" y="33"/>
                    <a:pt x="16" y="28"/>
                  </a:cubicBezTo>
                  <a:cubicBezTo>
                    <a:pt x="0" y="0"/>
                    <a:pt x="0" y="0"/>
                    <a:pt x="0" y="0"/>
                  </a:cubicBezTo>
                  <a:cubicBezTo>
                    <a:pt x="10" y="5"/>
                    <a:pt x="19" y="12"/>
                    <a:pt x="26" y="20"/>
                  </a:cubicBezTo>
                  <a:cubicBezTo>
                    <a:pt x="31" y="30"/>
                    <a:pt x="37" y="39"/>
                    <a:pt x="42" y="49"/>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34" name="Google Shape;534;p31"/>
            <p:cNvSpPr/>
            <p:nvPr/>
          </p:nvSpPr>
          <p:spPr>
            <a:xfrm rot="1352051" flipH="1">
              <a:off x="-2408230" y="1515340"/>
              <a:ext cx="51354" cy="62910"/>
            </a:xfrm>
            <a:custGeom>
              <a:avLst/>
              <a:gdLst/>
              <a:ahLst/>
              <a:cxnLst/>
              <a:rect l="l" t="t" r="r" b="b"/>
              <a:pathLst>
                <a:path w="42" h="52" extrusionOk="0">
                  <a:moveTo>
                    <a:pt x="25" y="24"/>
                  </a:moveTo>
                  <a:cubicBezTo>
                    <a:pt x="42" y="52"/>
                    <a:pt x="42" y="52"/>
                    <a:pt x="42" y="52"/>
                  </a:cubicBezTo>
                  <a:cubicBezTo>
                    <a:pt x="36" y="43"/>
                    <a:pt x="28" y="35"/>
                    <a:pt x="16" y="29"/>
                  </a:cubicBezTo>
                  <a:cubicBezTo>
                    <a:pt x="0" y="0"/>
                    <a:pt x="0" y="0"/>
                    <a:pt x="0" y="0"/>
                  </a:cubicBezTo>
                  <a:cubicBezTo>
                    <a:pt x="11" y="6"/>
                    <a:pt x="20" y="14"/>
                    <a:pt x="25" y="24"/>
                  </a:cubicBez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35" name="Google Shape;535;p31"/>
            <p:cNvSpPr/>
            <p:nvPr/>
          </p:nvSpPr>
          <p:spPr>
            <a:xfrm rot="1352048" flipH="1">
              <a:off x="-1532176" y="1846107"/>
              <a:ext cx="245217" cy="282453"/>
            </a:xfrm>
            <a:custGeom>
              <a:avLst/>
              <a:gdLst/>
              <a:ahLst/>
              <a:cxnLst/>
              <a:rect l="l" t="t" r="r" b="b"/>
              <a:pathLst>
                <a:path w="202" h="233" extrusionOk="0">
                  <a:moveTo>
                    <a:pt x="202" y="5"/>
                  </a:moveTo>
                  <a:cubicBezTo>
                    <a:pt x="9" y="233"/>
                    <a:pt x="9" y="233"/>
                    <a:pt x="9" y="233"/>
                  </a:cubicBezTo>
                  <a:cubicBezTo>
                    <a:pt x="0" y="229"/>
                    <a:pt x="0" y="218"/>
                    <a:pt x="7" y="209"/>
                  </a:cubicBezTo>
                  <a:cubicBezTo>
                    <a:pt x="172" y="13"/>
                    <a:pt x="172" y="13"/>
                    <a:pt x="172" y="13"/>
                  </a:cubicBezTo>
                  <a:cubicBezTo>
                    <a:pt x="180" y="4"/>
                    <a:pt x="193" y="0"/>
                    <a:pt x="202" y="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36" name="Google Shape;536;p31"/>
            <p:cNvSpPr/>
            <p:nvPr/>
          </p:nvSpPr>
          <p:spPr>
            <a:xfrm rot="1352045" flipH="1">
              <a:off x="-2336619" y="1639438"/>
              <a:ext cx="30813" cy="28245"/>
            </a:xfrm>
            <a:custGeom>
              <a:avLst/>
              <a:gdLst/>
              <a:ahLst/>
              <a:cxnLst/>
              <a:rect l="l" t="t" r="r" b="b"/>
              <a:pathLst>
                <a:path w="24" h="22" extrusionOk="0">
                  <a:moveTo>
                    <a:pt x="24" y="3"/>
                  </a:moveTo>
                  <a:lnTo>
                    <a:pt x="8" y="22"/>
                  </a:lnTo>
                  <a:lnTo>
                    <a:pt x="3" y="20"/>
                  </a:lnTo>
                  <a:lnTo>
                    <a:pt x="0" y="19"/>
                  </a:lnTo>
                  <a:lnTo>
                    <a:pt x="17" y="0"/>
                  </a:lnTo>
                  <a:lnTo>
                    <a:pt x="19" y="1"/>
                  </a:lnTo>
                  <a:lnTo>
                    <a:pt x="24" y="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537" name="Google Shape;537;p31"/>
            <p:cNvPicPr preferRelativeResize="0"/>
            <p:nvPr/>
          </p:nvPicPr>
          <p:blipFill rotWithShape="1">
            <a:blip r:embed="rId3">
              <a:alphaModFix/>
            </a:blip>
            <a:srcRect/>
            <a:stretch/>
          </p:blipFill>
          <p:spPr>
            <a:xfrm rot="1352048" flipH="1">
              <a:off x="-2418550" y="1584158"/>
              <a:ext cx="29528" cy="57774"/>
            </a:xfrm>
            <a:prstGeom prst="rect">
              <a:avLst/>
            </a:prstGeom>
            <a:noFill/>
            <a:ln>
              <a:noFill/>
            </a:ln>
          </p:spPr>
        </p:pic>
        <p:sp>
          <p:nvSpPr>
            <p:cNvPr id="538" name="Google Shape;538;p31"/>
            <p:cNvSpPr/>
            <p:nvPr/>
          </p:nvSpPr>
          <p:spPr>
            <a:xfrm rot="1352045" flipH="1">
              <a:off x="-2304528" y="1616232"/>
              <a:ext cx="95006" cy="66762"/>
            </a:xfrm>
            <a:custGeom>
              <a:avLst/>
              <a:gdLst/>
              <a:ahLst/>
              <a:cxnLst/>
              <a:rect l="l" t="t" r="r" b="b"/>
              <a:pathLst>
                <a:path w="74" h="52" extrusionOk="0">
                  <a:moveTo>
                    <a:pt x="23" y="0"/>
                  </a:moveTo>
                  <a:lnTo>
                    <a:pt x="0" y="26"/>
                  </a:lnTo>
                  <a:lnTo>
                    <a:pt x="51" y="52"/>
                  </a:lnTo>
                  <a:lnTo>
                    <a:pt x="74" y="25"/>
                  </a:lnTo>
                  <a:lnTo>
                    <a:pt x="2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39" name="Google Shape;539;p31"/>
            <p:cNvSpPr/>
            <p:nvPr/>
          </p:nvSpPr>
          <p:spPr>
            <a:xfrm rot="1352050" flipH="1">
              <a:off x="-2431709" y="1508134"/>
              <a:ext cx="26961" cy="44935"/>
            </a:xfrm>
            <a:custGeom>
              <a:avLst/>
              <a:gdLst/>
              <a:ahLst/>
              <a:cxnLst/>
              <a:rect l="l" t="t" r="r" b="b"/>
              <a:pathLst>
                <a:path w="22" h="37" extrusionOk="0">
                  <a:moveTo>
                    <a:pt x="16" y="29"/>
                  </a:moveTo>
                  <a:cubicBezTo>
                    <a:pt x="16" y="28"/>
                    <a:pt x="15" y="27"/>
                    <a:pt x="15" y="27"/>
                  </a:cubicBezTo>
                  <a:cubicBezTo>
                    <a:pt x="14" y="25"/>
                    <a:pt x="13" y="23"/>
                    <a:pt x="12" y="21"/>
                  </a:cubicBezTo>
                  <a:cubicBezTo>
                    <a:pt x="10" y="18"/>
                    <a:pt x="9" y="16"/>
                    <a:pt x="7" y="13"/>
                  </a:cubicBezTo>
                  <a:cubicBezTo>
                    <a:pt x="5" y="9"/>
                    <a:pt x="2" y="4"/>
                    <a:pt x="0" y="0"/>
                  </a:cubicBezTo>
                  <a:cubicBezTo>
                    <a:pt x="2" y="3"/>
                    <a:pt x="4" y="6"/>
                    <a:pt x="5" y="9"/>
                  </a:cubicBezTo>
                  <a:cubicBezTo>
                    <a:pt x="22" y="37"/>
                    <a:pt x="22" y="37"/>
                    <a:pt x="22" y="37"/>
                  </a:cubicBezTo>
                  <a:cubicBezTo>
                    <a:pt x="20" y="34"/>
                    <a:pt x="18" y="31"/>
                    <a:pt x="16" y="29"/>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40" name="Google Shape;540;p31"/>
            <p:cNvSpPr/>
            <p:nvPr/>
          </p:nvSpPr>
          <p:spPr>
            <a:xfrm rot="1352050" flipH="1">
              <a:off x="-2423453" y="1504102"/>
              <a:ext cx="53922" cy="65477"/>
            </a:xfrm>
            <a:custGeom>
              <a:avLst/>
              <a:gdLst/>
              <a:ahLst/>
              <a:cxnLst/>
              <a:rect l="l" t="t" r="r" b="b"/>
              <a:pathLst>
                <a:path w="44" h="54" extrusionOk="0">
                  <a:moveTo>
                    <a:pt x="16" y="28"/>
                  </a:moveTo>
                  <a:cubicBezTo>
                    <a:pt x="16" y="28"/>
                    <a:pt x="16" y="27"/>
                    <a:pt x="15" y="26"/>
                  </a:cubicBezTo>
                  <a:cubicBezTo>
                    <a:pt x="8" y="14"/>
                    <a:pt x="2" y="3"/>
                    <a:pt x="0" y="0"/>
                  </a:cubicBezTo>
                  <a:cubicBezTo>
                    <a:pt x="12" y="6"/>
                    <a:pt x="22" y="15"/>
                    <a:pt x="28" y="25"/>
                  </a:cubicBezTo>
                  <a:cubicBezTo>
                    <a:pt x="44" y="54"/>
                    <a:pt x="44" y="54"/>
                    <a:pt x="44" y="54"/>
                  </a:cubicBezTo>
                  <a:cubicBezTo>
                    <a:pt x="38" y="43"/>
                    <a:pt x="29" y="34"/>
                    <a:pt x="16"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41" name="Google Shape;541;p31"/>
            <p:cNvSpPr/>
            <p:nvPr/>
          </p:nvSpPr>
          <p:spPr>
            <a:xfrm rot="1352048" flipH="1">
              <a:off x="-2434170" y="1517921"/>
              <a:ext cx="20542" cy="35949"/>
            </a:xfrm>
            <a:custGeom>
              <a:avLst/>
              <a:gdLst/>
              <a:ahLst/>
              <a:cxnLst/>
              <a:rect l="l" t="t" r="r" b="b"/>
              <a:pathLst>
                <a:path w="18" h="30" extrusionOk="0">
                  <a:moveTo>
                    <a:pt x="17" y="28"/>
                  </a:moveTo>
                  <a:cubicBezTo>
                    <a:pt x="17" y="29"/>
                    <a:pt x="18" y="30"/>
                    <a:pt x="18" y="30"/>
                  </a:cubicBezTo>
                  <a:cubicBezTo>
                    <a:pt x="13" y="21"/>
                    <a:pt x="7" y="11"/>
                    <a:pt x="2" y="2"/>
                  </a:cubicBezTo>
                  <a:cubicBezTo>
                    <a:pt x="1" y="1"/>
                    <a:pt x="1" y="0"/>
                    <a:pt x="0" y="0"/>
                  </a:cubicBezTo>
                  <a:cubicBezTo>
                    <a:pt x="5" y="8"/>
                    <a:pt x="12" y="20"/>
                    <a:pt x="17"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42" name="Google Shape;542;p31"/>
            <p:cNvSpPr/>
            <p:nvPr/>
          </p:nvSpPr>
          <p:spPr>
            <a:xfrm rot="1352048" flipH="1">
              <a:off x="-2434859" y="1520095"/>
              <a:ext cx="19257" cy="34664"/>
            </a:xfrm>
            <a:custGeom>
              <a:avLst/>
              <a:gdLst/>
              <a:ahLst/>
              <a:cxnLst/>
              <a:rect l="l" t="t" r="r" b="b"/>
              <a:pathLst>
                <a:path w="16" h="29" extrusionOk="0">
                  <a:moveTo>
                    <a:pt x="16" y="28"/>
                  </a:moveTo>
                  <a:cubicBezTo>
                    <a:pt x="16" y="29"/>
                    <a:pt x="16" y="29"/>
                    <a:pt x="16" y="29"/>
                  </a:cubicBezTo>
                  <a:cubicBezTo>
                    <a:pt x="11" y="19"/>
                    <a:pt x="5" y="10"/>
                    <a:pt x="0" y="0"/>
                  </a:cubicBezTo>
                  <a:cubicBezTo>
                    <a:pt x="0" y="0"/>
                    <a:pt x="0" y="0"/>
                    <a:pt x="0" y="0"/>
                  </a:cubicBezTo>
                  <a:cubicBezTo>
                    <a:pt x="5" y="9"/>
                    <a:pt x="11" y="19"/>
                    <a:pt x="16"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43" name="Google Shape;543;p31"/>
            <p:cNvSpPr/>
            <p:nvPr/>
          </p:nvSpPr>
          <p:spPr>
            <a:xfrm rot="1352048" flipH="1">
              <a:off x="-2434859" y="1520095"/>
              <a:ext cx="19257" cy="34664"/>
            </a:xfrm>
            <a:custGeom>
              <a:avLst/>
              <a:gdLst/>
              <a:ahLst/>
              <a:cxnLst/>
              <a:rect l="l" t="t" r="r" b="b"/>
              <a:pathLst>
                <a:path w="16" h="29" extrusionOk="0">
                  <a:moveTo>
                    <a:pt x="16" y="29"/>
                  </a:moveTo>
                  <a:cubicBezTo>
                    <a:pt x="16" y="29"/>
                    <a:pt x="16" y="29"/>
                    <a:pt x="16" y="29"/>
                  </a:cubicBezTo>
                  <a:cubicBezTo>
                    <a:pt x="11" y="19"/>
                    <a:pt x="5" y="10"/>
                    <a:pt x="0" y="0"/>
                  </a:cubicBezTo>
                  <a:cubicBezTo>
                    <a:pt x="0" y="0"/>
                    <a:pt x="0" y="0"/>
                    <a:pt x="0" y="0"/>
                  </a:cubicBezTo>
                  <a:cubicBezTo>
                    <a:pt x="5" y="10"/>
                    <a:pt x="11" y="19"/>
                    <a:pt x="16"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44" name="Google Shape;544;p31"/>
            <p:cNvSpPr/>
            <p:nvPr/>
          </p:nvSpPr>
          <p:spPr>
            <a:xfrm rot="1352048" flipH="1">
              <a:off x="-2434859" y="1520095"/>
              <a:ext cx="19257" cy="34664"/>
            </a:xfrm>
            <a:custGeom>
              <a:avLst/>
              <a:gdLst/>
              <a:ahLst/>
              <a:cxnLst/>
              <a:rect l="l" t="t" r="r" b="b"/>
              <a:pathLst>
                <a:path w="16" h="29" extrusionOk="0">
                  <a:moveTo>
                    <a:pt x="16" y="29"/>
                  </a:moveTo>
                  <a:cubicBezTo>
                    <a:pt x="11" y="20"/>
                    <a:pt x="6" y="10"/>
                    <a:pt x="0" y="1"/>
                  </a:cubicBezTo>
                  <a:cubicBezTo>
                    <a:pt x="0" y="0"/>
                    <a:pt x="0" y="0"/>
                    <a:pt x="0" y="0"/>
                  </a:cubicBezTo>
                  <a:cubicBezTo>
                    <a:pt x="5" y="10"/>
                    <a:pt x="11" y="19"/>
                    <a:pt x="16"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45" name="Google Shape;545;p31"/>
            <p:cNvSpPr/>
            <p:nvPr/>
          </p:nvSpPr>
          <p:spPr>
            <a:xfrm rot="1352050" flipH="1">
              <a:off x="-999574" y="3435439"/>
              <a:ext cx="47502" cy="78316"/>
            </a:xfrm>
            <a:custGeom>
              <a:avLst/>
              <a:gdLst/>
              <a:ahLst/>
              <a:cxnLst/>
              <a:rect l="l" t="t" r="r" b="b"/>
              <a:pathLst>
                <a:path w="39" h="65" extrusionOk="0">
                  <a:moveTo>
                    <a:pt x="16" y="65"/>
                  </a:moveTo>
                  <a:cubicBezTo>
                    <a:pt x="11" y="55"/>
                    <a:pt x="5" y="46"/>
                    <a:pt x="0" y="36"/>
                  </a:cubicBezTo>
                  <a:cubicBezTo>
                    <a:pt x="5" y="24"/>
                    <a:pt x="12" y="12"/>
                    <a:pt x="22" y="0"/>
                  </a:cubicBezTo>
                  <a:cubicBezTo>
                    <a:pt x="39" y="28"/>
                    <a:pt x="39" y="28"/>
                    <a:pt x="39" y="28"/>
                  </a:cubicBezTo>
                  <a:cubicBezTo>
                    <a:pt x="29" y="40"/>
                    <a:pt x="21" y="53"/>
                    <a:pt x="16" y="65"/>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46" name="Google Shape;546;p31"/>
            <p:cNvSpPr/>
            <p:nvPr/>
          </p:nvSpPr>
          <p:spPr>
            <a:xfrm rot="1352051" flipH="1">
              <a:off x="-984954" y="3483282"/>
              <a:ext cx="25677" cy="55206"/>
            </a:xfrm>
            <a:custGeom>
              <a:avLst/>
              <a:gdLst/>
              <a:ahLst/>
              <a:cxnLst/>
              <a:rect l="l" t="t" r="r" b="b"/>
              <a:pathLst>
                <a:path w="21" h="46" extrusionOk="0">
                  <a:moveTo>
                    <a:pt x="17" y="46"/>
                  </a:moveTo>
                  <a:cubicBezTo>
                    <a:pt x="11" y="36"/>
                    <a:pt x="6" y="27"/>
                    <a:pt x="0" y="17"/>
                  </a:cubicBezTo>
                  <a:cubicBezTo>
                    <a:pt x="1" y="12"/>
                    <a:pt x="3" y="6"/>
                    <a:pt x="5" y="0"/>
                  </a:cubicBezTo>
                  <a:cubicBezTo>
                    <a:pt x="10" y="10"/>
                    <a:pt x="16" y="19"/>
                    <a:pt x="21" y="29"/>
                  </a:cubicBezTo>
                  <a:cubicBezTo>
                    <a:pt x="19" y="35"/>
                    <a:pt x="18" y="40"/>
                    <a:pt x="17" y="46"/>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47" name="Google Shape;547;p31"/>
            <p:cNvSpPr/>
            <p:nvPr/>
          </p:nvSpPr>
          <p:spPr>
            <a:xfrm rot="1352047" flipH="1">
              <a:off x="-2448389" y="1534311"/>
              <a:ext cx="53922" cy="138659"/>
            </a:xfrm>
            <a:custGeom>
              <a:avLst/>
              <a:gdLst/>
              <a:ahLst/>
              <a:cxnLst/>
              <a:rect l="l" t="t" r="r" b="b"/>
              <a:pathLst>
                <a:path w="45" h="115" extrusionOk="0">
                  <a:moveTo>
                    <a:pt x="15" y="0"/>
                  </a:moveTo>
                  <a:cubicBezTo>
                    <a:pt x="32" y="28"/>
                    <a:pt x="32" y="28"/>
                    <a:pt x="32" y="28"/>
                  </a:cubicBezTo>
                  <a:cubicBezTo>
                    <a:pt x="45" y="52"/>
                    <a:pt x="41" y="86"/>
                    <a:pt x="16" y="115"/>
                  </a:cubicBezTo>
                  <a:cubicBezTo>
                    <a:pt x="0" y="86"/>
                    <a:pt x="0" y="86"/>
                    <a:pt x="0" y="86"/>
                  </a:cubicBezTo>
                  <a:cubicBezTo>
                    <a:pt x="24" y="57"/>
                    <a:pt x="29" y="24"/>
                    <a:pt x="15" y="0"/>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48" name="Google Shape;548;p31"/>
            <p:cNvSpPr/>
            <p:nvPr/>
          </p:nvSpPr>
          <p:spPr>
            <a:xfrm rot="1352045" flipH="1">
              <a:off x="-2468001" y="1523227"/>
              <a:ext cx="57773" cy="148930"/>
            </a:xfrm>
            <a:custGeom>
              <a:avLst/>
              <a:gdLst/>
              <a:ahLst/>
              <a:cxnLst/>
              <a:rect l="l" t="t" r="r" b="b"/>
              <a:pathLst>
                <a:path w="48" h="123" extrusionOk="0">
                  <a:moveTo>
                    <a:pt x="17" y="0"/>
                  </a:moveTo>
                  <a:cubicBezTo>
                    <a:pt x="33" y="29"/>
                    <a:pt x="33" y="29"/>
                    <a:pt x="33" y="29"/>
                  </a:cubicBezTo>
                  <a:cubicBezTo>
                    <a:pt x="48" y="55"/>
                    <a:pt x="43" y="91"/>
                    <a:pt x="16" y="123"/>
                  </a:cubicBezTo>
                  <a:cubicBezTo>
                    <a:pt x="0" y="95"/>
                    <a:pt x="0" y="95"/>
                    <a:pt x="0" y="95"/>
                  </a:cubicBezTo>
                  <a:cubicBezTo>
                    <a:pt x="27" y="63"/>
                    <a:pt x="32" y="26"/>
                    <a:pt x="17" y="0"/>
                  </a:cubicBez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49" name="Google Shape;549;p31"/>
            <p:cNvSpPr/>
            <p:nvPr/>
          </p:nvSpPr>
          <p:spPr>
            <a:xfrm rot="1352046" flipH="1">
              <a:off x="-2462219" y="1515928"/>
              <a:ext cx="33380" cy="103994"/>
            </a:xfrm>
            <a:custGeom>
              <a:avLst/>
              <a:gdLst/>
              <a:ahLst/>
              <a:cxnLst/>
              <a:rect l="l" t="t" r="r" b="b"/>
              <a:pathLst>
                <a:path w="27" h="86" extrusionOk="0">
                  <a:moveTo>
                    <a:pt x="16" y="28"/>
                  </a:moveTo>
                  <a:cubicBezTo>
                    <a:pt x="25" y="45"/>
                    <a:pt x="27" y="65"/>
                    <a:pt x="21" y="86"/>
                  </a:cubicBezTo>
                  <a:cubicBezTo>
                    <a:pt x="16" y="77"/>
                    <a:pt x="10" y="67"/>
                    <a:pt x="5" y="57"/>
                  </a:cubicBezTo>
                  <a:cubicBezTo>
                    <a:pt x="10" y="37"/>
                    <a:pt x="9" y="16"/>
                    <a:pt x="0" y="0"/>
                  </a:cubicBezTo>
                  <a:cubicBezTo>
                    <a:pt x="3" y="5"/>
                    <a:pt x="7" y="11"/>
                    <a:pt x="10" y="17"/>
                  </a:cubicBezTo>
                  <a:cubicBezTo>
                    <a:pt x="11" y="19"/>
                    <a:pt x="12" y="20"/>
                    <a:pt x="13" y="22"/>
                  </a:cubicBezTo>
                  <a:cubicBezTo>
                    <a:pt x="14" y="24"/>
                    <a:pt x="15" y="26"/>
                    <a:pt x="16"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50" name="Google Shape;550;p31"/>
            <p:cNvSpPr/>
            <p:nvPr/>
          </p:nvSpPr>
          <p:spPr>
            <a:xfrm rot="1352046" flipH="1">
              <a:off x="-2478114" y="1597222"/>
              <a:ext cx="46219" cy="80884"/>
            </a:xfrm>
            <a:custGeom>
              <a:avLst/>
              <a:gdLst/>
              <a:ahLst/>
              <a:cxnLst/>
              <a:rect l="l" t="t" r="r" b="b"/>
              <a:pathLst>
                <a:path w="39" h="67" extrusionOk="0">
                  <a:moveTo>
                    <a:pt x="39" y="29"/>
                  </a:moveTo>
                  <a:cubicBezTo>
                    <a:pt x="35" y="42"/>
                    <a:pt x="27" y="55"/>
                    <a:pt x="17" y="67"/>
                  </a:cubicBezTo>
                  <a:cubicBezTo>
                    <a:pt x="0" y="39"/>
                    <a:pt x="0" y="39"/>
                    <a:pt x="0" y="39"/>
                  </a:cubicBezTo>
                  <a:cubicBezTo>
                    <a:pt x="11" y="26"/>
                    <a:pt x="18" y="13"/>
                    <a:pt x="23" y="0"/>
                  </a:cubicBezTo>
                  <a:cubicBezTo>
                    <a:pt x="28" y="10"/>
                    <a:pt x="34" y="19"/>
                    <a:pt x="39"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51" name="Google Shape;551;p31"/>
            <p:cNvSpPr/>
            <p:nvPr/>
          </p:nvSpPr>
          <p:spPr>
            <a:xfrm rot="1352051" flipH="1">
              <a:off x="-994681" y="3502654"/>
              <a:ext cx="25677" cy="83452"/>
            </a:xfrm>
            <a:custGeom>
              <a:avLst/>
              <a:gdLst/>
              <a:ahLst/>
              <a:cxnLst/>
              <a:rect l="l" t="t" r="r" b="b"/>
              <a:pathLst>
                <a:path w="21" h="69" extrusionOk="0">
                  <a:moveTo>
                    <a:pt x="21" y="69"/>
                  </a:moveTo>
                  <a:cubicBezTo>
                    <a:pt x="16" y="60"/>
                    <a:pt x="10" y="50"/>
                    <a:pt x="5" y="40"/>
                  </a:cubicBezTo>
                  <a:cubicBezTo>
                    <a:pt x="1" y="28"/>
                    <a:pt x="0" y="14"/>
                    <a:pt x="3" y="0"/>
                  </a:cubicBezTo>
                  <a:cubicBezTo>
                    <a:pt x="9" y="10"/>
                    <a:pt x="14" y="19"/>
                    <a:pt x="20" y="29"/>
                  </a:cubicBezTo>
                  <a:cubicBezTo>
                    <a:pt x="17" y="43"/>
                    <a:pt x="17" y="57"/>
                    <a:pt x="21" y="69"/>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52" name="Google Shape;552;p31"/>
            <p:cNvSpPr/>
            <p:nvPr/>
          </p:nvSpPr>
          <p:spPr>
            <a:xfrm rot="1352050" flipH="1">
              <a:off x="-1014145" y="3545000"/>
              <a:ext cx="26961" cy="52639"/>
            </a:xfrm>
            <a:custGeom>
              <a:avLst/>
              <a:gdLst/>
              <a:ahLst/>
              <a:cxnLst/>
              <a:rect l="l" t="t" r="r" b="b"/>
              <a:pathLst>
                <a:path w="22" h="43" extrusionOk="0">
                  <a:moveTo>
                    <a:pt x="16" y="29"/>
                  </a:moveTo>
                  <a:cubicBezTo>
                    <a:pt x="18" y="34"/>
                    <a:pt x="20" y="39"/>
                    <a:pt x="22" y="43"/>
                  </a:cubicBezTo>
                  <a:cubicBezTo>
                    <a:pt x="6" y="15"/>
                    <a:pt x="6" y="15"/>
                    <a:pt x="6" y="15"/>
                  </a:cubicBezTo>
                  <a:cubicBezTo>
                    <a:pt x="3" y="10"/>
                    <a:pt x="1" y="5"/>
                    <a:pt x="0" y="0"/>
                  </a:cubicBezTo>
                  <a:cubicBezTo>
                    <a:pt x="0" y="1"/>
                    <a:pt x="0" y="1"/>
                    <a:pt x="0" y="2"/>
                  </a:cubicBezTo>
                  <a:cubicBezTo>
                    <a:pt x="5" y="9"/>
                    <a:pt x="9" y="16"/>
                    <a:pt x="13" y="23"/>
                  </a:cubicBezTo>
                  <a:cubicBezTo>
                    <a:pt x="13" y="24"/>
                    <a:pt x="14" y="25"/>
                    <a:pt x="15" y="26"/>
                  </a:cubicBezTo>
                  <a:cubicBezTo>
                    <a:pt x="15" y="27"/>
                    <a:pt x="15" y="27"/>
                    <a:pt x="15" y="27"/>
                  </a:cubicBezTo>
                  <a:cubicBezTo>
                    <a:pt x="15" y="27"/>
                    <a:pt x="15" y="28"/>
                    <a:pt x="16" y="28"/>
                  </a:cubicBezTo>
                  <a:lnTo>
                    <a:pt x="16" y="29"/>
                  </a:ln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53" name="Google Shape;553;p31"/>
            <p:cNvSpPr/>
            <p:nvPr/>
          </p:nvSpPr>
          <p:spPr>
            <a:xfrm rot="1352052" flipH="1">
              <a:off x="-1019358" y="3444848"/>
              <a:ext cx="51354" cy="148930"/>
            </a:xfrm>
            <a:custGeom>
              <a:avLst/>
              <a:gdLst/>
              <a:ahLst/>
              <a:cxnLst/>
              <a:rect l="l" t="t" r="r" b="b"/>
              <a:pathLst>
                <a:path w="43" h="123" extrusionOk="0">
                  <a:moveTo>
                    <a:pt x="43" y="28"/>
                  </a:moveTo>
                  <a:cubicBezTo>
                    <a:pt x="17" y="60"/>
                    <a:pt x="11" y="97"/>
                    <a:pt x="27" y="123"/>
                  </a:cubicBezTo>
                  <a:cubicBezTo>
                    <a:pt x="10" y="94"/>
                    <a:pt x="10" y="94"/>
                    <a:pt x="10" y="94"/>
                  </a:cubicBezTo>
                  <a:cubicBezTo>
                    <a:pt x="6" y="86"/>
                    <a:pt x="3" y="78"/>
                    <a:pt x="2" y="68"/>
                  </a:cubicBezTo>
                  <a:cubicBezTo>
                    <a:pt x="7" y="78"/>
                    <a:pt x="13" y="87"/>
                    <a:pt x="18" y="97"/>
                  </a:cubicBezTo>
                  <a:cubicBezTo>
                    <a:pt x="13" y="87"/>
                    <a:pt x="7" y="78"/>
                    <a:pt x="2" y="68"/>
                  </a:cubicBezTo>
                  <a:cubicBezTo>
                    <a:pt x="0" y="47"/>
                    <a:pt x="8" y="22"/>
                    <a:pt x="27" y="0"/>
                  </a:cubicBezTo>
                  <a:cubicBezTo>
                    <a:pt x="32" y="8"/>
                    <a:pt x="38" y="20"/>
                    <a:pt x="43"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554" name="Google Shape;554;p31"/>
            <p:cNvPicPr preferRelativeResize="0"/>
            <p:nvPr/>
          </p:nvPicPr>
          <p:blipFill rotWithShape="1">
            <a:blip r:embed="rId4">
              <a:alphaModFix/>
            </a:blip>
            <a:srcRect/>
            <a:stretch/>
          </p:blipFill>
          <p:spPr>
            <a:xfrm rot="1352049" flipH="1">
              <a:off x="-1106599" y="3428831"/>
              <a:ext cx="51354" cy="65477"/>
            </a:xfrm>
            <a:prstGeom prst="rect">
              <a:avLst/>
            </a:prstGeom>
            <a:noFill/>
            <a:ln w="9525" cap="flat" cmpd="sng">
              <a:solidFill>
                <a:schemeClr val="lt2"/>
              </a:solidFill>
              <a:prstDash val="solid"/>
              <a:round/>
              <a:headEnd type="none" w="sm" len="sm"/>
              <a:tailEnd type="none" w="sm" len="sm"/>
            </a:ln>
          </p:spPr>
        </p:pic>
        <p:sp>
          <p:nvSpPr>
            <p:cNvPr id="555" name="Google Shape;555;p31"/>
            <p:cNvSpPr/>
            <p:nvPr/>
          </p:nvSpPr>
          <p:spPr>
            <a:xfrm rot="1352048" flipH="1">
              <a:off x="-1040359" y="3440679"/>
              <a:ext cx="55206" cy="138659"/>
            </a:xfrm>
            <a:custGeom>
              <a:avLst/>
              <a:gdLst/>
              <a:ahLst/>
              <a:cxnLst/>
              <a:rect l="l" t="t" r="r" b="b"/>
              <a:pathLst>
                <a:path w="46" h="115" extrusionOk="0">
                  <a:moveTo>
                    <a:pt x="31" y="115"/>
                  </a:moveTo>
                  <a:cubicBezTo>
                    <a:pt x="14" y="87"/>
                    <a:pt x="14" y="87"/>
                    <a:pt x="14" y="87"/>
                  </a:cubicBezTo>
                  <a:cubicBezTo>
                    <a:pt x="0" y="63"/>
                    <a:pt x="5" y="29"/>
                    <a:pt x="30" y="0"/>
                  </a:cubicBezTo>
                  <a:cubicBezTo>
                    <a:pt x="46" y="29"/>
                    <a:pt x="46" y="29"/>
                    <a:pt x="46" y="29"/>
                  </a:cubicBezTo>
                  <a:cubicBezTo>
                    <a:pt x="22" y="58"/>
                    <a:pt x="17" y="91"/>
                    <a:pt x="31" y="11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56" name="Google Shape;556;p31"/>
            <p:cNvSpPr/>
            <p:nvPr/>
          </p:nvSpPr>
          <p:spPr>
            <a:xfrm rot="1352046" flipH="1">
              <a:off x="-1043209" y="3556934"/>
              <a:ext cx="41083" cy="57774"/>
            </a:xfrm>
            <a:custGeom>
              <a:avLst/>
              <a:gdLst/>
              <a:ahLst/>
              <a:cxnLst/>
              <a:rect l="l" t="t" r="r" b="b"/>
              <a:pathLst>
                <a:path w="34" h="48" extrusionOk="0">
                  <a:moveTo>
                    <a:pt x="34" y="48"/>
                  </a:moveTo>
                  <a:cubicBezTo>
                    <a:pt x="26" y="43"/>
                    <a:pt x="21" y="36"/>
                    <a:pt x="16" y="28"/>
                  </a:cubicBezTo>
                  <a:cubicBezTo>
                    <a:pt x="0" y="0"/>
                    <a:pt x="0" y="0"/>
                    <a:pt x="0" y="0"/>
                  </a:cubicBezTo>
                  <a:cubicBezTo>
                    <a:pt x="4" y="7"/>
                    <a:pt x="10" y="14"/>
                    <a:pt x="17" y="20"/>
                  </a:cubicBezTo>
                  <a:cubicBezTo>
                    <a:pt x="23" y="29"/>
                    <a:pt x="28" y="39"/>
                    <a:pt x="34" y="4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57" name="Google Shape;557;p31"/>
            <p:cNvSpPr/>
            <p:nvPr/>
          </p:nvSpPr>
          <p:spPr>
            <a:xfrm rot="1352051" flipH="1">
              <a:off x="-1077901" y="3535152"/>
              <a:ext cx="51354" cy="62910"/>
            </a:xfrm>
            <a:custGeom>
              <a:avLst/>
              <a:gdLst/>
              <a:ahLst/>
              <a:cxnLst/>
              <a:rect l="l" t="t" r="r" b="b"/>
              <a:pathLst>
                <a:path w="42" h="52" extrusionOk="0">
                  <a:moveTo>
                    <a:pt x="17" y="28"/>
                  </a:moveTo>
                  <a:cubicBezTo>
                    <a:pt x="0" y="0"/>
                    <a:pt x="0" y="0"/>
                    <a:pt x="0" y="0"/>
                  </a:cubicBezTo>
                  <a:cubicBezTo>
                    <a:pt x="6" y="9"/>
                    <a:pt x="14" y="17"/>
                    <a:pt x="26" y="23"/>
                  </a:cubicBezTo>
                  <a:cubicBezTo>
                    <a:pt x="42" y="52"/>
                    <a:pt x="42" y="52"/>
                    <a:pt x="42" y="52"/>
                  </a:cubicBezTo>
                  <a:cubicBezTo>
                    <a:pt x="31" y="46"/>
                    <a:pt x="22" y="38"/>
                    <a:pt x="17" y="28"/>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58" name="Google Shape;558;p31"/>
            <p:cNvSpPr/>
            <p:nvPr/>
          </p:nvSpPr>
          <p:spPr>
            <a:xfrm rot="1352045" flipH="1">
              <a:off x="-1681769" y="3436700"/>
              <a:ext cx="586724" cy="315834"/>
            </a:xfrm>
            <a:custGeom>
              <a:avLst/>
              <a:gdLst/>
              <a:ahLst/>
              <a:cxnLst/>
              <a:rect l="l" t="t" r="r" b="b"/>
              <a:pathLst>
                <a:path w="457" h="246" extrusionOk="0">
                  <a:moveTo>
                    <a:pt x="442" y="220"/>
                  </a:moveTo>
                  <a:lnTo>
                    <a:pt x="457" y="246"/>
                  </a:lnTo>
                  <a:lnTo>
                    <a:pt x="15" y="27"/>
                  </a:lnTo>
                  <a:lnTo>
                    <a:pt x="0" y="0"/>
                  </a:lnTo>
                  <a:lnTo>
                    <a:pt x="442" y="220"/>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59" name="Google Shape;559;p31"/>
            <p:cNvSpPr/>
            <p:nvPr/>
          </p:nvSpPr>
          <p:spPr>
            <a:xfrm rot="1352045" flipH="1">
              <a:off x="-1676659" y="3449769"/>
              <a:ext cx="598279" cy="320970"/>
            </a:xfrm>
            <a:custGeom>
              <a:avLst/>
              <a:gdLst/>
              <a:ahLst/>
              <a:cxnLst/>
              <a:rect l="l" t="t" r="r" b="b"/>
              <a:pathLst>
                <a:path w="466" h="250" extrusionOk="0">
                  <a:moveTo>
                    <a:pt x="450" y="224"/>
                  </a:moveTo>
                  <a:lnTo>
                    <a:pt x="466" y="250"/>
                  </a:lnTo>
                  <a:lnTo>
                    <a:pt x="15" y="27"/>
                  </a:lnTo>
                  <a:lnTo>
                    <a:pt x="0" y="0"/>
                  </a:lnTo>
                  <a:lnTo>
                    <a:pt x="450" y="224"/>
                  </a:ln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60" name="Google Shape;560;p31"/>
            <p:cNvSpPr/>
            <p:nvPr/>
          </p:nvSpPr>
          <p:spPr>
            <a:xfrm rot="1352045" flipH="1">
              <a:off x="-1678426" y="3457376"/>
              <a:ext cx="598279" cy="320970"/>
            </a:xfrm>
            <a:custGeom>
              <a:avLst/>
              <a:gdLst/>
              <a:ahLst/>
              <a:cxnLst/>
              <a:rect l="l" t="t" r="r" b="b"/>
              <a:pathLst>
                <a:path w="466" h="250" extrusionOk="0">
                  <a:moveTo>
                    <a:pt x="450" y="224"/>
                  </a:moveTo>
                  <a:lnTo>
                    <a:pt x="466" y="250"/>
                  </a:lnTo>
                  <a:lnTo>
                    <a:pt x="15" y="26"/>
                  </a:lnTo>
                  <a:lnTo>
                    <a:pt x="0" y="0"/>
                  </a:lnTo>
                  <a:lnTo>
                    <a:pt x="450" y="2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61" name="Google Shape;561;p31"/>
            <p:cNvSpPr/>
            <p:nvPr/>
          </p:nvSpPr>
          <p:spPr>
            <a:xfrm rot="1352050" flipH="1">
              <a:off x="-1060300" y="3548654"/>
              <a:ext cx="53922" cy="65477"/>
            </a:xfrm>
            <a:custGeom>
              <a:avLst/>
              <a:gdLst/>
              <a:ahLst/>
              <a:cxnLst/>
              <a:rect l="l" t="t" r="r" b="b"/>
              <a:pathLst>
                <a:path w="44" h="54" extrusionOk="0">
                  <a:moveTo>
                    <a:pt x="17" y="29"/>
                  </a:moveTo>
                  <a:cubicBezTo>
                    <a:pt x="0" y="0"/>
                    <a:pt x="0" y="0"/>
                    <a:pt x="0" y="0"/>
                  </a:cubicBezTo>
                  <a:cubicBezTo>
                    <a:pt x="6" y="11"/>
                    <a:pt x="15" y="20"/>
                    <a:pt x="28" y="26"/>
                  </a:cubicBezTo>
                  <a:cubicBezTo>
                    <a:pt x="44" y="54"/>
                    <a:pt x="44" y="54"/>
                    <a:pt x="44" y="54"/>
                  </a:cubicBezTo>
                  <a:cubicBezTo>
                    <a:pt x="32" y="48"/>
                    <a:pt x="23" y="39"/>
                    <a:pt x="17" y="29"/>
                  </a:cubicBez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62" name="Google Shape;562;p31"/>
            <p:cNvSpPr/>
            <p:nvPr/>
          </p:nvSpPr>
          <p:spPr>
            <a:xfrm rot="1352047" flipH="1">
              <a:off x="-1064824" y="3571390"/>
              <a:ext cx="35948" cy="44935"/>
            </a:xfrm>
            <a:custGeom>
              <a:avLst/>
              <a:gdLst/>
              <a:ahLst/>
              <a:cxnLst/>
              <a:rect l="l" t="t" r="r" b="b"/>
              <a:pathLst>
                <a:path w="30" h="37" extrusionOk="0">
                  <a:moveTo>
                    <a:pt x="30" y="37"/>
                  </a:moveTo>
                  <a:cubicBezTo>
                    <a:pt x="25" y="35"/>
                    <a:pt x="21" y="32"/>
                    <a:pt x="17" y="29"/>
                  </a:cubicBezTo>
                  <a:cubicBezTo>
                    <a:pt x="11" y="19"/>
                    <a:pt x="6" y="10"/>
                    <a:pt x="0" y="0"/>
                  </a:cubicBezTo>
                  <a:cubicBezTo>
                    <a:pt x="4" y="3"/>
                    <a:pt x="9" y="6"/>
                    <a:pt x="14" y="9"/>
                  </a:cubicBezTo>
                  <a:cubicBezTo>
                    <a:pt x="18" y="17"/>
                    <a:pt x="25" y="29"/>
                    <a:pt x="30" y="37"/>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563" name="Google Shape;563;p31"/>
            <p:cNvPicPr preferRelativeResize="0"/>
            <p:nvPr/>
          </p:nvPicPr>
          <p:blipFill rotWithShape="1">
            <a:blip r:embed="rId5">
              <a:alphaModFix/>
            </a:blip>
            <a:srcRect/>
            <a:stretch/>
          </p:blipFill>
          <p:spPr>
            <a:xfrm rot="1352049" flipH="1">
              <a:off x="-1357029" y="3396163"/>
              <a:ext cx="261907" cy="160484"/>
            </a:xfrm>
            <a:prstGeom prst="rect">
              <a:avLst/>
            </a:prstGeom>
            <a:noFill/>
            <a:ln w="9525" cap="flat" cmpd="sng">
              <a:solidFill>
                <a:schemeClr val="lt2"/>
              </a:solidFill>
              <a:prstDash val="solid"/>
              <a:round/>
              <a:headEnd type="none" w="sm" len="sm"/>
              <a:tailEnd type="none" w="sm" len="sm"/>
            </a:ln>
          </p:spPr>
        </p:pic>
        <p:sp>
          <p:nvSpPr>
            <p:cNvPr id="564" name="Google Shape;564;p31"/>
            <p:cNvSpPr/>
            <p:nvPr/>
          </p:nvSpPr>
          <p:spPr>
            <a:xfrm rot="1352045" flipH="1">
              <a:off x="-1717130" y="3601359"/>
              <a:ext cx="30813" cy="46220"/>
            </a:xfrm>
            <a:custGeom>
              <a:avLst/>
              <a:gdLst/>
              <a:ahLst/>
              <a:cxnLst/>
              <a:rect l="l" t="t" r="r" b="b"/>
              <a:pathLst>
                <a:path w="24" h="36" extrusionOk="0">
                  <a:moveTo>
                    <a:pt x="9" y="0"/>
                  </a:moveTo>
                  <a:lnTo>
                    <a:pt x="24" y="26"/>
                  </a:lnTo>
                  <a:lnTo>
                    <a:pt x="16" y="36"/>
                  </a:lnTo>
                  <a:lnTo>
                    <a:pt x="0" y="10"/>
                  </a:lnTo>
                  <a:lnTo>
                    <a:pt x="9" y="0"/>
                  </a:ln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65" name="Google Shape;565;p31"/>
            <p:cNvSpPr/>
            <p:nvPr/>
          </p:nvSpPr>
          <p:spPr>
            <a:xfrm rot="1352045" flipH="1">
              <a:off x="-1717858" y="3614052"/>
              <a:ext cx="28245" cy="37232"/>
            </a:xfrm>
            <a:custGeom>
              <a:avLst/>
              <a:gdLst/>
              <a:ahLst/>
              <a:cxnLst/>
              <a:rect l="l" t="t" r="r" b="b"/>
              <a:pathLst>
                <a:path w="22" h="29" extrusionOk="0">
                  <a:moveTo>
                    <a:pt x="7" y="3"/>
                  </a:moveTo>
                  <a:lnTo>
                    <a:pt x="22" y="29"/>
                  </a:lnTo>
                  <a:lnTo>
                    <a:pt x="16" y="26"/>
                  </a:lnTo>
                  <a:lnTo>
                    <a:pt x="0" y="0"/>
                  </a:lnTo>
                  <a:lnTo>
                    <a:pt x="7" y="3"/>
                  </a:ln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66" name="Google Shape;566;p31"/>
            <p:cNvSpPr/>
            <p:nvPr/>
          </p:nvSpPr>
          <p:spPr>
            <a:xfrm rot="1352045" flipH="1">
              <a:off x="-2753678" y="1816889"/>
              <a:ext cx="1220951" cy="1458487"/>
            </a:xfrm>
            <a:custGeom>
              <a:avLst/>
              <a:gdLst/>
              <a:ahLst/>
              <a:cxnLst/>
              <a:rect l="l" t="t" r="r" b="b"/>
              <a:pathLst>
                <a:path w="951" h="1136" extrusionOk="0">
                  <a:moveTo>
                    <a:pt x="936" y="0"/>
                  </a:moveTo>
                  <a:lnTo>
                    <a:pt x="951" y="27"/>
                  </a:lnTo>
                  <a:lnTo>
                    <a:pt x="16" y="1136"/>
                  </a:lnTo>
                  <a:lnTo>
                    <a:pt x="0" y="1109"/>
                  </a:lnTo>
                  <a:lnTo>
                    <a:pt x="936" y="0"/>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67" name="Google Shape;567;p31"/>
            <p:cNvSpPr/>
            <p:nvPr/>
          </p:nvSpPr>
          <p:spPr>
            <a:xfrm rot="1352045" flipH="1">
              <a:off x="-1871034" y="3411918"/>
              <a:ext cx="35948" cy="42368"/>
            </a:xfrm>
            <a:custGeom>
              <a:avLst/>
              <a:gdLst/>
              <a:ahLst/>
              <a:cxnLst/>
              <a:rect l="l" t="t" r="r" b="b"/>
              <a:pathLst>
                <a:path w="28" h="33" extrusionOk="0">
                  <a:moveTo>
                    <a:pt x="12" y="6"/>
                  </a:moveTo>
                  <a:lnTo>
                    <a:pt x="28" y="33"/>
                  </a:lnTo>
                  <a:lnTo>
                    <a:pt x="15" y="26"/>
                  </a:lnTo>
                  <a:lnTo>
                    <a:pt x="0" y="0"/>
                  </a:lnTo>
                  <a:lnTo>
                    <a:pt x="12" y="6"/>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68" name="Google Shape;568;p31"/>
            <p:cNvSpPr/>
            <p:nvPr/>
          </p:nvSpPr>
          <p:spPr>
            <a:xfrm rot="1352045" flipH="1">
              <a:off x="-1871034" y="3411918"/>
              <a:ext cx="35948" cy="42368"/>
            </a:xfrm>
            <a:custGeom>
              <a:avLst/>
              <a:gdLst/>
              <a:ahLst/>
              <a:cxnLst/>
              <a:rect l="l" t="t" r="r" b="b"/>
              <a:pathLst>
                <a:path w="28" h="33" extrusionOk="0">
                  <a:moveTo>
                    <a:pt x="12" y="6"/>
                  </a:moveTo>
                  <a:lnTo>
                    <a:pt x="28" y="33"/>
                  </a:lnTo>
                  <a:lnTo>
                    <a:pt x="15" y="26"/>
                  </a:lnTo>
                  <a:lnTo>
                    <a:pt x="0" y="0"/>
                  </a:lnTo>
                  <a:lnTo>
                    <a:pt x="12" y="6"/>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69" name="Google Shape;569;p31"/>
            <p:cNvSpPr/>
            <p:nvPr/>
          </p:nvSpPr>
          <p:spPr>
            <a:xfrm rot="1352045" flipH="1">
              <a:off x="-2712219" y="1533899"/>
              <a:ext cx="1984847" cy="1862909"/>
            </a:xfrm>
            <a:custGeom>
              <a:avLst/>
              <a:gdLst/>
              <a:ahLst/>
              <a:cxnLst/>
              <a:rect l="l" t="t" r="r" b="b"/>
              <a:pathLst>
                <a:path w="1638" h="1537" extrusionOk="0">
                  <a:moveTo>
                    <a:pt x="1594" y="252"/>
                  </a:moveTo>
                  <a:cubicBezTo>
                    <a:pt x="1634" y="272"/>
                    <a:pt x="1638" y="322"/>
                    <a:pt x="1604" y="362"/>
                  </a:cubicBezTo>
                  <a:cubicBezTo>
                    <a:pt x="613" y="1537"/>
                    <a:pt x="613" y="1537"/>
                    <a:pt x="613" y="1537"/>
                  </a:cubicBezTo>
                  <a:cubicBezTo>
                    <a:pt x="600" y="1531"/>
                    <a:pt x="600" y="1531"/>
                    <a:pt x="600" y="1531"/>
                  </a:cubicBezTo>
                  <a:cubicBezTo>
                    <a:pt x="1586" y="361"/>
                    <a:pt x="1586" y="361"/>
                    <a:pt x="1586" y="361"/>
                  </a:cubicBezTo>
                  <a:cubicBezTo>
                    <a:pt x="1612" y="330"/>
                    <a:pt x="1608" y="293"/>
                    <a:pt x="1579" y="279"/>
                  </a:cubicBezTo>
                  <a:cubicBezTo>
                    <a:pt x="1445" y="212"/>
                    <a:pt x="1445" y="212"/>
                    <a:pt x="1445" y="212"/>
                  </a:cubicBezTo>
                  <a:cubicBezTo>
                    <a:pt x="1233" y="107"/>
                    <a:pt x="1233" y="107"/>
                    <a:pt x="1233" y="107"/>
                  </a:cubicBezTo>
                  <a:cubicBezTo>
                    <a:pt x="1099" y="41"/>
                    <a:pt x="1099" y="41"/>
                    <a:pt x="1099" y="41"/>
                  </a:cubicBezTo>
                  <a:cubicBezTo>
                    <a:pt x="1070" y="26"/>
                    <a:pt x="1024" y="39"/>
                    <a:pt x="999" y="69"/>
                  </a:cubicBezTo>
                  <a:cubicBezTo>
                    <a:pt x="683" y="444"/>
                    <a:pt x="683" y="444"/>
                    <a:pt x="683" y="444"/>
                  </a:cubicBezTo>
                  <a:cubicBezTo>
                    <a:pt x="296" y="903"/>
                    <a:pt x="296" y="903"/>
                    <a:pt x="296" y="903"/>
                  </a:cubicBezTo>
                  <a:cubicBezTo>
                    <a:pt x="37" y="1210"/>
                    <a:pt x="37" y="1210"/>
                    <a:pt x="37" y="1210"/>
                  </a:cubicBezTo>
                  <a:cubicBezTo>
                    <a:pt x="12" y="1239"/>
                    <a:pt x="12" y="1239"/>
                    <a:pt x="12" y="1239"/>
                  </a:cubicBezTo>
                  <a:cubicBezTo>
                    <a:pt x="0" y="1233"/>
                    <a:pt x="0" y="1233"/>
                    <a:pt x="0" y="1233"/>
                  </a:cubicBezTo>
                  <a:cubicBezTo>
                    <a:pt x="990" y="58"/>
                    <a:pt x="990" y="58"/>
                    <a:pt x="990" y="58"/>
                  </a:cubicBezTo>
                  <a:cubicBezTo>
                    <a:pt x="1025" y="17"/>
                    <a:pt x="1085" y="0"/>
                    <a:pt x="1125" y="20"/>
                  </a:cubicBezTo>
                  <a:cubicBezTo>
                    <a:pt x="1594" y="252"/>
                    <a:pt x="1594" y="252"/>
                    <a:pt x="1594" y="252"/>
                  </a:cubicBezTo>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570" name="Google Shape;570;p31"/>
            <p:cNvPicPr preferRelativeResize="0"/>
            <p:nvPr/>
          </p:nvPicPr>
          <p:blipFill rotWithShape="1">
            <a:blip r:embed="rId6">
              <a:alphaModFix/>
            </a:blip>
            <a:srcRect/>
            <a:stretch/>
          </p:blipFill>
          <p:spPr>
            <a:xfrm rot="1352047" flipH="1">
              <a:off x="-1872158" y="3430596"/>
              <a:ext cx="152779" cy="87304"/>
            </a:xfrm>
            <a:prstGeom prst="rect">
              <a:avLst/>
            </a:prstGeom>
            <a:noFill/>
            <a:ln w="9525" cap="flat" cmpd="sng">
              <a:solidFill>
                <a:schemeClr val="lt2"/>
              </a:solidFill>
              <a:prstDash val="solid"/>
              <a:round/>
              <a:headEnd type="none" w="sm" len="sm"/>
              <a:tailEnd type="none" w="sm" len="sm"/>
            </a:ln>
          </p:spPr>
        </p:pic>
        <p:sp>
          <p:nvSpPr>
            <p:cNvPr id="571" name="Google Shape;571;p31"/>
            <p:cNvSpPr/>
            <p:nvPr/>
          </p:nvSpPr>
          <p:spPr>
            <a:xfrm rot="1352045" flipH="1">
              <a:off x="-1885691" y="3423863"/>
              <a:ext cx="71896" cy="96290"/>
            </a:xfrm>
            <a:custGeom>
              <a:avLst/>
              <a:gdLst/>
              <a:ahLst/>
              <a:cxnLst/>
              <a:rect l="l" t="t" r="r" b="b"/>
              <a:pathLst>
                <a:path w="56" h="75" extrusionOk="0">
                  <a:moveTo>
                    <a:pt x="40" y="0"/>
                  </a:moveTo>
                  <a:lnTo>
                    <a:pt x="56" y="27"/>
                  </a:lnTo>
                  <a:lnTo>
                    <a:pt x="16" y="75"/>
                  </a:lnTo>
                  <a:lnTo>
                    <a:pt x="0" y="49"/>
                  </a:lnTo>
                  <a:lnTo>
                    <a:pt x="40" y="0"/>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72" name="Google Shape;572;p31"/>
            <p:cNvSpPr/>
            <p:nvPr/>
          </p:nvSpPr>
          <p:spPr>
            <a:xfrm rot="1352048" flipH="1">
              <a:off x="-1868107" y="3522759"/>
              <a:ext cx="183591" cy="103994"/>
            </a:xfrm>
            <a:custGeom>
              <a:avLst/>
              <a:gdLst/>
              <a:ahLst/>
              <a:cxnLst/>
              <a:rect l="l" t="t" r="r" b="b"/>
              <a:pathLst>
                <a:path w="151" h="86" extrusionOk="0">
                  <a:moveTo>
                    <a:pt x="134" y="0"/>
                  </a:moveTo>
                  <a:cubicBezTo>
                    <a:pt x="151" y="28"/>
                    <a:pt x="151" y="28"/>
                    <a:pt x="151" y="28"/>
                  </a:cubicBezTo>
                  <a:cubicBezTo>
                    <a:pt x="116" y="69"/>
                    <a:pt x="56" y="86"/>
                    <a:pt x="16" y="66"/>
                  </a:cubicBezTo>
                  <a:cubicBezTo>
                    <a:pt x="0" y="38"/>
                    <a:pt x="0" y="38"/>
                    <a:pt x="0" y="38"/>
                  </a:cubicBezTo>
                  <a:cubicBezTo>
                    <a:pt x="39" y="58"/>
                    <a:pt x="100" y="40"/>
                    <a:pt x="134" y="0"/>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73" name="Google Shape;573;p31"/>
            <p:cNvSpPr/>
            <p:nvPr/>
          </p:nvSpPr>
          <p:spPr>
            <a:xfrm rot="1352047" flipH="1">
              <a:off x="-1883988" y="3531662"/>
              <a:ext cx="196430" cy="111697"/>
            </a:xfrm>
            <a:custGeom>
              <a:avLst/>
              <a:gdLst/>
              <a:ahLst/>
              <a:cxnLst/>
              <a:rect l="l" t="t" r="r" b="b"/>
              <a:pathLst>
                <a:path w="163" h="92" extrusionOk="0">
                  <a:moveTo>
                    <a:pt x="147" y="0"/>
                  </a:moveTo>
                  <a:cubicBezTo>
                    <a:pt x="163" y="29"/>
                    <a:pt x="163" y="29"/>
                    <a:pt x="163" y="29"/>
                  </a:cubicBezTo>
                  <a:cubicBezTo>
                    <a:pt x="126" y="73"/>
                    <a:pt x="60" y="92"/>
                    <a:pt x="16" y="70"/>
                  </a:cubicBezTo>
                  <a:cubicBezTo>
                    <a:pt x="0" y="42"/>
                    <a:pt x="0" y="42"/>
                    <a:pt x="0" y="42"/>
                  </a:cubicBezTo>
                  <a:cubicBezTo>
                    <a:pt x="43" y="63"/>
                    <a:pt x="109" y="45"/>
                    <a:pt x="147" y="0"/>
                  </a:cubicBez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74" name="Google Shape;574;p31"/>
            <p:cNvSpPr/>
            <p:nvPr/>
          </p:nvSpPr>
          <p:spPr>
            <a:xfrm rot="1352048" flipH="1">
              <a:off x="-1731722" y="3619249"/>
              <a:ext cx="39799" cy="42368"/>
            </a:xfrm>
            <a:custGeom>
              <a:avLst/>
              <a:gdLst/>
              <a:ahLst/>
              <a:cxnLst/>
              <a:rect l="l" t="t" r="r" b="b"/>
              <a:pathLst>
                <a:path w="33" h="35" extrusionOk="0">
                  <a:moveTo>
                    <a:pt x="33" y="35"/>
                  </a:moveTo>
                  <a:cubicBezTo>
                    <a:pt x="28" y="33"/>
                    <a:pt x="22" y="31"/>
                    <a:pt x="17" y="28"/>
                  </a:cubicBezTo>
                  <a:cubicBezTo>
                    <a:pt x="0" y="0"/>
                    <a:pt x="0" y="0"/>
                    <a:pt x="0" y="0"/>
                  </a:cubicBezTo>
                  <a:cubicBezTo>
                    <a:pt x="6" y="2"/>
                    <a:pt x="11" y="4"/>
                    <a:pt x="17" y="6"/>
                  </a:cubicBezTo>
                  <a:cubicBezTo>
                    <a:pt x="22" y="16"/>
                    <a:pt x="28" y="25"/>
                    <a:pt x="33" y="35"/>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75" name="Google Shape;575;p31"/>
            <p:cNvSpPr/>
            <p:nvPr/>
          </p:nvSpPr>
          <p:spPr>
            <a:xfrm rot="1352046" flipH="1">
              <a:off x="-1733403" y="3621242"/>
              <a:ext cx="20542" cy="35949"/>
            </a:xfrm>
            <a:custGeom>
              <a:avLst/>
              <a:gdLst/>
              <a:ahLst/>
              <a:cxnLst/>
              <a:rect l="l" t="t" r="r" b="b"/>
              <a:pathLst>
                <a:path w="17" h="29" extrusionOk="0">
                  <a:moveTo>
                    <a:pt x="16" y="29"/>
                  </a:moveTo>
                  <a:cubicBezTo>
                    <a:pt x="0" y="0"/>
                    <a:pt x="0" y="0"/>
                    <a:pt x="0" y="0"/>
                  </a:cubicBezTo>
                  <a:cubicBezTo>
                    <a:pt x="1" y="0"/>
                    <a:pt x="1" y="0"/>
                    <a:pt x="1" y="0"/>
                  </a:cubicBezTo>
                  <a:cubicBezTo>
                    <a:pt x="6" y="10"/>
                    <a:pt x="12" y="19"/>
                    <a:pt x="17" y="29"/>
                  </a:cubicBezTo>
                  <a:lnTo>
                    <a:pt x="16" y="2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76" name="Google Shape;576;p31"/>
            <p:cNvSpPr/>
            <p:nvPr/>
          </p:nvSpPr>
          <p:spPr>
            <a:xfrm rot="1352048" flipH="1">
              <a:off x="-2693777" y="1544924"/>
              <a:ext cx="2060594" cy="2001561"/>
            </a:xfrm>
            <a:custGeom>
              <a:avLst/>
              <a:gdLst/>
              <a:ahLst/>
              <a:cxnLst/>
              <a:rect l="l" t="t" r="r" b="b"/>
              <a:pathLst>
                <a:path w="1701" h="1652" extrusionOk="0">
                  <a:moveTo>
                    <a:pt x="1701" y="258"/>
                  </a:moveTo>
                  <a:cubicBezTo>
                    <a:pt x="1694" y="266"/>
                    <a:pt x="1694" y="266"/>
                    <a:pt x="1694" y="266"/>
                  </a:cubicBezTo>
                  <a:cubicBezTo>
                    <a:pt x="1225" y="34"/>
                    <a:pt x="1225" y="34"/>
                    <a:pt x="1225" y="34"/>
                  </a:cubicBezTo>
                  <a:cubicBezTo>
                    <a:pt x="1185" y="14"/>
                    <a:pt x="1125" y="31"/>
                    <a:pt x="1090" y="72"/>
                  </a:cubicBezTo>
                  <a:cubicBezTo>
                    <a:pt x="100" y="1247"/>
                    <a:pt x="100" y="1247"/>
                    <a:pt x="100" y="1247"/>
                  </a:cubicBezTo>
                  <a:cubicBezTo>
                    <a:pt x="57" y="1298"/>
                    <a:pt x="57" y="1298"/>
                    <a:pt x="57" y="1298"/>
                  </a:cubicBezTo>
                  <a:cubicBezTo>
                    <a:pt x="22" y="1339"/>
                    <a:pt x="27" y="1388"/>
                    <a:pt x="67" y="1408"/>
                  </a:cubicBezTo>
                  <a:cubicBezTo>
                    <a:pt x="536" y="1641"/>
                    <a:pt x="536" y="1641"/>
                    <a:pt x="536" y="1641"/>
                  </a:cubicBezTo>
                  <a:cubicBezTo>
                    <a:pt x="526" y="1652"/>
                    <a:pt x="526" y="1652"/>
                    <a:pt x="526" y="1652"/>
                  </a:cubicBezTo>
                  <a:cubicBezTo>
                    <a:pt x="49" y="1415"/>
                    <a:pt x="49" y="1415"/>
                    <a:pt x="49" y="1415"/>
                  </a:cubicBezTo>
                  <a:cubicBezTo>
                    <a:pt x="5" y="1393"/>
                    <a:pt x="0" y="1339"/>
                    <a:pt x="38" y="1295"/>
                  </a:cubicBezTo>
                  <a:cubicBezTo>
                    <a:pt x="1076" y="63"/>
                    <a:pt x="1076" y="63"/>
                    <a:pt x="1076" y="63"/>
                  </a:cubicBezTo>
                  <a:cubicBezTo>
                    <a:pt x="1113" y="19"/>
                    <a:pt x="1180" y="0"/>
                    <a:pt x="1223" y="21"/>
                  </a:cubicBezTo>
                  <a:lnTo>
                    <a:pt x="1701" y="258"/>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77" name="Google Shape;577;p31"/>
            <p:cNvSpPr/>
            <p:nvPr/>
          </p:nvSpPr>
          <p:spPr>
            <a:xfrm rot="1352050" flipH="1">
              <a:off x="-1884522" y="3495476"/>
              <a:ext cx="52638" cy="64194"/>
            </a:xfrm>
            <a:custGeom>
              <a:avLst/>
              <a:gdLst/>
              <a:ahLst/>
              <a:cxnLst/>
              <a:rect l="l" t="t" r="r" b="b"/>
              <a:pathLst>
                <a:path w="43" h="53" extrusionOk="0">
                  <a:moveTo>
                    <a:pt x="43" y="29"/>
                  </a:moveTo>
                  <a:cubicBezTo>
                    <a:pt x="35" y="38"/>
                    <a:pt x="26" y="46"/>
                    <a:pt x="17" y="53"/>
                  </a:cubicBezTo>
                  <a:cubicBezTo>
                    <a:pt x="11" y="44"/>
                    <a:pt x="6" y="34"/>
                    <a:pt x="0" y="25"/>
                  </a:cubicBezTo>
                  <a:cubicBezTo>
                    <a:pt x="10" y="18"/>
                    <a:pt x="19" y="9"/>
                    <a:pt x="26" y="0"/>
                  </a:cubicBezTo>
                  <a:cubicBezTo>
                    <a:pt x="31" y="9"/>
                    <a:pt x="38" y="20"/>
                    <a:pt x="43"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78" name="Google Shape;578;p31"/>
            <p:cNvSpPr/>
            <p:nvPr/>
          </p:nvSpPr>
          <p:spPr>
            <a:xfrm rot="1352048" flipH="1">
              <a:off x="-1787436" y="3610222"/>
              <a:ext cx="74464" cy="41084"/>
            </a:xfrm>
            <a:custGeom>
              <a:avLst/>
              <a:gdLst/>
              <a:ahLst/>
              <a:cxnLst/>
              <a:rect l="l" t="t" r="r" b="b"/>
              <a:pathLst>
                <a:path w="61" h="34" extrusionOk="0">
                  <a:moveTo>
                    <a:pt x="61" y="32"/>
                  </a:moveTo>
                  <a:cubicBezTo>
                    <a:pt x="46" y="34"/>
                    <a:pt x="30" y="33"/>
                    <a:pt x="16" y="29"/>
                  </a:cubicBezTo>
                  <a:cubicBezTo>
                    <a:pt x="11" y="19"/>
                    <a:pt x="5" y="10"/>
                    <a:pt x="0" y="0"/>
                  </a:cubicBezTo>
                  <a:cubicBezTo>
                    <a:pt x="14" y="4"/>
                    <a:pt x="29" y="5"/>
                    <a:pt x="45" y="3"/>
                  </a:cubicBezTo>
                  <a:cubicBezTo>
                    <a:pt x="50" y="13"/>
                    <a:pt x="56" y="22"/>
                    <a:pt x="61" y="32"/>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79" name="Google Shape;579;p31"/>
            <p:cNvSpPr/>
            <p:nvPr/>
          </p:nvSpPr>
          <p:spPr>
            <a:xfrm rot="1352048" flipH="1">
              <a:off x="-1792787" y="3600981"/>
              <a:ext cx="28245" cy="35949"/>
            </a:xfrm>
            <a:custGeom>
              <a:avLst/>
              <a:gdLst/>
              <a:ahLst/>
              <a:cxnLst/>
              <a:rect l="l" t="t" r="r" b="b"/>
              <a:pathLst>
                <a:path w="23" h="30" extrusionOk="0">
                  <a:moveTo>
                    <a:pt x="23" y="29"/>
                  </a:moveTo>
                  <a:cubicBezTo>
                    <a:pt x="21" y="29"/>
                    <a:pt x="19" y="30"/>
                    <a:pt x="16" y="30"/>
                  </a:cubicBezTo>
                  <a:cubicBezTo>
                    <a:pt x="11" y="20"/>
                    <a:pt x="5" y="11"/>
                    <a:pt x="0" y="1"/>
                  </a:cubicBezTo>
                  <a:cubicBezTo>
                    <a:pt x="2" y="1"/>
                    <a:pt x="4" y="1"/>
                    <a:pt x="6" y="0"/>
                  </a:cubicBezTo>
                  <a:cubicBezTo>
                    <a:pt x="12" y="10"/>
                    <a:pt x="17" y="19"/>
                    <a:pt x="23"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0" name="Google Shape;580;p31"/>
            <p:cNvSpPr/>
            <p:nvPr/>
          </p:nvSpPr>
          <p:spPr>
            <a:xfrm rot="1352046" flipH="1">
              <a:off x="-1859555" y="3531263"/>
              <a:ext cx="20542" cy="33381"/>
            </a:xfrm>
            <a:custGeom>
              <a:avLst/>
              <a:gdLst/>
              <a:ahLst/>
              <a:cxnLst/>
              <a:rect l="l" t="t" r="r" b="b"/>
              <a:pathLst>
                <a:path w="17" h="28" extrusionOk="0">
                  <a:moveTo>
                    <a:pt x="17" y="28"/>
                  </a:moveTo>
                  <a:cubicBezTo>
                    <a:pt x="11" y="19"/>
                    <a:pt x="6" y="9"/>
                    <a:pt x="0" y="0"/>
                  </a:cubicBezTo>
                  <a:cubicBezTo>
                    <a:pt x="0" y="0"/>
                    <a:pt x="0" y="0"/>
                    <a:pt x="0" y="0"/>
                  </a:cubicBezTo>
                  <a:cubicBezTo>
                    <a:pt x="6" y="9"/>
                    <a:pt x="11" y="19"/>
                    <a:pt x="17"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1" name="Google Shape;581;p31"/>
            <p:cNvSpPr/>
            <p:nvPr/>
          </p:nvSpPr>
          <p:spPr>
            <a:xfrm rot="1352048" flipH="1">
              <a:off x="-1835722" y="3578054"/>
              <a:ext cx="68044" cy="48787"/>
            </a:xfrm>
            <a:custGeom>
              <a:avLst/>
              <a:gdLst/>
              <a:ahLst/>
              <a:cxnLst/>
              <a:rect l="l" t="t" r="r" b="b"/>
              <a:pathLst>
                <a:path w="56" h="40" extrusionOk="0">
                  <a:moveTo>
                    <a:pt x="17" y="40"/>
                  </a:moveTo>
                  <a:cubicBezTo>
                    <a:pt x="16" y="38"/>
                    <a:pt x="14" y="35"/>
                    <a:pt x="13" y="33"/>
                  </a:cubicBezTo>
                  <a:cubicBezTo>
                    <a:pt x="11" y="29"/>
                    <a:pt x="8" y="25"/>
                    <a:pt x="6" y="21"/>
                  </a:cubicBezTo>
                  <a:cubicBezTo>
                    <a:pt x="6" y="21"/>
                    <a:pt x="6" y="20"/>
                    <a:pt x="5" y="20"/>
                  </a:cubicBezTo>
                  <a:cubicBezTo>
                    <a:pt x="5" y="19"/>
                    <a:pt x="4" y="18"/>
                    <a:pt x="4" y="17"/>
                  </a:cubicBezTo>
                  <a:cubicBezTo>
                    <a:pt x="3" y="16"/>
                    <a:pt x="3" y="16"/>
                    <a:pt x="3" y="15"/>
                  </a:cubicBezTo>
                  <a:cubicBezTo>
                    <a:pt x="2" y="15"/>
                    <a:pt x="2" y="13"/>
                    <a:pt x="1" y="13"/>
                  </a:cubicBezTo>
                  <a:cubicBezTo>
                    <a:pt x="1" y="12"/>
                    <a:pt x="0" y="12"/>
                    <a:pt x="0" y="11"/>
                  </a:cubicBezTo>
                  <a:cubicBezTo>
                    <a:pt x="13" y="9"/>
                    <a:pt x="27" y="5"/>
                    <a:pt x="39" y="0"/>
                  </a:cubicBezTo>
                  <a:cubicBezTo>
                    <a:pt x="45" y="9"/>
                    <a:pt x="50" y="19"/>
                    <a:pt x="56" y="28"/>
                  </a:cubicBezTo>
                  <a:cubicBezTo>
                    <a:pt x="43" y="34"/>
                    <a:pt x="30" y="38"/>
                    <a:pt x="17" y="4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2" name="Google Shape;582;p31"/>
            <p:cNvSpPr/>
            <p:nvPr/>
          </p:nvSpPr>
          <p:spPr>
            <a:xfrm rot="1352046" flipH="1">
              <a:off x="-1833181" y="3567812"/>
              <a:ext cx="23109" cy="34664"/>
            </a:xfrm>
            <a:custGeom>
              <a:avLst/>
              <a:gdLst/>
              <a:ahLst/>
              <a:cxnLst/>
              <a:rect l="l" t="t" r="r" b="b"/>
              <a:pathLst>
                <a:path w="19" h="29" extrusionOk="0">
                  <a:moveTo>
                    <a:pt x="17" y="29"/>
                  </a:moveTo>
                  <a:cubicBezTo>
                    <a:pt x="11" y="20"/>
                    <a:pt x="6" y="10"/>
                    <a:pt x="0" y="1"/>
                  </a:cubicBezTo>
                  <a:cubicBezTo>
                    <a:pt x="1" y="0"/>
                    <a:pt x="2" y="0"/>
                    <a:pt x="2" y="0"/>
                  </a:cubicBezTo>
                  <a:cubicBezTo>
                    <a:pt x="8" y="9"/>
                    <a:pt x="13" y="19"/>
                    <a:pt x="19" y="28"/>
                  </a:cubicBezTo>
                  <a:cubicBezTo>
                    <a:pt x="18" y="29"/>
                    <a:pt x="17" y="29"/>
                    <a:pt x="17"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3" name="Google Shape;583;p31"/>
            <p:cNvSpPr/>
            <p:nvPr/>
          </p:nvSpPr>
          <p:spPr>
            <a:xfrm rot="1352047" flipH="1">
              <a:off x="-1865454" y="3537761"/>
              <a:ext cx="59058" cy="56491"/>
            </a:xfrm>
            <a:custGeom>
              <a:avLst/>
              <a:gdLst/>
              <a:ahLst/>
              <a:cxnLst/>
              <a:rect l="l" t="t" r="r" b="b"/>
              <a:pathLst>
                <a:path w="49" h="47" extrusionOk="0">
                  <a:moveTo>
                    <a:pt x="49" y="28"/>
                  </a:moveTo>
                  <a:cubicBezTo>
                    <a:pt x="39" y="36"/>
                    <a:pt x="28" y="42"/>
                    <a:pt x="17" y="47"/>
                  </a:cubicBezTo>
                  <a:cubicBezTo>
                    <a:pt x="11" y="38"/>
                    <a:pt x="6" y="28"/>
                    <a:pt x="0" y="19"/>
                  </a:cubicBezTo>
                  <a:cubicBezTo>
                    <a:pt x="12" y="14"/>
                    <a:pt x="22" y="7"/>
                    <a:pt x="32" y="0"/>
                  </a:cubicBezTo>
                  <a:cubicBezTo>
                    <a:pt x="38" y="9"/>
                    <a:pt x="43" y="19"/>
                    <a:pt x="49"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4" name="Google Shape;584;p31"/>
            <p:cNvSpPr/>
            <p:nvPr/>
          </p:nvSpPr>
          <p:spPr>
            <a:xfrm rot="1352045" flipH="1">
              <a:off x="-2786996" y="1824600"/>
              <a:ext cx="1277441" cy="1527817"/>
            </a:xfrm>
            <a:custGeom>
              <a:avLst/>
              <a:gdLst/>
              <a:ahLst/>
              <a:cxnLst/>
              <a:rect l="l" t="t" r="r" b="b"/>
              <a:pathLst>
                <a:path w="995" h="1190" extrusionOk="0">
                  <a:moveTo>
                    <a:pt x="980" y="0"/>
                  </a:moveTo>
                  <a:lnTo>
                    <a:pt x="995" y="27"/>
                  </a:lnTo>
                  <a:lnTo>
                    <a:pt x="15" y="1190"/>
                  </a:lnTo>
                  <a:lnTo>
                    <a:pt x="0" y="1162"/>
                  </a:lnTo>
                  <a:lnTo>
                    <a:pt x="980" y="0"/>
                  </a:ln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5" name="Google Shape;585;p31"/>
            <p:cNvSpPr/>
            <p:nvPr/>
          </p:nvSpPr>
          <p:spPr>
            <a:xfrm rot="1352066" flipH="1">
              <a:off x="-1828968" y="3223085"/>
              <a:ext cx="829049" cy="495913"/>
            </a:xfrm>
            <a:custGeom>
              <a:avLst/>
              <a:gdLst/>
              <a:ahLst/>
              <a:cxnLst/>
              <a:rect l="l" t="t" r="r" b="b"/>
              <a:pathLst>
                <a:path w="691" h="414" extrusionOk="0">
                  <a:moveTo>
                    <a:pt x="691" y="304"/>
                  </a:moveTo>
                  <a:cubicBezTo>
                    <a:pt x="648" y="356"/>
                    <a:pt x="648" y="356"/>
                    <a:pt x="648" y="356"/>
                  </a:cubicBezTo>
                  <a:cubicBezTo>
                    <a:pt x="614" y="396"/>
                    <a:pt x="553" y="414"/>
                    <a:pt x="514" y="394"/>
                  </a:cubicBezTo>
                  <a:cubicBezTo>
                    <a:pt x="45" y="161"/>
                    <a:pt x="45" y="161"/>
                    <a:pt x="45" y="161"/>
                  </a:cubicBezTo>
                  <a:cubicBezTo>
                    <a:pt x="5" y="141"/>
                    <a:pt x="0" y="92"/>
                    <a:pt x="35" y="51"/>
                  </a:cubicBezTo>
                  <a:cubicBezTo>
                    <a:pt x="78" y="0"/>
                    <a:pt x="78" y="0"/>
                    <a:pt x="78" y="0"/>
                  </a:cubicBezTo>
                  <a:cubicBezTo>
                    <a:pt x="90" y="6"/>
                    <a:pt x="90" y="6"/>
                    <a:pt x="90" y="6"/>
                  </a:cubicBezTo>
                  <a:cubicBezTo>
                    <a:pt x="65" y="37"/>
                    <a:pt x="68" y="74"/>
                    <a:pt x="98" y="88"/>
                  </a:cubicBezTo>
                  <a:cubicBezTo>
                    <a:pt x="290" y="184"/>
                    <a:pt x="290" y="184"/>
                    <a:pt x="290" y="184"/>
                  </a:cubicBezTo>
                  <a:cubicBezTo>
                    <a:pt x="577" y="326"/>
                    <a:pt x="577" y="326"/>
                    <a:pt x="577" y="326"/>
                  </a:cubicBezTo>
                  <a:cubicBezTo>
                    <a:pt x="607" y="341"/>
                    <a:pt x="652" y="328"/>
                    <a:pt x="678" y="298"/>
                  </a:cubicBezTo>
                  <a:lnTo>
                    <a:pt x="691" y="304"/>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6" name="Google Shape;586;p31"/>
            <p:cNvSpPr/>
            <p:nvPr/>
          </p:nvSpPr>
          <p:spPr>
            <a:xfrm rot="1352045" flipH="1">
              <a:off x="-2782117" y="1512933"/>
              <a:ext cx="2164582" cy="2063192"/>
            </a:xfrm>
            <a:custGeom>
              <a:avLst/>
              <a:gdLst/>
              <a:ahLst/>
              <a:cxnLst/>
              <a:rect l="l" t="t" r="r" b="b"/>
              <a:pathLst>
                <a:path w="1786" h="1703" extrusionOk="0">
                  <a:moveTo>
                    <a:pt x="1728" y="263"/>
                  </a:moveTo>
                  <a:cubicBezTo>
                    <a:pt x="1250" y="26"/>
                    <a:pt x="1250" y="26"/>
                    <a:pt x="1250" y="26"/>
                  </a:cubicBezTo>
                  <a:cubicBezTo>
                    <a:pt x="1198" y="0"/>
                    <a:pt x="1119" y="22"/>
                    <a:pt x="1074" y="76"/>
                  </a:cubicBezTo>
                  <a:cubicBezTo>
                    <a:pt x="949" y="224"/>
                    <a:pt x="949" y="224"/>
                    <a:pt x="949" y="224"/>
                  </a:cubicBezTo>
                  <a:cubicBezTo>
                    <a:pt x="756" y="452"/>
                    <a:pt x="756" y="452"/>
                    <a:pt x="756" y="452"/>
                  </a:cubicBezTo>
                  <a:cubicBezTo>
                    <a:pt x="45" y="1297"/>
                    <a:pt x="45" y="1297"/>
                    <a:pt x="45" y="1297"/>
                  </a:cubicBezTo>
                  <a:cubicBezTo>
                    <a:pt x="0" y="1350"/>
                    <a:pt x="5" y="1414"/>
                    <a:pt x="58" y="1440"/>
                  </a:cubicBezTo>
                  <a:cubicBezTo>
                    <a:pt x="536" y="1677"/>
                    <a:pt x="536" y="1677"/>
                    <a:pt x="536" y="1677"/>
                  </a:cubicBezTo>
                  <a:cubicBezTo>
                    <a:pt x="588" y="1703"/>
                    <a:pt x="667" y="1681"/>
                    <a:pt x="712" y="1628"/>
                  </a:cubicBezTo>
                  <a:cubicBezTo>
                    <a:pt x="1741" y="407"/>
                    <a:pt x="1741" y="407"/>
                    <a:pt x="1741" y="407"/>
                  </a:cubicBezTo>
                  <a:cubicBezTo>
                    <a:pt x="1786" y="353"/>
                    <a:pt x="1780" y="289"/>
                    <a:pt x="1728" y="263"/>
                  </a:cubicBezTo>
                  <a:close/>
                  <a:moveTo>
                    <a:pt x="1736" y="405"/>
                  </a:moveTo>
                  <a:cubicBezTo>
                    <a:pt x="707" y="1625"/>
                    <a:pt x="707" y="1625"/>
                    <a:pt x="707" y="1625"/>
                  </a:cubicBezTo>
                  <a:cubicBezTo>
                    <a:pt x="664" y="1676"/>
                    <a:pt x="589" y="1698"/>
                    <a:pt x="539" y="1673"/>
                  </a:cubicBezTo>
                  <a:cubicBezTo>
                    <a:pt x="62" y="1436"/>
                    <a:pt x="62" y="1436"/>
                    <a:pt x="62" y="1436"/>
                  </a:cubicBezTo>
                  <a:cubicBezTo>
                    <a:pt x="12" y="1411"/>
                    <a:pt x="6" y="1350"/>
                    <a:pt x="49" y="1299"/>
                  </a:cubicBezTo>
                  <a:cubicBezTo>
                    <a:pt x="1078" y="78"/>
                    <a:pt x="1078" y="78"/>
                    <a:pt x="1078" y="78"/>
                  </a:cubicBezTo>
                  <a:cubicBezTo>
                    <a:pt x="1121" y="27"/>
                    <a:pt x="1196" y="6"/>
                    <a:pt x="1246" y="30"/>
                  </a:cubicBezTo>
                  <a:cubicBezTo>
                    <a:pt x="1724" y="268"/>
                    <a:pt x="1724" y="268"/>
                    <a:pt x="1724" y="268"/>
                  </a:cubicBezTo>
                  <a:cubicBezTo>
                    <a:pt x="1773" y="292"/>
                    <a:pt x="1779" y="354"/>
                    <a:pt x="1736" y="405"/>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7" name="Google Shape;587;p31"/>
            <p:cNvSpPr/>
            <p:nvPr/>
          </p:nvSpPr>
          <p:spPr>
            <a:xfrm rot="1352045" flipH="1">
              <a:off x="-1885829" y="1773194"/>
              <a:ext cx="1251764" cy="1489300"/>
            </a:xfrm>
            <a:custGeom>
              <a:avLst/>
              <a:gdLst/>
              <a:ahLst/>
              <a:cxnLst/>
              <a:rect l="l" t="t" r="r" b="b"/>
              <a:pathLst>
                <a:path w="975" h="1160" extrusionOk="0">
                  <a:moveTo>
                    <a:pt x="975" y="8"/>
                  </a:moveTo>
                  <a:lnTo>
                    <a:pt x="971" y="0"/>
                  </a:lnTo>
                  <a:lnTo>
                    <a:pt x="0" y="1153"/>
                  </a:lnTo>
                  <a:lnTo>
                    <a:pt x="4" y="1160"/>
                  </a:lnTo>
                  <a:lnTo>
                    <a:pt x="975" y="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8" name="Google Shape;588;p31"/>
            <p:cNvSpPr/>
            <p:nvPr/>
          </p:nvSpPr>
          <p:spPr>
            <a:xfrm rot="1352047" flipH="1">
              <a:off x="-1639046" y="1601260"/>
              <a:ext cx="26961" cy="24393"/>
            </a:xfrm>
            <a:custGeom>
              <a:avLst/>
              <a:gdLst/>
              <a:ahLst/>
              <a:cxnLst/>
              <a:rect l="l" t="t" r="r" b="b"/>
              <a:pathLst>
                <a:path w="21" h="19" extrusionOk="0">
                  <a:moveTo>
                    <a:pt x="7" y="19"/>
                  </a:moveTo>
                  <a:lnTo>
                    <a:pt x="21" y="3"/>
                  </a:lnTo>
                  <a:lnTo>
                    <a:pt x="14" y="0"/>
                  </a:lnTo>
                  <a:lnTo>
                    <a:pt x="0" y="16"/>
                  </a:lnTo>
                  <a:lnTo>
                    <a:pt x="7" y="1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9" name="Google Shape;589;p31"/>
            <p:cNvSpPr/>
            <p:nvPr/>
          </p:nvSpPr>
          <p:spPr>
            <a:xfrm rot="1352050" flipH="1">
              <a:off x="-2797886" y="1709302"/>
              <a:ext cx="1489275" cy="1719118"/>
            </a:xfrm>
            <a:custGeom>
              <a:avLst/>
              <a:gdLst/>
              <a:ahLst/>
              <a:cxnLst/>
              <a:rect l="l" t="t" r="r" b="b"/>
              <a:pathLst>
                <a:path w="1229" h="1418" extrusionOk="0">
                  <a:moveTo>
                    <a:pt x="1181" y="4"/>
                  </a:moveTo>
                  <a:cubicBezTo>
                    <a:pt x="1224" y="25"/>
                    <a:pt x="1229" y="79"/>
                    <a:pt x="1192" y="124"/>
                  </a:cubicBezTo>
                  <a:cubicBezTo>
                    <a:pt x="154" y="1355"/>
                    <a:pt x="154" y="1355"/>
                    <a:pt x="154" y="1355"/>
                  </a:cubicBezTo>
                  <a:cubicBezTo>
                    <a:pt x="116" y="1400"/>
                    <a:pt x="50" y="1418"/>
                    <a:pt x="7" y="1397"/>
                  </a:cubicBezTo>
                  <a:cubicBezTo>
                    <a:pt x="0" y="1394"/>
                    <a:pt x="0" y="1394"/>
                    <a:pt x="0" y="1394"/>
                  </a:cubicBezTo>
                  <a:cubicBezTo>
                    <a:pt x="10" y="1383"/>
                    <a:pt x="10" y="1383"/>
                    <a:pt x="10" y="1383"/>
                  </a:cubicBezTo>
                  <a:cubicBezTo>
                    <a:pt x="49" y="1403"/>
                    <a:pt x="110" y="1385"/>
                    <a:pt x="144" y="1345"/>
                  </a:cubicBezTo>
                  <a:cubicBezTo>
                    <a:pt x="187" y="1293"/>
                    <a:pt x="187" y="1293"/>
                    <a:pt x="187" y="1293"/>
                  </a:cubicBezTo>
                  <a:cubicBezTo>
                    <a:pt x="1178" y="118"/>
                    <a:pt x="1178" y="118"/>
                    <a:pt x="1178" y="118"/>
                  </a:cubicBezTo>
                  <a:cubicBezTo>
                    <a:pt x="1212" y="78"/>
                    <a:pt x="1208" y="28"/>
                    <a:pt x="1168" y="8"/>
                  </a:cubicBezTo>
                  <a:cubicBezTo>
                    <a:pt x="1175" y="0"/>
                    <a:pt x="1175" y="0"/>
                    <a:pt x="1175" y="0"/>
                  </a:cubicBezTo>
                  <a:lnTo>
                    <a:pt x="118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90" name="Google Shape;590;p31"/>
            <p:cNvSpPr/>
            <p:nvPr/>
          </p:nvSpPr>
          <p:spPr>
            <a:xfrm rot="1352048" flipH="1">
              <a:off x="-2773182" y="1519596"/>
              <a:ext cx="2147896" cy="2050355"/>
            </a:xfrm>
            <a:custGeom>
              <a:avLst/>
              <a:gdLst/>
              <a:ahLst/>
              <a:cxnLst/>
              <a:rect l="l" t="t" r="r" b="b"/>
              <a:pathLst>
                <a:path w="1773" h="1692" extrusionOk="0">
                  <a:moveTo>
                    <a:pt x="1718" y="262"/>
                  </a:moveTo>
                  <a:cubicBezTo>
                    <a:pt x="1240" y="24"/>
                    <a:pt x="1240" y="24"/>
                    <a:pt x="1240" y="24"/>
                  </a:cubicBezTo>
                  <a:cubicBezTo>
                    <a:pt x="1190" y="0"/>
                    <a:pt x="1115" y="21"/>
                    <a:pt x="1072" y="72"/>
                  </a:cubicBezTo>
                  <a:cubicBezTo>
                    <a:pt x="1077" y="80"/>
                    <a:pt x="1077" y="80"/>
                    <a:pt x="1077" y="80"/>
                  </a:cubicBezTo>
                  <a:cubicBezTo>
                    <a:pt x="1084" y="72"/>
                    <a:pt x="1084" y="72"/>
                    <a:pt x="1084" y="72"/>
                  </a:cubicBezTo>
                  <a:cubicBezTo>
                    <a:pt x="1121" y="28"/>
                    <a:pt x="1188" y="9"/>
                    <a:pt x="1231" y="30"/>
                  </a:cubicBezTo>
                  <a:cubicBezTo>
                    <a:pt x="1709" y="267"/>
                    <a:pt x="1709" y="267"/>
                    <a:pt x="1709" y="267"/>
                  </a:cubicBezTo>
                  <a:cubicBezTo>
                    <a:pt x="1715" y="271"/>
                    <a:pt x="1715" y="271"/>
                    <a:pt x="1715" y="271"/>
                  </a:cubicBezTo>
                  <a:cubicBezTo>
                    <a:pt x="1758" y="292"/>
                    <a:pt x="1763" y="346"/>
                    <a:pt x="1726" y="391"/>
                  </a:cubicBezTo>
                  <a:cubicBezTo>
                    <a:pt x="688" y="1622"/>
                    <a:pt x="688" y="1622"/>
                    <a:pt x="688" y="1622"/>
                  </a:cubicBezTo>
                  <a:cubicBezTo>
                    <a:pt x="650" y="1667"/>
                    <a:pt x="584" y="1685"/>
                    <a:pt x="541" y="1664"/>
                  </a:cubicBezTo>
                  <a:cubicBezTo>
                    <a:pt x="534" y="1661"/>
                    <a:pt x="534" y="1661"/>
                    <a:pt x="534" y="1661"/>
                  </a:cubicBezTo>
                  <a:cubicBezTo>
                    <a:pt x="57" y="1424"/>
                    <a:pt x="57" y="1424"/>
                    <a:pt x="57" y="1424"/>
                  </a:cubicBezTo>
                  <a:cubicBezTo>
                    <a:pt x="13" y="1402"/>
                    <a:pt x="8" y="1348"/>
                    <a:pt x="46" y="1304"/>
                  </a:cubicBezTo>
                  <a:cubicBezTo>
                    <a:pt x="48" y="1301"/>
                    <a:pt x="48" y="1301"/>
                    <a:pt x="48" y="1301"/>
                  </a:cubicBezTo>
                  <a:cubicBezTo>
                    <a:pt x="43" y="1293"/>
                    <a:pt x="43" y="1293"/>
                    <a:pt x="43" y="1293"/>
                  </a:cubicBezTo>
                  <a:cubicBezTo>
                    <a:pt x="0" y="1344"/>
                    <a:pt x="6" y="1405"/>
                    <a:pt x="55" y="1430"/>
                  </a:cubicBezTo>
                  <a:cubicBezTo>
                    <a:pt x="533" y="1667"/>
                    <a:pt x="533" y="1667"/>
                    <a:pt x="533" y="1667"/>
                  </a:cubicBezTo>
                  <a:cubicBezTo>
                    <a:pt x="583" y="1692"/>
                    <a:pt x="658" y="1670"/>
                    <a:pt x="701" y="1619"/>
                  </a:cubicBezTo>
                  <a:cubicBezTo>
                    <a:pt x="1730" y="399"/>
                    <a:pt x="1730" y="399"/>
                    <a:pt x="1730" y="399"/>
                  </a:cubicBezTo>
                  <a:cubicBezTo>
                    <a:pt x="1773" y="348"/>
                    <a:pt x="1767" y="286"/>
                    <a:pt x="1718" y="26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91" name="Google Shape;591;p31"/>
            <p:cNvSpPr/>
            <p:nvPr/>
          </p:nvSpPr>
          <p:spPr>
            <a:xfrm rot="1352045" flipH="1">
              <a:off x="-1536664" y="1849330"/>
              <a:ext cx="236230" cy="282453"/>
            </a:xfrm>
            <a:custGeom>
              <a:avLst/>
              <a:gdLst/>
              <a:ahLst/>
              <a:cxnLst/>
              <a:rect l="l" t="t" r="r" b="b"/>
              <a:pathLst>
                <a:path w="184" h="220" extrusionOk="0">
                  <a:moveTo>
                    <a:pt x="184" y="4"/>
                  </a:moveTo>
                  <a:lnTo>
                    <a:pt x="182" y="0"/>
                  </a:lnTo>
                  <a:lnTo>
                    <a:pt x="0" y="215"/>
                  </a:lnTo>
                  <a:lnTo>
                    <a:pt x="3" y="220"/>
                  </a:lnTo>
                  <a:lnTo>
                    <a:pt x="184"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92" name="Google Shape;592;p31"/>
            <p:cNvSpPr/>
            <p:nvPr/>
          </p:nvSpPr>
          <p:spPr>
            <a:xfrm rot="1352049" flipH="1">
              <a:off x="-2330847" y="1602764"/>
              <a:ext cx="130954" cy="93723"/>
            </a:xfrm>
            <a:custGeom>
              <a:avLst/>
              <a:gdLst/>
              <a:ahLst/>
              <a:cxnLst/>
              <a:rect l="l" t="t" r="r" b="b"/>
              <a:pathLst>
                <a:path w="108" h="77" extrusionOk="0">
                  <a:moveTo>
                    <a:pt x="101" y="47"/>
                  </a:moveTo>
                  <a:cubicBezTo>
                    <a:pt x="83" y="68"/>
                    <a:pt x="83" y="68"/>
                    <a:pt x="83" y="68"/>
                  </a:cubicBezTo>
                  <a:cubicBezTo>
                    <a:pt x="86" y="69"/>
                    <a:pt x="86" y="69"/>
                    <a:pt x="86" y="69"/>
                  </a:cubicBezTo>
                  <a:cubicBezTo>
                    <a:pt x="81" y="74"/>
                    <a:pt x="73" y="77"/>
                    <a:pt x="67" y="74"/>
                  </a:cubicBezTo>
                  <a:cubicBezTo>
                    <a:pt x="6" y="44"/>
                    <a:pt x="6" y="44"/>
                    <a:pt x="6" y="44"/>
                  </a:cubicBezTo>
                  <a:cubicBezTo>
                    <a:pt x="1" y="41"/>
                    <a:pt x="0" y="34"/>
                    <a:pt x="5" y="29"/>
                  </a:cubicBezTo>
                  <a:cubicBezTo>
                    <a:pt x="23" y="8"/>
                    <a:pt x="23" y="8"/>
                    <a:pt x="23" y="8"/>
                  </a:cubicBezTo>
                  <a:cubicBezTo>
                    <a:pt x="27" y="3"/>
                    <a:pt x="35" y="0"/>
                    <a:pt x="41" y="3"/>
                  </a:cubicBezTo>
                  <a:cubicBezTo>
                    <a:pt x="102" y="33"/>
                    <a:pt x="102" y="33"/>
                    <a:pt x="102" y="33"/>
                  </a:cubicBezTo>
                  <a:cubicBezTo>
                    <a:pt x="107" y="36"/>
                    <a:pt x="108" y="42"/>
                    <a:pt x="103" y="48"/>
                  </a:cubicBezTo>
                  <a:lnTo>
                    <a:pt x="101" y="47"/>
                  </a:lnTo>
                  <a:close/>
                  <a:moveTo>
                    <a:pt x="81" y="67"/>
                  </a:moveTo>
                  <a:cubicBezTo>
                    <a:pt x="99" y="46"/>
                    <a:pt x="99" y="46"/>
                    <a:pt x="99" y="46"/>
                  </a:cubicBezTo>
                  <a:cubicBezTo>
                    <a:pt x="101" y="43"/>
                    <a:pt x="101" y="39"/>
                    <a:pt x="98" y="37"/>
                  </a:cubicBezTo>
                  <a:cubicBezTo>
                    <a:pt x="37" y="7"/>
                    <a:pt x="37" y="7"/>
                    <a:pt x="37" y="7"/>
                  </a:cubicBezTo>
                  <a:cubicBezTo>
                    <a:pt x="34" y="6"/>
                    <a:pt x="30" y="7"/>
                    <a:pt x="27" y="10"/>
                  </a:cubicBezTo>
                  <a:cubicBezTo>
                    <a:pt x="9" y="31"/>
                    <a:pt x="9" y="31"/>
                    <a:pt x="9" y="31"/>
                  </a:cubicBezTo>
                  <a:cubicBezTo>
                    <a:pt x="7" y="34"/>
                    <a:pt x="7" y="38"/>
                    <a:pt x="10" y="39"/>
                  </a:cubicBezTo>
                  <a:cubicBezTo>
                    <a:pt x="71" y="70"/>
                    <a:pt x="71" y="70"/>
                    <a:pt x="71" y="70"/>
                  </a:cubicBezTo>
                  <a:cubicBezTo>
                    <a:pt x="74" y="71"/>
                    <a:pt x="79" y="70"/>
                    <a:pt x="81" y="67"/>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93" name="Google Shape;593;p31"/>
            <p:cNvSpPr/>
            <p:nvPr/>
          </p:nvSpPr>
          <p:spPr>
            <a:xfrm rot="1352048" flipH="1">
              <a:off x="-1048333" y="3574931"/>
              <a:ext cx="21825" cy="35949"/>
            </a:xfrm>
            <a:custGeom>
              <a:avLst/>
              <a:gdLst/>
              <a:ahLst/>
              <a:cxnLst/>
              <a:rect l="l" t="t" r="r" b="b"/>
              <a:pathLst>
                <a:path w="18" h="29" extrusionOk="0">
                  <a:moveTo>
                    <a:pt x="17" y="28"/>
                  </a:moveTo>
                  <a:cubicBezTo>
                    <a:pt x="16" y="28"/>
                    <a:pt x="16" y="28"/>
                    <a:pt x="16" y="28"/>
                  </a:cubicBezTo>
                  <a:cubicBezTo>
                    <a:pt x="16" y="27"/>
                    <a:pt x="15" y="26"/>
                    <a:pt x="15" y="25"/>
                  </a:cubicBezTo>
                  <a:cubicBezTo>
                    <a:pt x="14" y="24"/>
                    <a:pt x="14" y="23"/>
                    <a:pt x="13" y="22"/>
                  </a:cubicBezTo>
                  <a:cubicBezTo>
                    <a:pt x="9" y="15"/>
                    <a:pt x="5" y="7"/>
                    <a:pt x="0" y="0"/>
                  </a:cubicBezTo>
                  <a:cubicBezTo>
                    <a:pt x="1" y="0"/>
                    <a:pt x="1" y="0"/>
                    <a:pt x="1" y="0"/>
                  </a:cubicBezTo>
                  <a:cubicBezTo>
                    <a:pt x="7" y="10"/>
                    <a:pt x="12" y="19"/>
                    <a:pt x="18" y="29"/>
                  </a:cubicBezTo>
                  <a:lnTo>
                    <a:pt x="17" y="28"/>
                  </a:ln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94" name="Google Shape;594;p31"/>
            <p:cNvSpPr/>
            <p:nvPr/>
          </p:nvSpPr>
          <p:spPr>
            <a:xfrm rot="1352045" flipH="1">
              <a:off x="-2793763" y="1830198"/>
              <a:ext cx="1267170" cy="1513694"/>
            </a:xfrm>
            <a:custGeom>
              <a:avLst/>
              <a:gdLst/>
              <a:ahLst/>
              <a:cxnLst/>
              <a:rect l="l" t="t" r="r" b="b"/>
              <a:pathLst>
                <a:path w="987" h="1179" extrusionOk="0">
                  <a:moveTo>
                    <a:pt x="971" y="0"/>
                  </a:moveTo>
                  <a:lnTo>
                    <a:pt x="987" y="26"/>
                  </a:lnTo>
                  <a:lnTo>
                    <a:pt x="16" y="1179"/>
                  </a:lnTo>
                  <a:lnTo>
                    <a:pt x="0" y="1151"/>
                  </a:lnTo>
                  <a:lnTo>
                    <a:pt x="971" y="0"/>
                  </a:ln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95" name="Google Shape;595;p31"/>
            <p:cNvSpPr/>
            <p:nvPr/>
          </p:nvSpPr>
          <p:spPr>
            <a:xfrm rot="1352048" flipH="1">
              <a:off x="-2865665" y="1846038"/>
              <a:ext cx="2145334" cy="1742221"/>
            </a:xfrm>
            <a:custGeom>
              <a:avLst/>
              <a:gdLst/>
              <a:ahLst/>
              <a:cxnLst/>
              <a:rect l="l" t="t" r="r" b="b"/>
              <a:pathLst>
                <a:path w="1771" h="1438" extrusionOk="0">
                  <a:moveTo>
                    <a:pt x="1733" y="141"/>
                  </a:moveTo>
                  <a:cubicBezTo>
                    <a:pt x="704" y="1362"/>
                    <a:pt x="704" y="1362"/>
                    <a:pt x="704" y="1362"/>
                  </a:cubicBezTo>
                  <a:cubicBezTo>
                    <a:pt x="659" y="1416"/>
                    <a:pt x="580" y="1438"/>
                    <a:pt x="528" y="1412"/>
                  </a:cubicBezTo>
                  <a:cubicBezTo>
                    <a:pt x="50" y="1175"/>
                    <a:pt x="50" y="1175"/>
                    <a:pt x="50" y="1175"/>
                  </a:cubicBezTo>
                  <a:cubicBezTo>
                    <a:pt x="35" y="1167"/>
                    <a:pt x="24" y="1157"/>
                    <a:pt x="17" y="1144"/>
                  </a:cubicBezTo>
                  <a:cubicBezTo>
                    <a:pt x="0" y="1116"/>
                    <a:pt x="0" y="1116"/>
                    <a:pt x="0" y="1116"/>
                  </a:cubicBezTo>
                  <a:cubicBezTo>
                    <a:pt x="8" y="1128"/>
                    <a:pt x="19" y="1139"/>
                    <a:pt x="34" y="1146"/>
                  </a:cubicBezTo>
                  <a:cubicBezTo>
                    <a:pt x="512" y="1383"/>
                    <a:pt x="512" y="1383"/>
                    <a:pt x="512" y="1383"/>
                  </a:cubicBezTo>
                  <a:cubicBezTo>
                    <a:pt x="564" y="1409"/>
                    <a:pt x="643" y="1387"/>
                    <a:pt x="688" y="1334"/>
                  </a:cubicBezTo>
                  <a:cubicBezTo>
                    <a:pt x="1717" y="113"/>
                    <a:pt x="1717" y="113"/>
                    <a:pt x="1717" y="113"/>
                  </a:cubicBezTo>
                  <a:cubicBezTo>
                    <a:pt x="1749" y="75"/>
                    <a:pt x="1755" y="31"/>
                    <a:pt x="1737" y="0"/>
                  </a:cubicBezTo>
                  <a:cubicBezTo>
                    <a:pt x="1753" y="28"/>
                    <a:pt x="1753" y="28"/>
                    <a:pt x="1753" y="28"/>
                  </a:cubicBezTo>
                  <a:cubicBezTo>
                    <a:pt x="1771" y="59"/>
                    <a:pt x="1765" y="103"/>
                    <a:pt x="1733" y="14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96" name="Google Shape;596;p31"/>
            <p:cNvSpPr/>
            <p:nvPr/>
          </p:nvSpPr>
          <p:spPr>
            <a:xfrm rot="1352050" flipH="1">
              <a:off x="-2379554" y="1973610"/>
              <a:ext cx="26961" cy="55206"/>
            </a:xfrm>
            <a:custGeom>
              <a:avLst/>
              <a:gdLst/>
              <a:ahLst/>
              <a:cxnLst/>
              <a:rect l="l" t="t" r="r" b="b"/>
              <a:pathLst>
                <a:path w="22" h="45" extrusionOk="0">
                  <a:moveTo>
                    <a:pt x="3" y="0"/>
                  </a:moveTo>
                  <a:cubicBezTo>
                    <a:pt x="19" y="28"/>
                    <a:pt x="19" y="28"/>
                    <a:pt x="19" y="28"/>
                  </a:cubicBezTo>
                  <a:cubicBezTo>
                    <a:pt x="22" y="33"/>
                    <a:pt x="21" y="40"/>
                    <a:pt x="16" y="45"/>
                  </a:cubicBezTo>
                  <a:cubicBezTo>
                    <a:pt x="0" y="17"/>
                    <a:pt x="0" y="17"/>
                    <a:pt x="0" y="17"/>
                  </a:cubicBezTo>
                  <a:cubicBezTo>
                    <a:pt x="5" y="11"/>
                    <a:pt x="5" y="4"/>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97" name="Google Shape;597;p31"/>
            <p:cNvSpPr/>
            <p:nvPr/>
          </p:nvSpPr>
          <p:spPr>
            <a:xfrm rot="1352045" flipH="1">
              <a:off x="-2391227" y="2004109"/>
              <a:ext cx="74464" cy="100143"/>
            </a:xfrm>
            <a:custGeom>
              <a:avLst/>
              <a:gdLst/>
              <a:ahLst/>
              <a:cxnLst/>
              <a:rect l="l" t="t" r="r" b="b"/>
              <a:pathLst>
                <a:path w="58" h="78" extrusionOk="0">
                  <a:moveTo>
                    <a:pt x="43" y="0"/>
                  </a:moveTo>
                  <a:lnTo>
                    <a:pt x="58" y="26"/>
                  </a:lnTo>
                  <a:lnTo>
                    <a:pt x="15" y="78"/>
                  </a:lnTo>
                  <a:lnTo>
                    <a:pt x="0" y="50"/>
                  </a:lnTo>
                  <a:lnTo>
                    <a:pt x="4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98" name="Google Shape;598;p31"/>
            <p:cNvSpPr/>
            <p:nvPr/>
          </p:nvSpPr>
          <p:spPr>
            <a:xfrm rot="1352051" flipH="1">
              <a:off x="-2354115" y="2082090"/>
              <a:ext cx="51354" cy="48787"/>
            </a:xfrm>
            <a:custGeom>
              <a:avLst/>
              <a:gdLst/>
              <a:ahLst/>
              <a:cxnLst/>
              <a:rect l="l" t="t" r="r" b="b"/>
              <a:pathLst>
                <a:path w="42" h="40" extrusionOk="0">
                  <a:moveTo>
                    <a:pt x="26" y="0"/>
                  </a:moveTo>
                  <a:cubicBezTo>
                    <a:pt x="42" y="29"/>
                    <a:pt x="42" y="29"/>
                    <a:pt x="42" y="29"/>
                  </a:cubicBezTo>
                  <a:cubicBezTo>
                    <a:pt x="36" y="37"/>
                    <a:pt x="24" y="40"/>
                    <a:pt x="16" y="36"/>
                  </a:cubicBezTo>
                  <a:cubicBezTo>
                    <a:pt x="0" y="8"/>
                    <a:pt x="0" y="8"/>
                    <a:pt x="0" y="8"/>
                  </a:cubicBezTo>
                  <a:cubicBezTo>
                    <a:pt x="7" y="11"/>
                    <a:pt x="19" y="8"/>
                    <a:pt x="2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99" name="Google Shape;599;p31"/>
            <p:cNvSpPr/>
            <p:nvPr/>
          </p:nvSpPr>
          <p:spPr>
            <a:xfrm rot="1352049" flipH="1">
              <a:off x="-2371991" y="1987374"/>
              <a:ext cx="95006" cy="105278"/>
            </a:xfrm>
            <a:custGeom>
              <a:avLst/>
              <a:gdLst/>
              <a:ahLst/>
              <a:cxnLst/>
              <a:rect l="l" t="t" r="r" b="b"/>
              <a:pathLst>
                <a:path w="78" h="87" extrusionOk="0">
                  <a:moveTo>
                    <a:pt x="70" y="0"/>
                  </a:moveTo>
                  <a:cubicBezTo>
                    <a:pt x="78" y="4"/>
                    <a:pt x="78" y="14"/>
                    <a:pt x="72" y="22"/>
                  </a:cubicBezTo>
                  <a:cubicBezTo>
                    <a:pt x="26" y="76"/>
                    <a:pt x="26" y="76"/>
                    <a:pt x="26" y="76"/>
                  </a:cubicBezTo>
                  <a:cubicBezTo>
                    <a:pt x="19" y="84"/>
                    <a:pt x="7" y="87"/>
                    <a:pt x="0" y="84"/>
                  </a:cubicBezTo>
                  <a:lnTo>
                    <a:pt x="7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0" name="Google Shape;600;p31"/>
            <p:cNvSpPr/>
            <p:nvPr/>
          </p:nvSpPr>
          <p:spPr>
            <a:xfrm rot="1352051" flipH="1">
              <a:off x="-1341868" y="2923871"/>
              <a:ext cx="128386" cy="114265"/>
            </a:xfrm>
            <a:custGeom>
              <a:avLst/>
              <a:gdLst/>
              <a:ahLst/>
              <a:cxnLst/>
              <a:rect l="l" t="t" r="r" b="b"/>
              <a:pathLst>
                <a:path w="106" h="94" extrusionOk="0">
                  <a:moveTo>
                    <a:pt x="83" y="9"/>
                  </a:moveTo>
                  <a:cubicBezTo>
                    <a:pt x="103" y="19"/>
                    <a:pt x="106" y="44"/>
                    <a:pt x="89" y="65"/>
                  </a:cubicBezTo>
                  <a:cubicBezTo>
                    <a:pt x="72" y="85"/>
                    <a:pt x="42" y="94"/>
                    <a:pt x="22" y="85"/>
                  </a:cubicBezTo>
                  <a:cubicBezTo>
                    <a:pt x="2" y="75"/>
                    <a:pt x="0" y="50"/>
                    <a:pt x="17" y="29"/>
                  </a:cubicBezTo>
                  <a:cubicBezTo>
                    <a:pt x="33" y="9"/>
                    <a:pt x="63" y="0"/>
                    <a:pt x="83" y="9"/>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1" name="Google Shape;601;p31"/>
            <p:cNvSpPr/>
            <p:nvPr/>
          </p:nvSpPr>
          <p:spPr>
            <a:xfrm rot="1352051" flipH="1">
              <a:off x="-1611257" y="2939979"/>
              <a:ext cx="128386" cy="114265"/>
            </a:xfrm>
            <a:custGeom>
              <a:avLst/>
              <a:gdLst/>
              <a:ahLst/>
              <a:cxnLst/>
              <a:rect l="l" t="t" r="r" b="b"/>
              <a:pathLst>
                <a:path w="106" h="95" extrusionOk="0">
                  <a:moveTo>
                    <a:pt x="83" y="10"/>
                  </a:moveTo>
                  <a:cubicBezTo>
                    <a:pt x="103" y="20"/>
                    <a:pt x="106" y="45"/>
                    <a:pt x="89" y="65"/>
                  </a:cubicBezTo>
                  <a:cubicBezTo>
                    <a:pt x="72" y="86"/>
                    <a:pt x="42" y="95"/>
                    <a:pt x="22" y="85"/>
                  </a:cubicBezTo>
                  <a:cubicBezTo>
                    <a:pt x="2" y="75"/>
                    <a:pt x="0" y="51"/>
                    <a:pt x="17" y="30"/>
                  </a:cubicBezTo>
                  <a:cubicBezTo>
                    <a:pt x="33" y="9"/>
                    <a:pt x="63" y="0"/>
                    <a:pt x="83" y="1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2" name="Google Shape;602;p31"/>
            <p:cNvSpPr/>
            <p:nvPr/>
          </p:nvSpPr>
          <p:spPr>
            <a:xfrm rot="1352051" flipH="1">
              <a:off x="-1478588" y="2931138"/>
              <a:ext cx="128386" cy="115549"/>
            </a:xfrm>
            <a:custGeom>
              <a:avLst/>
              <a:gdLst/>
              <a:ahLst/>
              <a:cxnLst/>
              <a:rect l="l" t="t" r="r" b="b"/>
              <a:pathLst>
                <a:path w="106" h="95" extrusionOk="0">
                  <a:moveTo>
                    <a:pt x="83" y="10"/>
                  </a:moveTo>
                  <a:cubicBezTo>
                    <a:pt x="103" y="20"/>
                    <a:pt x="106" y="45"/>
                    <a:pt x="89" y="65"/>
                  </a:cubicBezTo>
                  <a:cubicBezTo>
                    <a:pt x="72" y="86"/>
                    <a:pt x="42" y="95"/>
                    <a:pt x="22" y="85"/>
                  </a:cubicBezTo>
                  <a:cubicBezTo>
                    <a:pt x="2" y="76"/>
                    <a:pt x="0" y="51"/>
                    <a:pt x="16" y="30"/>
                  </a:cubicBezTo>
                  <a:cubicBezTo>
                    <a:pt x="33" y="9"/>
                    <a:pt x="63" y="0"/>
                    <a:pt x="83" y="1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3" name="Google Shape;603;p31"/>
            <p:cNvSpPr/>
            <p:nvPr/>
          </p:nvSpPr>
          <p:spPr>
            <a:xfrm rot="1352051" flipH="1">
              <a:off x="-1748469" y="2948432"/>
              <a:ext cx="128386" cy="115549"/>
            </a:xfrm>
            <a:custGeom>
              <a:avLst/>
              <a:gdLst/>
              <a:ahLst/>
              <a:cxnLst/>
              <a:rect l="l" t="t" r="r" b="b"/>
              <a:pathLst>
                <a:path w="106" h="95" extrusionOk="0">
                  <a:moveTo>
                    <a:pt x="83" y="10"/>
                  </a:moveTo>
                  <a:cubicBezTo>
                    <a:pt x="103" y="19"/>
                    <a:pt x="106" y="44"/>
                    <a:pt x="89" y="65"/>
                  </a:cubicBezTo>
                  <a:cubicBezTo>
                    <a:pt x="72" y="86"/>
                    <a:pt x="42" y="95"/>
                    <a:pt x="22" y="85"/>
                  </a:cubicBezTo>
                  <a:cubicBezTo>
                    <a:pt x="2" y="75"/>
                    <a:pt x="0" y="50"/>
                    <a:pt x="16" y="29"/>
                  </a:cubicBezTo>
                  <a:cubicBezTo>
                    <a:pt x="33" y="9"/>
                    <a:pt x="63" y="0"/>
                    <a:pt x="83" y="10"/>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4" name="Google Shape;604;p31"/>
            <p:cNvSpPr/>
            <p:nvPr/>
          </p:nvSpPr>
          <p:spPr>
            <a:xfrm rot="1352051" flipH="1">
              <a:off x="-1912394" y="2959541"/>
              <a:ext cx="128386" cy="112981"/>
            </a:xfrm>
            <a:custGeom>
              <a:avLst/>
              <a:gdLst/>
              <a:ahLst/>
              <a:cxnLst/>
              <a:rect l="l" t="t" r="r" b="b"/>
              <a:pathLst>
                <a:path w="106" h="94" extrusionOk="0">
                  <a:moveTo>
                    <a:pt x="84" y="9"/>
                  </a:moveTo>
                  <a:cubicBezTo>
                    <a:pt x="104" y="19"/>
                    <a:pt x="106" y="44"/>
                    <a:pt x="90" y="65"/>
                  </a:cubicBezTo>
                  <a:cubicBezTo>
                    <a:pt x="73" y="85"/>
                    <a:pt x="43" y="94"/>
                    <a:pt x="23" y="85"/>
                  </a:cubicBezTo>
                  <a:cubicBezTo>
                    <a:pt x="3" y="75"/>
                    <a:pt x="0" y="50"/>
                    <a:pt x="17" y="29"/>
                  </a:cubicBezTo>
                  <a:cubicBezTo>
                    <a:pt x="34" y="9"/>
                    <a:pt x="64" y="0"/>
                    <a:pt x="84" y="9"/>
                  </a:cubicBez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5" name="Google Shape;605;p31"/>
            <p:cNvSpPr/>
            <p:nvPr/>
          </p:nvSpPr>
          <p:spPr>
            <a:xfrm rot="1352045" flipH="1">
              <a:off x="-1810911" y="3010081"/>
              <a:ext cx="617534" cy="350499"/>
            </a:xfrm>
            <a:custGeom>
              <a:avLst/>
              <a:gdLst/>
              <a:ahLst/>
              <a:cxnLst/>
              <a:rect l="l" t="t" r="r" b="b"/>
              <a:pathLst>
                <a:path w="509" h="289" extrusionOk="0">
                  <a:moveTo>
                    <a:pt x="488" y="210"/>
                  </a:moveTo>
                  <a:cubicBezTo>
                    <a:pt x="507" y="219"/>
                    <a:pt x="509" y="242"/>
                    <a:pt x="494" y="261"/>
                  </a:cubicBezTo>
                  <a:cubicBezTo>
                    <a:pt x="478" y="280"/>
                    <a:pt x="450" y="289"/>
                    <a:pt x="432" y="280"/>
                  </a:cubicBezTo>
                  <a:cubicBezTo>
                    <a:pt x="21" y="79"/>
                    <a:pt x="21" y="79"/>
                    <a:pt x="21" y="79"/>
                  </a:cubicBezTo>
                  <a:cubicBezTo>
                    <a:pt x="2" y="70"/>
                    <a:pt x="0" y="47"/>
                    <a:pt x="15" y="28"/>
                  </a:cubicBezTo>
                  <a:cubicBezTo>
                    <a:pt x="31" y="9"/>
                    <a:pt x="59" y="0"/>
                    <a:pt x="78" y="9"/>
                  </a:cubicBezTo>
                  <a:lnTo>
                    <a:pt x="488" y="210"/>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6" name="Google Shape;606;p31"/>
            <p:cNvSpPr/>
            <p:nvPr/>
          </p:nvSpPr>
          <p:spPr>
            <a:xfrm rot="1352045" flipH="1">
              <a:off x="-1967533" y="1747107"/>
              <a:ext cx="580305" cy="508416"/>
            </a:xfrm>
            <a:custGeom>
              <a:avLst/>
              <a:gdLst/>
              <a:ahLst/>
              <a:cxnLst/>
              <a:rect l="l" t="t" r="r" b="b"/>
              <a:pathLst>
                <a:path w="452" h="396" extrusionOk="0">
                  <a:moveTo>
                    <a:pt x="452" y="106"/>
                  </a:moveTo>
                  <a:lnTo>
                    <a:pt x="218" y="396"/>
                  </a:lnTo>
                  <a:lnTo>
                    <a:pt x="0" y="289"/>
                  </a:lnTo>
                  <a:lnTo>
                    <a:pt x="234" y="0"/>
                  </a:lnTo>
                  <a:lnTo>
                    <a:pt x="452" y="10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7" name="Google Shape;607;p31"/>
            <p:cNvSpPr/>
            <p:nvPr/>
          </p:nvSpPr>
          <p:spPr>
            <a:xfrm rot="1352045" flipH="1">
              <a:off x="-2324959" y="1768334"/>
              <a:ext cx="580305" cy="507131"/>
            </a:xfrm>
            <a:custGeom>
              <a:avLst/>
              <a:gdLst/>
              <a:ahLst/>
              <a:cxnLst/>
              <a:rect l="l" t="t" r="r" b="b"/>
              <a:pathLst>
                <a:path w="452" h="395" extrusionOk="0">
                  <a:moveTo>
                    <a:pt x="452" y="107"/>
                  </a:moveTo>
                  <a:lnTo>
                    <a:pt x="218" y="395"/>
                  </a:lnTo>
                  <a:lnTo>
                    <a:pt x="0" y="290"/>
                  </a:lnTo>
                  <a:lnTo>
                    <a:pt x="234" y="0"/>
                  </a:lnTo>
                  <a:lnTo>
                    <a:pt x="452" y="107"/>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8" name="Google Shape;608;p31"/>
            <p:cNvSpPr/>
            <p:nvPr/>
          </p:nvSpPr>
          <p:spPr>
            <a:xfrm rot="1352045" flipH="1">
              <a:off x="-2165360" y="2301595"/>
              <a:ext cx="580305" cy="507131"/>
            </a:xfrm>
            <a:custGeom>
              <a:avLst/>
              <a:gdLst/>
              <a:ahLst/>
              <a:cxnLst/>
              <a:rect l="l" t="t" r="r" b="b"/>
              <a:pathLst>
                <a:path w="452" h="395" extrusionOk="0">
                  <a:moveTo>
                    <a:pt x="452" y="106"/>
                  </a:moveTo>
                  <a:lnTo>
                    <a:pt x="218" y="395"/>
                  </a:lnTo>
                  <a:lnTo>
                    <a:pt x="0" y="289"/>
                  </a:lnTo>
                  <a:lnTo>
                    <a:pt x="234" y="0"/>
                  </a:lnTo>
                  <a:lnTo>
                    <a:pt x="452" y="106"/>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9" name="Google Shape;609;p31"/>
            <p:cNvSpPr/>
            <p:nvPr/>
          </p:nvSpPr>
          <p:spPr>
            <a:xfrm rot="1352045" flipH="1">
              <a:off x="-1808676" y="2278936"/>
              <a:ext cx="581589" cy="508416"/>
            </a:xfrm>
            <a:custGeom>
              <a:avLst/>
              <a:gdLst/>
              <a:ahLst/>
              <a:cxnLst/>
              <a:rect l="l" t="t" r="r" b="b"/>
              <a:pathLst>
                <a:path w="453" h="396" extrusionOk="0">
                  <a:moveTo>
                    <a:pt x="453" y="107"/>
                  </a:moveTo>
                  <a:lnTo>
                    <a:pt x="218" y="396"/>
                  </a:lnTo>
                  <a:lnTo>
                    <a:pt x="0" y="290"/>
                  </a:lnTo>
                  <a:lnTo>
                    <a:pt x="234" y="0"/>
                  </a:lnTo>
                  <a:lnTo>
                    <a:pt x="453" y="107"/>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10" name="Google Shape;610;p31"/>
            <p:cNvSpPr/>
            <p:nvPr/>
          </p:nvSpPr>
          <p:spPr>
            <a:xfrm rot="1352046" flipH="1">
              <a:off x="-1669486" y="1926832"/>
              <a:ext cx="73180" cy="71897"/>
            </a:xfrm>
            <a:custGeom>
              <a:avLst/>
              <a:gdLst/>
              <a:ahLst/>
              <a:cxnLst/>
              <a:rect l="l" t="t" r="r" b="b"/>
              <a:pathLst>
                <a:path w="57" h="56" extrusionOk="0">
                  <a:moveTo>
                    <a:pt x="31" y="35"/>
                  </a:moveTo>
                  <a:lnTo>
                    <a:pt x="16" y="56"/>
                  </a:lnTo>
                  <a:lnTo>
                    <a:pt x="21" y="31"/>
                  </a:lnTo>
                  <a:lnTo>
                    <a:pt x="0" y="16"/>
                  </a:lnTo>
                  <a:lnTo>
                    <a:pt x="26" y="21"/>
                  </a:lnTo>
                  <a:lnTo>
                    <a:pt x="41" y="0"/>
                  </a:lnTo>
                  <a:lnTo>
                    <a:pt x="35" y="25"/>
                  </a:lnTo>
                  <a:lnTo>
                    <a:pt x="57" y="40"/>
                  </a:lnTo>
                  <a:lnTo>
                    <a:pt x="31" y="35"/>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11" name="Google Shape;611;p31"/>
            <p:cNvSpPr/>
            <p:nvPr/>
          </p:nvSpPr>
          <p:spPr>
            <a:xfrm rot="1352048" flipH="1">
              <a:off x="-1563674" y="1913474"/>
              <a:ext cx="28245" cy="21826"/>
            </a:xfrm>
            <a:custGeom>
              <a:avLst/>
              <a:gdLst/>
              <a:ahLst/>
              <a:cxnLst/>
              <a:rect l="l" t="t" r="r" b="b"/>
              <a:pathLst>
                <a:path w="23" h="17" extrusionOk="0">
                  <a:moveTo>
                    <a:pt x="11" y="0"/>
                  </a:moveTo>
                  <a:cubicBezTo>
                    <a:pt x="0" y="0"/>
                    <a:pt x="0" y="17"/>
                    <a:pt x="11" y="17"/>
                  </a:cubicBezTo>
                  <a:cubicBezTo>
                    <a:pt x="23" y="17"/>
                    <a:pt x="23"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12" name="Google Shape;612;p31"/>
            <p:cNvSpPr/>
            <p:nvPr/>
          </p:nvSpPr>
          <p:spPr>
            <a:xfrm rot="1352050" flipH="1">
              <a:off x="-1650506" y="1864670"/>
              <a:ext cx="26961" cy="21825"/>
            </a:xfrm>
            <a:custGeom>
              <a:avLst/>
              <a:gdLst/>
              <a:ahLst/>
              <a:cxnLst/>
              <a:rect l="l" t="t" r="r" b="b"/>
              <a:pathLst>
                <a:path w="22" h="18" extrusionOk="0">
                  <a:moveTo>
                    <a:pt x="11" y="0"/>
                  </a:moveTo>
                  <a:cubicBezTo>
                    <a:pt x="0" y="0"/>
                    <a:pt x="0" y="18"/>
                    <a:pt x="11" y="18"/>
                  </a:cubicBezTo>
                  <a:cubicBezTo>
                    <a:pt x="22" y="18"/>
                    <a:pt x="2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13" name="Google Shape;613;p31"/>
            <p:cNvSpPr/>
            <p:nvPr/>
          </p:nvSpPr>
          <p:spPr>
            <a:xfrm rot="1352045" flipH="1">
              <a:off x="-1848704" y="2351484"/>
              <a:ext cx="123251" cy="123252"/>
            </a:xfrm>
            <a:custGeom>
              <a:avLst/>
              <a:gdLst/>
              <a:ahLst/>
              <a:cxnLst/>
              <a:rect l="l" t="t" r="r" b="b"/>
              <a:pathLst>
                <a:path w="96" h="96" extrusionOk="0">
                  <a:moveTo>
                    <a:pt x="33" y="50"/>
                  </a:moveTo>
                  <a:lnTo>
                    <a:pt x="0" y="10"/>
                  </a:lnTo>
                  <a:lnTo>
                    <a:pt x="46" y="33"/>
                  </a:lnTo>
                  <a:lnTo>
                    <a:pt x="86" y="0"/>
                  </a:lnTo>
                  <a:lnTo>
                    <a:pt x="62" y="46"/>
                  </a:lnTo>
                  <a:lnTo>
                    <a:pt x="96" y="86"/>
                  </a:lnTo>
                  <a:lnTo>
                    <a:pt x="49" y="62"/>
                  </a:lnTo>
                  <a:lnTo>
                    <a:pt x="9" y="96"/>
                  </a:lnTo>
                  <a:lnTo>
                    <a:pt x="33" y="5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14" name="Google Shape;614;p31"/>
            <p:cNvSpPr/>
            <p:nvPr/>
          </p:nvSpPr>
          <p:spPr>
            <a:xfrm rot="1352045" flipH="1">
              <a:off x="-1949180" y="2411414"/>
              <a:ext cx="84735" cy="84736"/>
            </a:xfrm>
            <a:custGeom>
              <a:avLst/>
              <a:gdLst/>
              <a:ahLst/>
              <a:cxnLst/>
              <a:rect l="l" t="t" r="r" b="b"/>
              <a:pathLst>
                <a:path w="66" h="66" extrusionOk="0">
                  <a:moveTo>
                    <a:pt x="28" y="39"/>
                  </a:moveTo>
                  <a:lnTo>
                    <a:pt x="0" y="36"/>
                  </a:lnTo>
                  <a:lnTo>
                    <a:pt x="27" y="27"/>
                  </a:lnTo>
                  <a:lnTo>
                    <a:pt x="30" y="0"/>
                  </a:lnTo>
                  <a:lnTo>
                    <a:pt x="38" y="26"/>
                  </a:lnTo>
                  <a:lnTo>
                    <a:pt x="66" y="30"/>
                  </a:lnTo>
                  <a:lnTo>
                    <a:pt x="39" y="38"/>
                  </a:lnTo>
                  <a:lnTo>
                    <a:pt x="35" y="66"/>
                  </a:lnTo>
                  <a:lnTo>
                    <a:pt x="28" y="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15" name="Google Shape;615;p31"/>
            <p:cNvSpPr/>
            <p:nvPr/>
          </p:nvSpPr>
          <p:spPr>
            <a:xfrm rot="1352048" flipH="1">
              <a:off x="-1830742" y="2493496"/>
              <a:ext cx="28245" cy="21825"/>
            </a:xfrm>
            <a:custGeom>
              <a:avLst/>
              <a:gdLst/>
              <a:ahLst/>
              <a:cxnLst/>
              <a:rect l="l" t="t" r="r" b="b"/>
              <a:pathLst>
                <a:path w="23" h="18" extrusionOk="0">
                  <a:moveTo>
                    <a:pt x="11" y="18"/>
                  </a:moveTo>
                  <a:cubicBezTo>
                    <a:pt x="23" y="18"/>
                    <a:pt x="23" y="1"/>
                    <a:pt x="12" y="0"/>
                  </a:cubicBezTo>
                  <a:cubicBezTo>
                    <a:pt x="1" y="0"/>
                    <a:pt x="0" y="17"/>
                    <a:pt x="11" y="1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16" name="Google Shape;616;p31"/>
            <p:cNvSpPr/>
            <p:nvPr/>
          </p:nvSpPr>
          <p:spPr>
            <a:xfrm rot="1352046" flipH="1">
              <a:off x="-2091768" y="2066621"/>
              <a:ext cx="70612" cy="71897"/>
            </a:xfrm>
            <a:custGeom>
              <a:avLst/>
              <a:gdLst/>
              <a:ahLst/>
              <a:cxnLst/>
              <a:rect l="l" t="t" r="r" b="b"/>
              <a:pathLst>
                <a:path w="55" h="56" extrusionOk="0">
                  <a:moveTo>
                    <a:pt x="25" y="21"/>
                  </a:moveTo>
                  <a:lnTo>
                    <a:pt x="40" y="0"/>
                  </a:lnTo>
                  <a:lnTo>
                    <a:pt x="34" y="26"/>
                  </a:lnTo>
                  <a:lnTo>
                    <a:pt x="55" y="41"/>
                  </a:lnTo>
                  <a:lnTo>
                    <a:pt x="30" y="35"/>
                  </a:lnTo>
                  <a:lnTo>
                    <a:pt x="14" y="56"/>
                  </a:lnTo>
                  <a:lnTo>
                    <a:pt x="20" y="30"/>
                  </a:lnTo>
                  <a:lnTo>
                    <a:pt x="0" y="14"/>
                  </a:lnTo>
                  <a:lnTo>
                    <a:pt x="25"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17" name="Google Shape;617;p31"/>
            <p:cNvSpPr/>
            <p:nvPr/>
          </p:nvSpPr>
          <p:spPr>
            <a:xfrm rot="1352049" flipH="1">
              <a:off x="-2151060" y="2132418"/>
              <a:ext cx="26961" cy="23110"/>
            </a:xfrm>
            <a:custGeom>
              <a:avLst/>
              <a:gdLst/>
              <a:ahLst/>
              <a:cxnLst/>
              <a:rect l="l" t="t" r="r" b="b"/>
              <a:pathLst>
                <a:path w="23" h="19" extrusionOk="0">
                  <a:moveTo>
                    <a:pt x="11" y="18"/>
                  </a:moveTo>
                  <a:cubicBezTo>
                    <a:pt x="23" y="19"/>
                    <a:pt x="23" y="1"/>
                    <a:pt x="12" y="1"/>
                  </a:cubicBezTo>
                  <a:cubicBezTo>
                    <a:pt x="1" y="0"/>
                    <a:pt x="0" y="18"/>
                    <a:pt x="11" y="1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18" name="Google Shape;618;p31"/>
            <p:cNvSpPr/>
            <p:nvPr/>
          </p:nvSpPr>
          <p:spPr>
            <a:xfrm rot="1352048" flipH="1">
              <a:off x="-2061320" y="2178206"/>
              <a:ext cx="28245" cy="21825"/>
            </a:xfrm>
            <a:custGeom>
              <a:avLst/>
              <a:gdLst/>
              <a:ahLst/>
              <a:cxnLst/>
              <a:rect l="l" t="t" r="r" b="b"/>
              <a:pathLst>
                <a:path w="23" h="18" extrusionOk="0">
                  <a:moveTo>
                    <a:pt x="11" y="17"/>
                  </a:moveTo>
                  <a:cubicBezTo>
                    <a:pt x="22" y="18"/>
                    <a:pt x="23" y="0"/>
                    <a:pt x="12" y="0"/>
                  </a:cubicBezTo>
                  <a:cubicBezTo>
                    <a:pt x="1" y="0"/>
                    <a:pt x="0" y="17"/>
                    <a:pt x="11"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nvGrpSpPr>
          <p:cNvPr id="619" name="Google Shape;619;p31"/>
          <p:cNvGrpSpPr/>
          <p:nvPr/>
        </p:nvGrpSpPr>
        <p:grpSpPr>
          <a:xfrm>
            <a:off x="6343400" y="1208905"/>
            <a:ext cx="3386406" cy="4076822"/>
            <a:chOff x="6154270" y="645197"/>
            <a:chExt cx="5198456" cy="5331887"/>
          </a:xfrm>
        </p:grpSpPr>
        <p:grpSp>
          <p:nvGrpSpPr>
            <p:cNvPr id="620" name="Google Shape;620;p31"/>
            <p:cNvGrpSpPr/>
            <p:nvPr/>
          </p:nvGrpSpPr>
          <p:grpSpPr>
            <a:xfrm rot="145461">
              <a:off x="6260444" y="748360"/>
              <a:ext cx="4986107" cy="5125561"/>
              <a:chOff x="6108796" y="946396"/>
              <a:chExt cx="4986132" cy="5125586"/>
            </a:xfrm>
          </p:grpSpPr>
          <p:grpSp>
            <p:nvGrpSpPr>
              <p:cNvPr id="621" name="Google Shape;621;p31"/>
              <p:cNvGrpSpPr/>
              <p:nvPr/>
            </p:nvGrpSpPr>
            <p:grpSpPr>
              <a:xfrm rot="-1799733">
                <a:off x="6846472" y="1563356"/>
                <a:ext cx="3510779" cy="3891666"/>
                <a:chOff x="5248626" y="581076"/>
                <a:chExt cx="3411377" cy="3781480"/>
              </a:xfrm>
            </p:grpSpPr>
            <p:sp>
              <p:nvSpPr>
                <p:cNvPr id="622" name="Google Shape;622;p31"/>
                <p:cNvSpPr/>
                <p:nvPr/>
              </p:nvSpPr>
              <p:spPr>
                <a:xfrm rot="1475344" flipH="1">
                  <a:off x="5361992" y="805091"/>
                  <a:ext cx="1255079" cy="818415"/>
                </a:xfrm>
                <a:custGeom>
                  <a:avLst/>
                  <a:gdLst/>
                  <a:ahLst/>
                  <a:cxnLst/>
                  <a:rect l="l" t="t" r="r" b="b"/>
                  <a:pathLst>
                    <a:path w="434" h="282" extrusionOk="0">
                      <a:moveTo>
                        <a:pt x="228" y="229"/>
                      </a:moveTo>
                      <a:cubicBezTo>
                        <a:pt x="174" y="249"/>
                        <a:pt x="117" y="270"/>
                        <a:pt x="65" y="282"/>
                      </a:cubicBezTo>
                      <a:cubicBezTo>
                        <a:pt x="0" y="107"/>
                        <a:pt x="0" y="107"/>
                        <a:pt x="0" y="107"/>
                      </a:cubicBezTo>
                      <a:cubicBezTo>
                        <a:pt x="47" y="82"/>
                        <a:pt x="104" y="61"/>
                        <a:pt x="158" y="41"/>
                      </a:cubicBezTo>
                      <a:cubicBezTo>
                        <a:pt x="269" y="0"/>
                        <a:pt x="389" y="30"/>
                        <a:pt x="426" y="41"/>
                      </a:cubicBezTo>
                      <a:cubicBezTo>
                        <a:pt x="431" y="43"/>
                        <a:pt x="434" y="50"/>
                        <a:pt x="431" y="55"/>
                      </a:cubicBezTo>
                      <a:cubicBezTo>
                        <a:pt x="410" y="87"/>
                        <a:pt x="338" y="188"/>
                        <a:pt x="228" y="229"/>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23" name="Google Shape;623;p31"/>
                <p:cNvSpPr/>
                <p:nvPr/>
              </p:nvSpPr>
              <p:spPr>
                <a:xfrm rot="1475342" flipH="1">
                  <a:off x="5808780" y="974572"/>
                  <a:ext cx="462810" cy="465426"/>
                </a:xfrm>
                <a:custGeom>
                  <a:avLst/>
                  <a:gdLst/>
                  <a:ahLst/>
                  <a:cxnLst/>
                  <a:rect l="l" t="t" r="r" b="b"/>
                  <a:pathLst>
                    <a:path w="160" h="161" extrusionOk="0">
                      <a:moveTo>
                        <a:pt x="105" y="148"/>
                      </a:moveTo>
                      <a:cubicBezTo>
                        <a:pt x="68" y="161"/>
                        <a:pt x="27" y="142"/>
                        <a:pt x="13" y="106"/>
                      </a:cubicBezTo>
                      <a:cubicBezTo>
                        <a:pt x="0" y="69"/>
                        <a:pt x="18" y="28"/>
                        <a:pt x="55" y="14"/>
                      </a:cubicBezTo>
                      <a:cubicBezTo>
                        <a:pt x="92" y="0"/>
                        <a:pt x="133" y="19"/>
                        <a:pt x="147" y="56"/>
                      </a:cubicBezTo>
                      <a:cubicBezTo>
                        <a:pt x="160" y="93"/>
                        <a:pt x="142" y="134"/>
                        <a:pt x="105" y="148"/>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24" name="Google Shape;624;p31"/>
                <p:cNvSpPr/>
                <p:nvPr/>
              </p:nvSpPr>
              <p:spPr>
                <a:xfrm rot="1475341" flipH="1">
                  <a:off x="5860531" y="1029365"/>
                  <a:ext cx="358220" cy="358219"/>
                </a:xfrm>
                <a:custGeom>
                  <a:avLst/>
                  <a:gdLst/>
                  <a:ahLst/>
                  <a:cxnLst/>
                  <a:rect l="l" t="t" r="r" b="b"/>
                  <a:pathLst>
                    <a:path w="124" h="124" extrusionOk="0">
                      <a:moveTo>
                        <a:pt x="81" y="113"/>
                      </a:moveTo>
                      <a:cubicBezTo>
                        <a:pt x="53" y="124"/>
                        <a:pt x="21" y="109"/>
                        <a:pt x="10" y="81"/>
                      </a:cubicBezTo>
                      <a:cubicBezTo>
                        <a:pt x="0" y="52"/>
                        <a:pt x="14" y="21"/>
                        <a:pt x="43" y="10"/>
                      </a:cubicBezTo>
                      <a:cubicBezTo>
                        <a:pt x="71" y="0"/>
                        <a:pt x="103" y="14"/>
                        <a:pt x="114" y="43"/>
                      </a:cubicBezTo>
                      <a:cubicBezTo>
                        <a:pt x="124" y="71"/>
                        <a:pt x="110" y="103"/>
                        <a:pt x="81" y="113"/>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25" name="Google Shape;625;p31"/>
                <p:cNvSpPr/>
                <p:nvPr/>
              </p:nvSpPr>
              <p:spPr>
                <a:xfrm rot="1475341" flipH="1">
                  <a:off x="5897138" y="1065971"/>
                  <a:ext cx="285007" cy="285007"/>
                </a:xfrm>
                <a:custGeom>
                  <a:avLst/>
                  <a:gdLst/>
                  <a:ahLst/>
                  <a:cxnLst/>
                  <a:rect l="l" t="t" r="r" b="b"/>
                  <a:pathLst>
                    <a:path w="98" h="98" extrusionOk="0">
                      <a:moveTo>
                        <a:pt x="64" y="90"/>
                      </a:moveTo>
                      <a:cubicBezTo>
                        <a:pt x="42" y="98"/>
                        <a:pt x="17" y="86"/>
                        <a:pt x="8" y="64"/>
                      </a:cubicBezTo>
                      <a:cubicBezTo>
                        <a:pt x="0" y="41"/>
                        <a:pt x="11" y="16"/>
                        <a:pt x="34" y="8"/>
                      </a:cubicBezTo>
                      <a:cubicBezTo>
                        <a:pt x="56" y="0"/>
                        <a:pt x="81" y="11"/>
                        <a:pt x="90" y="34"/>
                      </a:cubicBezTo>
                      <a:cubicBezTo>
                        <a:pt x="98" y="56"/>
                        <a:pt x="87" y="81"/>
                        <a:pt x="64" y="90"/>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26" name="Google Shape;626;p31"/>
                <p:cNvSpPr/>
                <p:nvPr/>
              </p:nvSpPr>
              <p:spPr>
                <a:xfrm rot="1475345" flipH="1">
                  <a:off x="6298060" y="1073990"/>
                  <a:ext cx="546482" cy="295465"/>
                </a:xfrm>
                <a:custGeom>
                  <a:avLst/>
                  <a:gdLst/>
                  <a:ahLst/>
                  <a:cxnLst/>
                  <a:rect l="l" t="t" r="r" b="b"/>
                  <a:pathLst>
                    <a:path w="189" h="102" extrusionOk="0">
                      <a:moveTo>
                        <a:pt x="188" y="49"/>
                      </a:moveTo>
                      <a:cubicBezTo>
                        <a:pt x="188" y="49"/>
                        <a:pt x="188" y="49"/>
                        <a:pt x="188" y="49"/>
                      </a:cubicBezTo>
                      <a:cubicBezTo>
                        <a:pt x="189" y="17"/>
                        <a:pt x="159" y="0"/>
                        <a:pt x="126" y="13"/>
                      </a:cubicBezTo>
                      <a:cubicBezTo>
                        <a:pt x="80" y="32"/>
                        <a:pt x="25" y="60"/>
                        <a:pt x="0" y="99"/>
                      </a:cubicBezTo>
                      <a:cubicBezTo>
                        <a:pt x="63" y="102"/>
                        <a:pt x="63" y="102"/>
                        <a:pt x="63" y="102"/>
                      </a:cubicBezTo>
                      <a:cubicBezTo>
                        <a:pt x="78" y="102"/>
                        <a:pt x="95" y="99"/>
                        <a:pt x="111" y="91"/>
                      </a:cubicBezTo>
                      <a:cubicBezTo>
                        <a:pt x="183" y="55"/>
                        <a:pt x="183" y="55"/>
                        <a:pt x="183" y="55"/>
                      </a:cubicBezTo>
                      <a:cubicBezTo>
                        <a:pt x="186" y="54"/>
                        <a:pt x="188" y="51"/>
                        <a:pt x="188" y="49"/>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27" name="Google Shape;627;p31"/>
                <p:cNvSpPr/>
                <p:nvPr/>
              </p:nvSpPr>
              <p:spPr>
                <a:xfrm rot="1475341" flipH="1">
                  <a:off x="5796534" y="1565615"/>
                  <a:ext cx="570015" cy="290237"/>
                </a:xfrm>
                <a:custGeom>
                  <a:avLst/>
                  <a:gdLst/>
                  <a:ahLst/>
                  <a:cxnLst/>
                  <a:rect l="l" t="t" r="r" b="b"/>
                  <a:pathLst>
                    <a:path w="197" h="100" extrusionOk="0">
                      <a:moveTo>
                        <a:pt x="175" y="3"/>
                      </a:moveTo>
                      <a:cubicBezTo>
                        <a:pt x="175" y="3"/>
                        <a:pt x="175" y="3"/>
                        <a:pt x="175" y="3"/>
                      </a:cubicBezTo>
                      <a:cubicBezTo>
                        <a:pt x="197" y="26"/>
                        <a:pt x="185" y="59"/>
                        <a:pt x="152" y="70"/>
                      </a:cubicBezTo>
                      <a:cubicBezTo>
                        <a:pt x="104" y="86"/>
                        <a:pt x="44" y="100"/>
                        <a:pt x="0" y="87"/>
                      </a:cubicBezTo>
                      <a:cubicBezTo>
                        <a:pt x="46" y="44"/>
                        <a:pt x="46" y="44"/>
                        <a:pt x="46" y="44"/>
                      </a:cubicBezTo>
                      <a:cubicBezTo>
                        <a:pt x="57" y="34"/>
                        <a:pt x="72" y="26"/>
                        <a:pt x="89" y="21"/>
                      </a:cubicBezTo>
                      <a:cubicBezTo>
                        <a:pt x="167" y="1"/>
                        <a:pt x="167" y="1"/>
                        <a:pt x="167" y="1"/>
                      </a:cubicBezTo>
                      <a:cubicBezTo>
                        <a:pt x="170" y="0"/>
                        <a:pt x="174" y="1"/>
                        <a:pt x="175" y="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28" name="Google Shape;628;p31"/>
                <p:cNvSpPr/>
                <p:nvPr/>
              </p:nvSpPr>
              <p:spPr>
                <a:xfrm rot="1475344" flipH="1">
                  <a:off x="5907577" y="1722844"/>
                  <a:ext cx="1566233" cy="2120562"/>
                </a:xfrm>
                <a:custGeom>
                  <a:avLst/>
                  <a:gdLst/>
                  <a:ahLst/>
                  <a:cxnLst/>
                  <a:rect l="l" t="t" r="r" b="b"/>
                  <a:pathLst>
                    <a:path w="541" h="732" extrusionOk="0">
                      <a:moveTo>
                        <a:pt x="35" y="732"/>
                      </a:moveTo>
                      <a:cubicBezTo>
                        <a:pt x="21" y="694"/>
                        <a:pt x="11" y="655"/>
                        <a:pt x="5" y="614"/>
                      </a:cubicBezTo>
                      <a:cubicBezTo>
                        <a:pt x="5" y="611"/>
                        <a:pt x="4" y="609"/>
                        <a:pt x="4" y="606"/>
                      </a:cubicBezTo>
                      <a:cubicBezTo>
                        <a:pt x="3" y="599"/>
                        <a:pt x="3" y="599"/>
                        <a:pt x="3" y="599"/>
                      </a:cubicBezTo>
                      <a:cubicBezTo>
                        <a:pt x="2" y="583"/>
                        <a:pt x="2" y="583"/>
                        <a:pt x="2" y="583"/>
                      </a:cubicBezTo>
                      <a:cubicBezTo>
                        <a:pt x="1" y="568"/>
                        <a:pt x="1" y="568"/>
                        <a:pt x="1" y="568"/>
                      </a:cubicBezTo>
                      <a:cubicBezTo>
                        <a:pt x="1" y="563"/>
                        <a:pt x="0" y="558"/>
                        <a:pt x="1" y="552"/>
                      </a:cubicBezTo>
                      <a:cubicBezTo>
                        <a:pt x="1" y="542"/>
                        <a:pt x="1" y="532"/>
                        <a:pt x="2" y="522"/>
                      </a:cubicBezTo>
                      <a:cubicBezTo>
                        <a:pt x="2" y="516"/>
                        <a:pt x="2" y="511"/>
                        <a:pt x="3" y="506"/>
                      </a:cubicBezTo>
                      <a:cubicBezTo>
                        <a:pt x="5" y="491"/>
                        <a:pt x="5" y="491"/>
                        <a:pt x="5" y="491"/>
                      </a:cubicBezTo>
                      <a:cubicBezTo>
                        <a:pt x="11" y="450"/>
                        <a:pt x="23" y="409"/>
                        <a:pt x="41" y="372"/>
                      </a:cubicBezTo>
                      <a:cubicBezTo>
                        <a:pt x="58" y="334"/>
                        <a:pt x="81" y="298"/>
                        <a:pt x="108" y="266"/>
                      </a:cubicBezTo>
                      <a:cubicBezTo>
                        <a:pt x="134" y="234"/>
                        <a:pt x="164" y="205"/>
                        <a:pt x="196" y="178"/>
                      </a:cubicBezTo>
                      <a:cubicBezTo>
                        <a:pt x="229" y="152"/>
                        <a:pt x="263" y="128"/>
                        <a:pt x="298" y="107"/>
                      </a:cubicBezTo>
                      <a:cubicBezTo>
                        <a:pt x="369" y="64"/>
                        <a:pt x="445" y="29"/>
                        <a:pt x="522" y="0"/>
                      </a:cubicBezTo>
                      <a:cubicBezTo>
                        <a:pt x="541" y="55"/>
                        <a:pt x="541" y="55"/>
                        <a:pt x="541" y="55"/>
                      </a:cubicBezTo>
                      <a:cubicBezTo>
                        <a:pt x="465" y="79"/>
                        <a:pt x="390" y="108"/>
                        <a:pt x="320" y="145"/>
                      </a:cubicBezTo>
                      <a:cubicBezTo>
                        <a:pt x="285" y="164"/>
                        <a:pt x="251" y="185"/>
                        <a:pt x="219" y="208"/>
                      </a:cubicBezTo>
                      <a:cubicBezTo>
                        <a:pt x="187" y="231"/>
                        <a:pt x="157" y="257"/>
                        <a:pt x="131" y="286"/>
                      </a:cubicBezTo>
                      <a:cubicBezTo>
                        <a:pt x="104" y="315"/>
                        <a:pt x="80" y="347"/>
                        <a:pt x="62" y="382"/>
                      </a:cubicBezTo>
                      <a:cubicBezTo>
                        <a:pt x="43" y="417"/>
                        <a:pt x="29" y="454"/>
                        <a:pt x="21" y="493"/>
                      </a:cubicBezTo>
                      <a:cubicBezTo>
                        <a:pt x="19" y="508"/>
                        <a:pt x="19" y="508"/>
                        <a:pt x="19" y="508"/>
                      </a:cubicBezTo>
                      <a:cubicBezTo>
                        <a:pt x="18" y="513"/>
                        <a:pt x="17" y="518"/>
                        <a:pt x="17" y="523"/>
                      </a:cubicBezTo>
                      <a:cubicBezTo>
                        <a:pt x="15" y="533"/>
                        <a:pt x="15" y="543"/>
                        <a:pt x="14" y="553"/>
                      </a:cubicBezTo>
                      <a:cubicBezTo>
                        <a:pt x="13" y="558"/>
                        <a:pt x="13" y="563"/>
                        <a:pt x="13" y="568"/>
                      </a:cubicBezTo>
                      <a:cubicBezTo>
                        <a:pt x="13" y="583"/>
                        <a:pt x="13" y="583"/>
                        <a:pt x="13" y="583"/>
                      </a:cubicBezTo>
                      <a:cubicBezTo>
                        <a:pt x="14" y="598"/>
                        <a:pt x="14" y="598"/>
                        <a:pt x="14" y="598"/>
                      </a:cubicBezTo>
                      <a:cubicBezTo>
                        <a:pt x="14" y="605"/>
                        <a:pt x="14" y="605"/>
                        <a:pt x="14" y="605"/>
                      </a:cubicBezTo>
                      <a:cubicBezTo>
                        <a:pt x="14" y="608"/>
                        <a:pt x="14" y="610"/>
                        <a:pt x="15" y="613"/>
                      </a:cubicBezTo>
                      <a:cubicBezTo>
                        <a:pt x="18" y="653"/>
                        <a:pt x="26" y="693"/>
                        <a:pt x="38" y="731"/>
                      </a:cubicBezTo>
                      <a:lnTo>
                        <a:pt x="35" y="732"/>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29" name="Google Shape;629;p31"/>
                <p:cNvSpPr/>
                <p:nvPr/>
              </p:nvSpPr>
              <p:spPr>
                <a:xfrm rot="1472599" flipH="1">
                  <a:off x="7219522" y="2830002"/>
                  <a:ext cx="243391" cy="243391"/>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30" name="Google Shape;630;p31"/>
                <p:cNvSpPr/>
                <p:nvPr/>
              </p:nvSpPr>
              <p:spPr>
                <a:xfrm rot="1472599" flipH="1">
                  <a:off x="7005987" y="2901816"/>
                  <a:ext cx="243391" cy="240834"/>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31" name="Google Shape;631;p31"/>
                <p:cNvSpPr/>
                <p:nvPr/>
              </p:nvSpPr>
              <p:spPr>
                <a:xfrm rot="1472320" flipH="1">
                  <a:off x="7353568" y="3202956"/>
                  <a:ext cx="360456" cy="360456"/>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32" name="Google Shape;632;p31"/>
                <p:cNvSpPr/>
                <p:nvPr/>
              </p:nvSpPr>
              <p:spPr>
                <a:xfrm rot="1474620" flipH="1">
                  <a:off x="7083983" y="3238318"/>
                  <a:ext cx="363535" cy="360456"/>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33" name="Google Shape;633;p31"/>
                <p:cNvSpPr/>
                <p:nvPr/>
              </p:nvSpPr>
              <p:spPr>
                <a:xfrm rot="1472320" flipH="1">
                  <a:off x="6879733" y="3000505"/>
                  <a:ext cx="360456" cy="360456"/>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34" name="Google Shape;634;p31"/>
                <p:cNvSpPr/>
                <p:nvPr/>
              </p:nvSpPr>
              <p:spPr>
                <a:xfrm rot="1474620" flipH="1">
                  <a:off x="7204002" y="2974212"/>
                  <a:ext cx="363535" cy="363535"/>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35" name="Google Shape;635;p31"/>
                <p:cNvSpPr/>
                <p:nvPr/>
              </p:nvSpPr>
              <p:spPr>
                <a:xfrm rot="1473810" flipH="1">
                  <a:off x="6513357" y="3151516"/>
                  <a:ext cx="606926" cy="603699"/>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36" name="Google Shape;636;p31"/>
                <p:cNvSpPr/>
                <p:nvPr/>
              </p:nvSpPr>
              <p:spPr>
                <a:xfrm rot="1475746" flipH="1">
                  <a:off x="6806097" y="3387806"/>
                  <a:ext cx="796466" cy="796466"/>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37" name="Google Shape;637;p31"/>
                <p:cNvSpPr/>
                <p:nvPr/>
              </p:nvSpPr>
              <p:spPr>
                <a:xfrm rot="1475530" flipH="1">
                  <a:off x="7454688" y="2995861"/>
                  <a:ext cx="1036629" cy="1036629"/>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38" name="Google Shape;638;p31"/>
                <p:cNvSpPr/>
                <p:nvPr/>
              </p:nvSpPr>
              <p:spPr>
                <a:xfrm rot="1477273" flipH="1">
                  <a:off x="5838954" y="2924737"/>
                  <a:ext cx="834578" cy="834578"/>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39" name="Google Shape;639;p31"/>
                <p:cNvSpPr/>
                <p:nvPr/>
              </p:nvSpPr>
              <p:spPr>
                <a:xfrm rot="1474286" flipH="1">
                  <a:off x="5452694" y="2937831"/>
                  <a:ext cx="836885" cy="834578"/>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40" name="Google Shape;640;p31"/>
                <p:cNvSpPr/>
                <p:nvPr/>
              </p:nvSpPr>
              <p:spPr>
                <a:xfrm rot="1475746" flipH="1">
                  <a:off x="6284251" y="3436472"/>
                  <a:ext cx="796466" cy="796466"/>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641" name="Google Shape;641;p31"/>
              <p:cNvSpPr/>
              <p:nvPr/>
            </p:nvSpPr>
            <p:spPr>
              <a:xfrm rot="-324951" flipH="1">
                <a:off x="8102058" y="4594796"/>
                <a:ext cx="1131551" cy="1128153"/>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642" name="Google Shape;642;p31"/>
            <p:cNvSpPr/>
            <p:nvPr/>
          </p:nvSpPr>
          <p:spPr>
            <a:xfrm rot="-325075" flipH="1">
              <a:off x="6973344" y="4287578"/>
              <a:ext cx="1490157" cy="1485835"/>
            </a:xfrm>
            <a:prstGeom prst="ellipse">
              <a:avLst/>
            </a:pr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Contents</a:t>
            </a:r>
            <a:endParaRPr dirty="0"/>
          </a:p>
        </p:txBody>
      </p:sp>
      <p:graphicFrame>
        <p:nvGraphicFramePr>
          <p:cNvPr id="649" name="Google Shape;649;p32"/>
          <p:cNvGraphicFramePr/>
          <p:nvPr>
            <p:extLst>
              <p:ext uri="{D42A27DB-BD31-4B8C-83A1-F6EECF244321}">
                <p14:modId xmlns:p14="http://schemas.microsoft.com/office/powerpoint/2010/main" val="1273085738"/>
              </p:ext>
            </p:extLst>
          </p:nvPr>
        </p:nvGraphicFramePr>
        <p:xfrm>
          <a:off x="813628" y="1203890"/>
          <a:ext cx="7516744" cy="3418116"/>
        </p:xfrm>
        <a:graphic>
          <a:graphicData uri="http://schemas.openxmlformats.org/drawingml/2006/table">
            <a:tbl>
              <a:tblPr>
                <a:noFill/>
                <a:tableStyleId>{53FCAEE4-DF34-4B31-BFEA-F281A6BAEBA6}</a:tableStyleId>
              </a:tblPr>
              <a:tblGrid>
                <a:gridCol w="3023325">
                  <a:extLst>
                    <a:ext uri="{9D8B030D-6E8A-4147-A177-3AD203B41FA5}">
                      <a16:colId xmlns:a16="http://schemas.microsoft.com/office/drawing/2014/main" val="20000"/>
                    </a:ext>
                  </a:extLst>
                </a:gridCol>
                <a:gridCol w="4493419">
                  <a:extLst>
                    <a:ext uri="{9D8B030D-6E8A-4147-A177-3AD203B41FA5}">
                      <a16:colId xmlns:a16="http://schemas.microsoft.com/office/drawing/2014/main" val="20001"/>
                    </a:ext>
                  </a:extLst>
                </a:gridCol>
              </a:tblGrid>
              <a:tr h="569686">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1. Project Proposal (Problem &amp; Solution)</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28575" cap="flat" cmpd="sng">
                      <a:solidFill>
                        <a:schemeClr val="accent5"/>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7. Graphical User Interface (GUI Design)</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69686">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2. Target Users &amp; Audience</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8. Experiment &amp; Testing (Survey Analysis)</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lgn="ctr">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69686">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3. Comparison with Existing Solutions</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9. Usefulness &amp; User Impact</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69686">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4. Methodology</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10. Evaluation System (Scoring, Quiz &amp; Formula)</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lgn="ctr">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69686">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5. System Logic Diagram</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11. Limitations &amp; Future Plan</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69686">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6. Application Pipeline (Workflow Process)</a:t>
                      </a:r>
                      <a:endParaRPr sz="1000" b="1"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28575" cap="flat" cmpd="sng">
                      <a:solidFill>
                        <a:schemeClr val="accent5"/>
                      </a:solidFill>
                      <a:prstDash val="solid"/>
                      <a:round/>
                      <a:headEnd type="none" w="sm" len="sm"/>
                      <a:tailEnd type="none" w="sm" len="sm"/>
                    </a:lnB>
                  </a:tcPr>
                </a:tc>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12. Demonstration (Input/Output), Conclusion &amp; References</a:t>
                      </a:r>
                      <a:endParaRPr sz="1000" b="1"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solidFill>
                        <a:schemeClr val="dk1"/>
                      </a:solidFill>
                      <a:prstDash val="solid"/>
                      <a:round/>
                      <a:headEnd type="none" w="sm" len="sm"/>
                      <a:tailEnd type="none" w="sm" len="sm"/>
                    </a:lnT>
                    <a:lnB w="28575" cap="flat" cmpd="sng">
                      <a:solidFill>
                        <a:schemeClr val="accent5"/>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04F37-17B0-8027-7BB2-DB8894FD89C7}"/>
              </a:ext>
            </a:extLst>
          </p:cNvPr>
          <p:cNvSpPr>
            <a:spLocks noGrp="1"/>
          </p:cNvSpPr>
          <p:nvPr>
            <p:ph type="title"/>
          </p:nvPr>
        </p:nvSpPr>
        <p:spPr>
          <a:xfrm>
            <a:off x="720000" y="489995"/>
            <a:ext cx="7704000" cy="572700"/>
          </a:xfrm>
        </p:spPr>
        <p:txBody>
          <a:bodyPr/>
          <a:lstStyle/>
          <a:p>
            <a:r>
              <a:rPr lang="en-US" dirty="0"/>
              <a:t>State of Art</a:t>
            </a:r>
          </a:p>
        </p:txBody>
      </p:sp>
      <p:sp>
        <p:nvSpPr>
          <p:cNvPr id="4" name="TextBox 3">
            <a:extLst>
              <a:ext uri="{FF2B5EF4-FFF2-40B4-BE49-F238E27FC236}">
                <a16:creationId xmlns:a16="http://schemas.microsoft.com/office/drawing/2014/main" id="{E8914169-EC0A-BE93-5A89-27CC432FD837}"/>
              </a:ext>
            </a:extLst>
          </p:cNvPr>
          <p:cNvSpPr txBox="1"/>
          <p:nvPr/>
        </p:nvSpPr>
        <p:spPr>
          <a:xfrm>
            <a:off x="620219" y="1174655"/>
            <a:ext cx="8351394" cy="523220"/>
          </a:xfrm>
          <a:prstGeom prst="rect">
            <a:avLst/>
          </a:prstGeom>
          <a:noFill/>
        </p:spPr>
        <p:txBody>
          <a:bodyPr wrap="square">
            <a:spAutoFit/>
          </a:bodyPr>
          <a:lstStyle/>
          <a:p>
            <a:r>
              <a:rPr lang="en-US" i="1" dirty="0">
                <a:solidFill>
                  <a:schemeClr val="tx1"/>
                </a:solidFill>
                <a:latin typeface="Times New Roman" panose="02020603050405020304" pitchFamily="18" charset="0"/>
                <a:cs typeface="Times New Roman" panose="02020603050405020304" pitchFamily="18" charset="0"/>
              </a:rPr>
              <a:t>“Students today rely on multiple disconnected apps for scheduling, budgeting, and daily tasks, creating inefficiency, confusion, and stress.”</a:t>
            </a:r>
          </a:p>
        </p:txBody>
      </p:sp>
      <p:sp>
        <p:nvSpPr>
          <p:cNvPr id="6" name="TextBox 5">
            <a:extLst>
              <a:ext uri="{FF2B5EF4-FFF2-40B4-BE49-F238E27FC236}">
                <a16:creationId xmlns:a16="http://schemas.microsoft.com/office/drawing/2014/main" id="{EB2EF3DA-96F4-0EAD-C9AE-FC23AF968250}"/>
              </a:ext>
            </a:extLst>
          </p:cNvPr>
          <p:cNvSpPr txBox="1"/>
          <p:nvPr/>
        </p:nvSpPr>
        <p:spPr>
          <a:xfrm>
            <a:off x="720000" y="2585905"/>
            <a:ext cx="4679277" cy="2228623"/>
          </a:xfrm>
          <a:prstGeom prst="rect">
            <a:avLst/>
          </a:prstGeom>
          <a:noFill/>
        </p:spPr>
        <p:txBody>
          <a:bodyPr wrap="square">
            <a:spAutoFit/>
          </a:bodyPr>
          <a:lstStyle/>
          <a:p>
            <a:pPr>
              <a:lnSpc>
                <a:spcPct val="150000"/>
              </a:lnSpc>
            </a:pPr>
            <a:r>
              <a:rPr lang="en-US" sz="2400" b="1" dirty="0">
                <a:solidFill>
                  <a:schemeClr val="tx1"/>
                </a:solidFill>
                <a:latin typeface="Assistant" pitchFamily="2" charset="-79"/>
                <a:cs typeface="Assistant" pitchFamily="2" charset="-79"/>
              </a:rPr>
              <a:t>Limitations of Current Solutions</a:t>
            </a: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Each app solves </a:t>
            </a:r>
            <a:r>
              <a:rPr lang="en-US" b="1" dirty="0">
                <a:solidFill>
                  <a:schemeClr val="tx1"/>
                </a:solidFill>
                <a:latin typeface="Assistant" pitchFamily="2" charset="-79"/>
                <a:cs typeface="Assistant" pitchFamily="2" charset="-79"/>
              </a:rPr>
              <a:t>only one problem</a:t>
            </a:r>
            <a:r>
              <a:rPr lang="en-US" dirty="0">
                <a:solidFill>
                  <a:schemeClr val="tx1"/>
                </a:solidFill>
                <a:latin typeface="Assistant" pitchFamily="2" charset="-79"/>
                <a:cs typeface="Assistant" pitchFamily="2" charset="-79"/>
              </a:rPr>
              <a:t> </a:t>
            </a: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No </a:t>
            </a:r>
            <a:r>
              <a:rPr lang="en-US" b="1" dirty="0">
                <a:solidFill>
                  <a:schemeClr val="tx1"/>
                </a:solidFill>
                <a:latin typeface="Assistant" pitchFamily="2" charset="-79"/>
                <a:cs typeface="Assistant" pitchFamily="2" charset="-79"/>
              </a:rPr>
              <a:t>integration between features</a:t>
            </a:r>
            <a:r>
              <a:rPr lang="en-US" dirty="0">
                <a:solidFill>
                  <a:schemeClr val="tx1"/>
                </a:solidFill>
                <a:latin typeface="Assistant" pitchFamily="2" charset="-79"/>
                <a:cs typeface="Assistant" pitchFamily="2" charset="-79"/>
              </a:rPr>
              <a:t> </a:t>
            </a: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Not specifically designed for </a:t>
            </a:r>
            <a:r>
              <a:rPr lang="en-US" b="1" dirty="0">
                <a:solidFill>
                  <a:schemeClr val="tx1"/>
                </a:solidFill>
                <a:latin typeface="Assistant" pitchFamily="2" charset="-79"/>
                <a:cs typeface="Assistant" pitchFamily="2" charset="-79"/>
              </a:rPr>
              <a:t>students</a:t>
            </a:r>
            <a:r>
              <a:rPr lang="en-US" dirty="0">
                <a:solidFill>
                  <a:schemeClr val="tx1"/>
                </a:solidFill>
                <a:latin typeface="Assistant" pitchFamily="2" charset="-79"/>
                <a:cs typeface="Assistant" pitchFamily="2" charset="-79"/>
              </a:rPr>
              <a:t> </a:t>
            </a: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Requires switching between </a:t>
            </a:r>
            <a:r>
              <a:rPr lang="en-US" b="1" dirty="0">
                <a:solidFill>
                  <a:schemeClr val="tx1"/>
                </a:solidFill>
                <a:latin typeface="Assistant" pitchFamily="2" charset="-79"/>
                <a:cs typeface="Assistant" pitchFamily="2" charset="-79"/>
              </a:rPr>
              <a:t>multiple platforms</a:t>
            </a:r>
            <a:r>
              <a:rPr lang="en-US" dirty="0">
                <a:solidFill>
                  <a:schemeClr val="tx1"/>
                </a:solidFill>
                <a:latin typeface="Assistant" pitchFamily="2" charset="-79"/>
                <a:cs typeface="Assistant" pitchFamily="2" charset="-79"/>
              </a:rPr>
              <a:t> </a:t>
            </a: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Some tools are </a:t>
            </a:r>
            <a:r>
              <a:rPr lang="en-US" b="1" dirty="0">
                <a:solidFill>
                  <a:schemeClr val="tx1"/>
                </a:solidFill>
                <a:latin typeface="Assistant" pitchFamily="2" charset="-79"/>
                <a:cs typeface="Assistant" pitchFamily="2" charset="-79"/>
              </a:rPr>
              <a:t>complex for beginners</a:t>
            </a:r>
            <a:endParaRPr lang="en-US" dirty="0">
              <a:solidFill>
                <a:schemeClr val="tx1"/>
              </a:solidFill>
              <a:latin typeface="Assistant" pitchFamily="2" charset="-79"/>
              <a:cs typeface="Assistant" pitchFamily="2" charset="-79"/>
            </a:endParaRPr>
          </a:p>
        </p:txBody>
      </p:sp>
      <p:pic>
        <p:nvPicPr>
          <p:cNvPr id="8" name="Picture 7">
            <a:extLst>
              <a:ext uri="{FF2B5EF4-FFF2-40B4-BE49-F238E27FC236}">
                <a16:creationId xmlns:a16="http://schemas.microsoft.com/office/drawing/2014/main" id="{8D17FD82-9936-91E0-9EE0-C600D228F2F1}"/>
              </a:ext>
            </a:extLst>
          </p:cNvPr>
          <p:cNvPicPr>
            <a:picLocks noChangeAspect="1"/>
          </p:cNvPicPr>
          <p:nvPr/>
        </p:nvPicPr>
        <p:blipFill>
          <a:blip r:embed="rId2"/>
          <a:srcRect t="27105" b="24119"/>
          <a:stretch>
            <a:fillRect/>
          </a:stretch>
        </p:blipFill>
        <p:spPr>
          <a:xfrm>
            <a:off x="4398676" y="1871644"/>
            <a:ext cx="2924955" cy="6820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Title 1">
            <a:extLst>
              <a:ext uri="{FF2B5EF4-FFF2-40B4-BE49-F238E27FC236}">
                <a16:creationId xmlns:a16="http://schemas.microsoft.com/office/drawing/2014/main" id="{834322C1-ABF1-C0C9-614B-718A823F110E}"/>
              </a:ext>
            </a:extLst>
          </p:cNvPr>
          <p:cNvSpPr txBox="1">
            <a:spLocks/>
          </p:cNvSpPr>
          <p:nvPr/>
        </p:nvSpPr>
        <p:spPr>
          <a:xfrm>
            <a:off x="720000" y="1839436"/>
            <a:ext cx="3678676"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1pPr>
            <a:lvl2pPr marR="0" lvl="1"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2pPr>
            <a:lvl3pPr marR="0" lvl="2"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3pPr>
            <a:lvl4pPr marR="0" lvl="3"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4pPr>
            <a:lvl5pPr marR="0" lvl="4"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5pPr>
            <a:lvl6pPr marR="0" lvl="5"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6pPr>
            <a:lvl7pPr marR="0" lvl="6"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7pPr>
            <a:lvl8pPr marR="0" lvl="7"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8pPr>
            <a:lvl9pPr marR="0" lvl="8"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9pPr>
          </a:lstStyle>
          <a:p>
            <a:r>
              <a:rPr lang="en-US" sz="2400" dirty="0"/>
              <a:t>Current Systems/Apps</a:t>
            </a:r>
          </a:p>
        </p:txBody>
      </p:sp>
    </p:spTree>
    <p:extLst>
      <p:ext uri="{BB962C8B-B14F-4D97-AF65-F5344CB8AC3E}">
        <p14:creationId xmlns:p14="http://schemas.microsoft.com/office/powerpoint/2010/main" val="876880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47EA3-DFB0-ED96-7909-A0F61E02C93A}"/>
              </a:ext>
            </a:extLst>
          </p:cNvPr>
          <p:cNvSpPr>
            <a:spLocks noGrp="1"/>
          </p:cNvSpPr>
          <p:nvPr>
            <p:ph type="title"/>
          </p:nvPr>
        </p:nvSpPr>
        <p:spPr>
          <a:xfrm>
            <a:off x="720000" y="219739"/>
            <a:ext cx="7704000" cy="572700"/>
          </a:xfrm>
        </p:spPr>
        <p:txBody>
          <a:bodyPr/>
          <a:lstStyle/>
          <a:p>
            <a:r>
              <a:rPr lang="en-US" sz="3200" b="1" dirty="0">
                <a:solidFill>
                  <a:schemeClr val="tx1"/>
                </a:solidFill>
                <a:latin typeface="Assistant" pitchFamily="2" charset="-79"/>
                <a:cs typeface="Assistant" pitchFamily="2" charset="-79"/>
              </a:rPr>
              <a:t>Project Proposal (Problem &amp; Solution)</a:t>
            </a:r>
            <a:endParaRPr lang="en-US" dirty="0"/>
          </a:p>
        </p:txBody>
      </p:sp>
      <p:sp>
        <p:nvSpPr>
          <p:cNvPr id="5" name="Text Placeholder 4">
            <a:extLst>
              <a:ext uri="{FF2B5EF4-FFF2-40B4-BE49-F238E27FC236}">
                <a16:creationId xmlns:a16="http://schemas.microsoft.com/office/drawing/2014/main" id="{66B63565-E2E5-FD36-182D-C26B203EB033}"/>
              </a:ext>
            </a:extLst>
          </p:cNvPr>
          <p:cNvSpPr>
            <a:spLocks noGrp="1"/>
          </p:cNvSpPr>
          <p:nvPr>
            <p:ph type="body" idx="1"/>
          </p:nvPr>
        </p:nvSpPr>
        <p:spPr>
          <a:xfrm>
            <a:off x="527118" y="1249638"/>
            <a:ext cx="4280626" cy="3836711"/>
          </a:xfrm>
        </p:spPr>
        <p:txBody>
          <a:bodyPr/>
          <a:lstStyle/>
          <a:p>
            <a:pPr marL="139700" indent="0">
              <a:buNone/>
            </a:pPr>
            <a:r>
              <a:rPr lang="en-US" sz="2000" b="1" dirty="0"/>
              <a:t>Problem Statement</a:t>
            </a:r>
          </a:p>
          <a:p>
            <a:pPr marL="139700" indent="0">
              <a:buNone/>
            </a:pPr>
            <a:endParaRPr lang="en-US" b="1" dirty="0"/>
          </a:p>
          <a:p>
            <a:pPr>
              <a:lnSpc>
                <a:spcPct val="150000"/>
              </a:lnSpc>
            </a:pPr>
            <a:r>
              <a:rPr lang="en-US" sz="1400" dirty="0"/>
              <a:t>Students struggle to manage </a:t>
            </a:r>
            <a:r>
              <a:rPr lang="en-US" sz="1400" b="1" dirty="0"/>
              <a:t>academic tasks and daily life</a:t>
            </a:r>
            <a:r>
              <a:rPr lang="en-US" sz="1400" dirty="0"/>
              <a:t> efficiently </a:t>
            </a:r>
          </a:p>
          <a:p>
            <a:pPr>
              <a:lnSpc>
                <a:spcPct val="150000"/>
              </a:lnSpc>
            </a:pPr>
            <a:r>
              <a:rPr lang="en-US" sz="1400" dirty="0"/>
              <a:t>Use of </a:t>
            </a:r>
            <a:r>
              <a:rPr lang="en-US" sz="1400" b="1" dirty="0"/>
              <a:t>multiple apps</a:t>
            </a:r>
            <a:r>
              <a:rPr lang="en-US" sz="1400" dirty="0"/>
              <a:t> (calendar, budgeting, notes, maps) creates confusion </a:t>
            </a:r>
          </a:p>
          <a:p>
            <a:pPr>
              <a:lnSpc>
                <a:spcPct val="150000"/>
              </a:lnSpc>
            </a:pPr>
            <a:r>
              <a:rPr lang="en-US" sz="1400" b="1" dirty="0"/>
              <a:t>Missed deadlines</a:t>
            </a:r>
            <a:r>
              <a:rPr lang="en-US" sz="1400" dirty="0"/>
              <a:t> and poor schedule organization </a:t>
            </a:r>
          </a:p>
          <a:p>
            <a:pPr>
              <a:lnSpc>
                <a:spcPct val="150000"/>
              </a:lnSpc>
            </a:pPr>
            <a:r>
              <a:rPr lang="en-US" sz="1400" b="1" dirty="0"/>
              <a:t>Overspending</a:t>
            </a:r>
            <a:r>
              <a:rPr lang="en-US" sz="1400" dirty="0"/>
              <a:t> due to lack of budget tracking </a:t>
            </a:r>
          </a:p>
          <a:p>
            <a:pPr>
              <a:lnSpc>
                <a:spcPct val="150000"/>
              </a:lnSpc>
            </a:pPr>
            <a:r>
              <a:rPr lang="en-US" sz="1400" dirty="0"/>
              <a:t>Difficulty adapting to a </a:t>
            </a:r>
            <a:r>
              <a:rPr lang="en-US" sz="1400" b="1" dirty="0"/>
              <a:t>new environment</a:t>
            </a:r>
            <a:r>
              <a:rPr lang="en-US" sz="1400" dirty="0"/>
              <a:t> (especially international students) </a:t>
            </a:r>
          </a:p>
          <a:p>
            <a:pPr>
              <a:lnSpc>
                <a:spcPct val="150000"/>
              </a:lnSpc>
            </a:pPr>
            <a:r>
              <a:rPr lang="en-US" sz="1400" dirty="0"/>
              <a:t>Information is </a:t>
            </a:r>
            <a:r>
              <a:rPr lang="en-US" sz="1400" b="1" dirty="0"/>
              <a:t>scattered, not centralized</a:t>
            </a:r>
            <a:endParaRPr lang="en-US" sz="1400" dirty="0"/>
          </a:p>
          <a:p>
            <a:pPr marL="139700" indent="0">
              <a:buNone/>
            </a:pPr>
            <a:endParaRPr lang="en-US" dirty="0"/>
          </a:p>
        </p:txBody>
      </p:sp>
      <p:sp>
        <p:nvSpPr>
          <p:cNvPr id="8" name="Text Placeholder 4">
            <a:extLst>
              <a:ext uri="{FF2B5EF4-FFF2-40B4-BE49-F238E27FC236}">
                <a16:creationId xmlns:a16="http://schemas.microsoft.com/office/drawing/2014/main" id="{B80EC4E5-B4B2-5856-8AB7-341A2C80F147}"/>
              </a:ext>
            </a:extLst>
          </p:cNvPr>
          <p:cNvSpPr txBox="1">
            <a:spLocks/>
          </p:cNvSpPr>
          <p:nvPr/>
        </p:nvSpPr>
        <p:spPr>
          <a:xfrm>
            <a:off x="4807744" y="1054840"/>
            <a:ext cx="4280626" cy="403150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Char char="●"/>
              <a:defRPr sz="1200" b="0" i="0" u="none" strike="noStrike" cap="none">
                <a:solidFill>
                  <a:schemeClr val="dk1"/>
                </a:solidFill>
                <a:latin typeface="Assistant"/>
                <a:ea typeface="Assistant"/>
                <a:cs typeface="Assistant"/>
                <a:sym typeface="Assistant"/>
              </a:defRPr>
            </a:lvl1pPr>
            <a:lvl2pPr marL="914400" marR="0" lvl="1" indent="-304800" algn="l" rtl="0">
              <a:lnSpc>
                <a:spcPct val="100000"/>
              </a:lnSpc>
              <a:spcBef>
                <a:spcPts val="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2pPr>
            <a:lvl3pPr marL="1371600" marR="0" lvl="2" indent="-304800" algn="l" rtl="0">
              <a:lnSpc>
                <a:spcPct val="100000"/>
              </a:lnSpc>
              <a:spcBef>
                <a:spcPts val="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3pPr>
            <a:lvl4pPr marL="1828800" marR="0" lvl="3" indent="-304800" algn="l" rtl="0">
              <a:lnSpc>
                <a:spcPct val="100000"/>
              </a:lnSpc>
              <a:spcBef>
                <a:spcPts val="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4pPr>
            <a:lvl5pPr marL="2286000" marR="0" lvl="4" indent="-304800" algn="l" rtl="0">
              <a:lnSpc>
                <a:spcPct val="100000"/>
              </a:lnSpc>
              <a:spcBef>
                <a:spcPts val="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5pPr>
            <a:lvl6pPr marL="2743200" marR="0" lvl="5" indent="-304800" algn="l" rtl="0">
              <a:lnSpc>
                <a:spcPct val="100000"/>
              </a:lnSpc>
              <a:spcBef>
                <a:spcPts val="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6pPr>
            <a:lvl7pPr marL="3200400" marR="0" lvl="6" indent="-304800" algn="l" rtl="0">
              <a:lnSpc>
                <a:spcPct val="100000"/>
              </a:lnSpc>
              <a:spcBef>
                <a:spcPts val="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7pPr>
            <a:lvl8pPr marL="3657600" marR="0" lvl="7" indent="-304800" algn="l" rtl="0">
              <a:lnSpc>
                <a:spcPct val="100000"/>
              </a:lnSpc>
              <a:spcBef>
                <a:spcPts val="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8pPr>
            <a:lvl9pPr marL="4114800" marR="0" lvl="8" indent="-304800" algn="l" rtl="0">
              <a:lnSpc>
                <a:spcPct val="100000"/>
              </a:lnSpc>
              <a:spcBef>
                <a:spcPts val="0"/>
              </a:spcBef>
              <a:spcAft>
                <a:spcPts val="0"/>
              </a:spcAft>
              <a:buClr>
                <a:schemeClr val="dk1"/>
              </a:buClr>
              <a:buSzPts val="1200"/>
              <a:buFont typeface="Assistant"/>
              <a:buChar char="■"/>
              <a:defRPr sz="1200" b="0" i="0" u="none" strike="noStrike" cap="none">
                <a:solidFill>
                  <a:schemeClr val="dk1"/>
                </a:solidFill>
                <a:latin typeface="Assistant"/>
                <a:ea typeface="Assistant"/>
                <a:cs typeface="Assistant"/>
                <a:sym typeface="Assistant"/>
              </a:defRPr>
            </a:lvl9pPr>
          </a:lstStyle>
          <a:p>
            <a:pPr marL="139700" indent="0">
              <a:lnSpc>
                <a:spcPct val="200000"/>
              </a:lnSpc>
              <a:buFont typeface="Assistant"/>
              <a:buNone/>
            </a:pPr>
            <a:r>
              <a:rPr lang="en-US" sz="2000" b="1" dirty="0"/>
              <a:t>Problem Solution</a:t>
            </a:r>
          </a:p>
          <a:p>
            <a:pPr>
              <a:lnSpc>
                <a:spcPct val="200000"/>
              </a:lnSpc>
            </a:pPr>
            <a:r>
              <a:rPr lang="en-US" sz="1400" dirty="0"/>
              <a:t>A centralized all-in-one mobile application for </a:t>
            </a:r>
            <a:r>
              <a:rPr lang="en-US" sz="1400" b="1" dirty="0"/>
              <a:t>student life management </a:t>
            </a:r>
          </a:p>
          <a:p>
            <a:pPr>
              <a:lnSpc>
                <a:spcPct val="150000"/>
              </a:lnSpc>
            </a:pPr>
            <a:r>
              <a:rPr lang="en-US" sz="1400" dirty="0"/>
              <a:t>Combines: </a:t>
            </a:r>
          </a:p>
          <a:p>
            <a:pPr lvl="1">
              <a:lnSpc>
                <a:spcPct val="150000"/>
              </a:lnSpc>
            </a:pPr>
            <a:r>
              <a:rPr lang="en-US" sz="1400" b="1" dirty="0"/>
              <a:t>Class scheduling </a:t>
            </a:r>
          </a:p>
          <a:p>
            <a:pPr lvl="1">
              <a:lnSpc>
                <a:spcPct val="150000"/>
              </a:lnSpc>
            </a:pPr>
            <a:r>
              <a:rPr lang="en-US" sz="1400" b="1" dirty="0"/>
              <a:t>Budget tracking </a:t>
            </a:r>
          </a:p>
          <a:p>
            <a:pPr lvl="1">
              <a:lnSpc>
                <a:spcPct val="150000"/>
              </a:lnSpc>
            </a:pPr>
            <a:r>
              <a:rPr lang="en-US" sz="1400" b="1" dirty="0"/>
              <a:t>Task &amp; assignment management </a:t>
            </a:r>
          </a:p>
          <a:p>
            <a:pPr lvl="1">
              <a:lnSpc>
                <a:spcPct val="150000"/>
              </a:lnSpc>
            </a:pPr>
            <a:r>
              <a:rPr lang="en-US" sz="1400" b="1" dirty="0"/>
              <a:t>Local services &amp; navigation support</a:t>
            </a:r>
            <a:r>
              <a:rPr lang="en-US" sz="1400" dirty="0"/>
              <a:t> </a:t>
            </a:r>
          </a:p>
          <a:p>
            <a:pPr>
              <a:lnSpc>
                <a:spcPct val="150000"/>
              </a:lnSpc>
            </a:pPr>
            <a:r>
              <a:rPr lang="en-US" sz="1400" dirty="0"/>
              <a:t>Designed specifically for student needs, not general users</a:t>
            </a:r>
          </a:p>
          <a:p>
            <a:pPr>
              <a:lnSpc>
                <a:spcPct val="150000"/>
              </a:lnSpc>
            </a:pPr>
            <a:endParaRPr lang="en-US" dirty="0"/>
          </a:p>
        </p:txBody>
      </p:sp>
      <p:cxnSp>
        <p:nvCxnSpPr>
          <p:cNvPr id="10" name="Straight Connector 9">
            <a:extLst>
              <a:ext uri="{FF2B5EF4-FFF2-40B4-BE49-F238E27FC236}">
                <a16:creationId xmlns:a16="http://schemas.microsoft.com/office/drawing/2014/main" id="{64A0C4F4-8819-2319-6087-D5C9DE76A91F}"/>
              </a:ext>
            </a:extLst>
          </p:cNvPr>
          <p:cNvCxnSpPr>
            <a:cxnSpLocks/>
          </p:cNvCxnSpPr>
          <p:nvPr/>
        </p:nvCxnSpPr>
        <p:spPr>
          <a:xfrm>
            <a:off x="4707731" y="1414463"/>
            <a:ext cx="0" cy="321468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41351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862EF-0A7D-76BC-C05D-65BD8B134177}"/>
              </a:ext>
            </a:extLst>
          </p:cNvPr>
          <p:cNvSpPr>
            <a:spLocks noGrp="1"/>
          </p:cNvSpPr>
          <p:nvPr>
            <p:ph type="title"/>
          </p:nvPr>
        </p:nvSpPr>
        <p:spPr>
          <a:xfrm>
            <a:off x="648562" y="216425"/>
            <a:ext cx="7704000" cy="572700"/>
          </a:xfrm>
        </p:spPr>
        <p:txBody>
          <a:bodyPr/>
          <a:lstStyle/>
          <a:p>
            <a:r>
              <a:rPr lang="en-US" sz="3200" b="1" dirty="0">
                <a:solidFill>
                  <a:schemeClr val="tx1"/>
                </a:solidFill>
                <a:latin typeface="Assistant" pitchFamily="2" charset="-79"/>
                <a:cs typeface="Assistant" pitchFamily="2" charset="-79"/>
              </a:rPr>
              <a:t>Target Users &amp; Audience</a:t>
            </a:r>
            <a:endParaRPr lang="en-US" dirty="0"/>
          </a:p>
        </p:txBody>
      </p:sp>
      <p:sp>
        <p:nvSpPr>
          <p:cNvPr id="3" name="Text Placeholder 2">
            <a:extLst>
              <a:ext uri="{FF2B5EF4-FFF2-40B4-BE49-F238E27FC236}">
                <a16:creationId xmlns:a16="http://schemas.microsoft.com/office/drawing/2014/main" id="{45C22982-90E4-0B56-35F1-8FBDEE19FAF8}"/>
              </a:ext>
            </a:extLst>
          </p:cNvPr>
          <p:cNvSpPr>
            <a:spLocks noGrp="1"/>
          </p:cNvSpPr>
          <p:nvPr>
            <p:ph type="body" idx="1"/>
          </p:nvPr>
        </p:nvSpPr>
        <p:spPr>
          <a:xfrm>
            <a:off x="507206" y="789125"/>
            <a:ext cx="7393781" cy="4131521"/>
          </a:xfrm>
        </p:spPr>
        <p:txBody>
          <a:bodyPr/>
          <a:lstStyle/>
          <a:p>
            <a:pPr marL="139700" indent="0">
              <a:buNone/>
            </a:pPr>
            <a:r>
              <a:rPr lang="en-US" sz="1800" b="1" dirty="0"/>
              <a:t>  Users</a:t>
            </a:r>
          </a:p>
          <a:p>
            <a:pPr>
              <a:lnSpc>
                <a:spcPct val="150000"/>
              </a:lnSpc>
            </a:pPr>
            <a:r>
              <a:rPr lang="en-US" sz="1400" b="1" dirty="0"/>
              <a:t>University Students</a:t>
            </a:r>
            <a:br>
              <a:rPr lang="en-US" sz="1400" dirty="0"/>
            </a:br>
            <a:r>
              <a:rPr lang="en-US" sz="1400" dirty="0"/>
              <a:t>Need help managing schedules, assignments, and daily tasks </a:t>
            </a:r>
          </a:p>
          <a:p>
            <a:pPr>
              <a:lnSpc>
                <a:spcPct val="150000"/>
              </a:lnSpc>
            </a:pPr>
            <a:r>
              <a:rPr lang="en-US" sz="1400" b="1" dirty="0"/>
              <a:t>International Students</a:t>
            </a:r>
            <a:br>
              <a:rPr lang="en-US" sz="1400" dirty="0"/>
            </a:br>
            <a:r>
              <a:rPr lang="en-US" sz="1400" dirty="0"/>
              <a:t>Face challenges adapting to a new country (transport, budgeting, services) </a:t>
            </a:r>
          </a:p>
          <a:p>
            <a:pPr>
              <a:lnSpc>
                <a:spcPct val="150000"/>
              </a:lnSpc>
            </a:pPr>
            <a:r>
              <a:rPr lang="en-US" sz="1400" b="1" dirty="0"/>
              <a:t>New / First-Year Students</a:t>
            </a:r>
            <a:br>
              <a:rPr lang="en-US" sz="1400" dirty="0"/>
            </a:br>
            <a:r>
              <a:rPr lang="en-US" sz="1400" dirty="0"/>
              <a:t>Struggle with organization and time management </a:t>
            </a:r>
          </a:p>
          <a:p>
            <a:pPr>
              <a:lnSpc>
                <a:spcPct val="150000"/>
              </a:lnSpc>
            </a:pPr>
            <a:r>
              <a:rPr lang="en-US" sz="1400" b="1" dirty="0"/>
              <a:t>Busy Students (study + part-time work)</a:t>
            </a:r>
            <a:br>
              <a:rPr lang="en-US" sz="1400" dirty="0"/>
            </a:br>
            <a:r>
              <a:rPr lang="en-US" sz="1400" dirty="0"/>
              <a:t>Need efficient tools to balance responsibilities</a:t>
            </a:r>
          </a:p>
          <a:p>
            <a:pPr>
              <a:lnSpc>
                <a:spcPct val="150000"/>
              </a:lnSpc>
              <a:buFont typeface="Arial" panose="020B0604020202020204" pitchFamily="34" charset="0"/>
              <a:buChar char="•"/>
            </a:pPr>
            <a:r>
              <a:rPr lang="en-US" sz="1400" b="1" dirty="0"/>
              <a:t>Student Associations &amp; Clubs</a:t>
            </a:r>
            <a:br>
              <a:rPr lang="en-US" sz="1400" dirty="0"/>
            </a:br>
            <a:r>
              <a:rPr lang="en-US" sz="1400" dirty="0"/>
              <a:t>Manage events, communication, and activities </a:t>
            </a:r>
          </a:p>
          <a:p>
            <a:pPr>
              <a:buFont typeface="Arial" panose="020B0604020202020204" pitchFamily="34" charset="0"/>
              <a:buChar char="•"/>
            </a:pPr>
            <a:r>
              <a:rPr lang="en-US" sz="1400" b="1" dirty="0"/>
              <a:t>Universities / Institutions</a:t>
            </a:r>
            <a:br>
              <a:rPr lang="en-US" sz="1400" dirty="0"/>
            </a:br>
            <a:r>
              <a:rPr lang="en-US" sz="1400" dirty="0"/>
              <a:t>Can support students with a centralized platform</a:t>
            </a:r>
          </a:p>
          <a:p>
            <a:endParaRPr lang="en-US" dirty="0"/>
          </a:p>
        </p:txBody>
      </p:sp>
    </p:spTree>
    <p:extLst>
      <p:ext uri="{BB962C8B-B14F-4D97-AF65-F5344CB8AC3E}">
        <p14:creationId xmlns:p14="http://schemas.microsoft.com/office/powerpoint/2010/main" val="44845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26C7E-D332-3354-DF96-6C5872499F7A}"/>
              </a:ext>
            </a:extLst>
          </p:cNvPr>
          <p:cNvSpPr>
            <a:spLocks noGrp="1"/>
          </p:cNvSpPr>
          <p:nvPr>
            <p:ph type="title"/>
          </p:nvPr>
        </p:nvSpPr>
        <p:spPr>
          <a:xfrm>
            <a:off x="632636" y="59228"/>
            <a:ext cx="7704000" cy="572700"/>
          </a:xfrm>
        </p:spPr>
        <p:txBody>
          <a:bodyPr/>
          <a:lstStyle/>
          <a:p>
            <a:r>
              <a:rPr lang="en-US" sz="3200" b="1" dirty="0">
                <a:solidFill>
                  <a:schemeClr val="tx1"/>
                </a:solidFill>
                <a:latin typeface="Assistant" pitchFamily="2" charset="-79"/>
                <a:cs typeface="Assistant" pitchFamily="2" charset="-79"/>
              </a:rPr>
              <a:t>Comparison with Existing Solutions</a:t>
            </a:r>
            <a:endParaRPr lang="en-US" dirty="0"/>
          </a:p>
        </p:txBody>
      </p:sp>
      <p:pic>
        <p:nvPicPr>
          <p:cNvPr id="5" name="Picture 4">
            <a:extLst>
              <a:ext uri="{FF2B5EF4-FFF2-40B4-BE49-F238E27FC236}">
                <a16:creationId xmlns:a16="http://schemas.microsoft.com/office/drawing/2014/main" id="{5DA7D445-13FC-8091-7B07-C0E46DE2824F}"/>
              </a:ext>
            </a:extLst>
          </p:cNvPr>
          <p:cNvPicPr>
            <a:picLocks noChangeAspect="1"/>
          </p:cNvPicPr>
          <p:nvPr/>
        </p:nvPicPr>
        <p:blipFill>
          <a:blip r:embed="rId2"/>
          <a:stretch>
            <a:fillRect/>
          </a:stretch>
        </p:blipFill>
        <p:spPr>
          <a:xfrm>
            <a:off x="821187" y="761135"/>
            <a:ext cx="7248393" cy="3445104"/>
          </a:xfrm>
          <a:prstGeom prst="rect">
            <a:avLst/>
          </a:prstGeom>
        </p:spPr>
      </p:pic>
      <p:sp>
        <p:nvSpPr>
          <p:cNvPr id="7" name="TextBox 6">
            <a:extLst>
              <a:ext uri="{FF2B5EF4-FFF2-40B4-BE49-F238E27FC236}">
                <a16:creationId xmlns:a16="http://schemas.microsoft.com/office/drawing/2014/main" id="{A467BE2C-96A6-41F0-2DC9-3CA4E3EDF3A4}"/>
              </a:ext>
            </a:extLst>
          </p:cNvPr>
          <p:cNvSpPr txBox="1"/>
          <p:nvPr/>
        </p:nvSpPr>
        <p:spPr>
          <a:xfrm>
            <a:off x="663028" y="4274702"/>
            <a:ext cx="7985671" cy="523220"/>
          </a:xfrm>
          <a:prstGeom prst="rect">
            <a:avLst/>
          </a:prstGeom>
          <a:noFill/>
        </p:spPr>
        <p:txBody>
          <a:bodyPr wrap="square">
            <a:spAutoFit/>
          </a:bodyPr>
          <a:lstStyle/>
          <a:p>
            <a:r>
              <a:rPr lang="en-US" i="1" dirty="0">
                <a:solidFill>
                  <a:schemeClr val="tx1"/>
                </a:solidFill>
                <a:latin typeface="Times New Roman" panose="02020603050405020304" pitchFamily="18" charset="0"/>
                <a:cs typeface="Times New Roman" panose="02020603050405020304" pitchFamily="18" charset="0"/>
              </a:rPr>
              <a:t>“This comparison clearly shows that while existing applications are strong individually, none provide a complete, student-focused solution like our app.”</a:t>
            </a:r>
          </a:p>
        </p:txBody>
      </p:sp>
    </p:spTree>
    <p:extLst>
      <p:ext uri="{BB962C8B-B14F-4D97-AF65-F5344CB8AC3E}">
        <p14:creationId xmlns:p14="http://schemas.microsoft.com/office/powerpoint/2010/main" val="1596910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E1F84-ABFA-0552-DC69-778AA5D30E23}"/>
              </a:ext>
            </a:extLst>
          </p:cNvPr>
          <p:cNvSpPr>
            <a:spLocks noGrp="1"/>
          </p:cNvSpPr>
          <p:nvPr>
            <p:ph type="title"/>
          </p:nvPr>
        </p:nvSpPr>
        <p:spPr>
          <a:xfrm>
            <a:off x="592455" y="102125"/>
            <a:ext cx="7704000" cy="572700"/>
          </a:xfrm>
        </p:spPr>
        <p:txBody>
          <a:bodyPr/>
          <a:lstStyle/>
          <a:p>
            <a:r>
              <a:rPr lang="en-US" sz="3200" b="1" dirty="0">
                <a:solidFill>
                  <a:schemeClr val="tx1"/>
                </a:solidFill>
                <a:latin typeface="Assistant" pitchFamily="2" charset="-79"/>
                <a:cs typeface="Assistant" pitchFamily="2" charset="-79"/>
              </a:rPr>
              <a:t>Methodology</a:t>
            </a:r>
            <a:endParaRPr lang="en-US" dirty="0"/>
          </a:p>
        </p:txBody>
      </p:sp>
      <p:pic>
        <p:nvPicPr>
          <p:cNvPr id="5" name="Picture 4">
            <a:extLst>
              <a:ext uri="{FF2B5EF4-FFF2-40B4-BE49-F238E27FC236}">
                <a16:creationId xmlns:a16="http://schemas.microsoft.com/office/drawing/2014/main" id="{55C62CA6-0D05-252D-0FA4-FB529B9E545E}"/>
              </a:ext>
            </a:extLst>
          </p:cNvPr>
          <p:cNvPicPr>
            <a:picLocks noChangeAspect="1"/>
          </p:cNvPicPr>
          <p:nvPr/>
        </p:nvPicPr>
        <p:blipFill>
          <a:blip r:embed="rId2"/>
          <a:stretch>
            <a:fillRect/>
          </a:stretch>
        </p:blipFill>
        <p:spPr>
          <a:xfrm>
            <a:off x="661035" y="796290"/>
            <a:ext cx="5648325" cy="3765550"/>
          </a:xfrm>
          <a:prstGeom prst="rect">
            <a:avLst/>
          </a:prstGeom>
        </p:spPr>
      </p:pic>
      <p:pic>
        <p:nvPicPr>
          <p:cNvPr id="7" name="Picture 6">
            <a:extLst>
              <a:ext uri="{FF2B5EF4-FFF2-40B4-BE49-F238E27FC236}">
                <a16:creationId xmlns:a16="http://schemas.microsoft.com/office/drawing/2014/main" id="{6B186529-2543-C954-C640-6CA097860824}"/>
              </a:ext>
            </a:extLst>
          </p:cNvPr>
          <p:cNvPicPr>
            <a:picLocks noChangeAspect="1"/>
          </p:cNvPicPr>
          <p:nvPr/>
        </p:nvPicPr>
        <p:blipFill>
          <a:blip r:embed="rId3"/>
          <a:stretch>
            <a:fillRect/>
          </a:stretch>
        </p:blipFill>
        <p:spPr>
          <a:xfrm>
            <a:off x="6945817" y="1346857"/>
            <a:ext cx="2118883" cy="1388848"/>
          </a:xfrm>
          <a:prstGeom prst="rect">
            <a:avLst/>
          </a:prstGeom>
        </p:spPr>
      </p:pic>
      <p:sp>
        <p:nvSpPr>
          <p:cNvPr id="11" name="Arrow: Right 10">
            <a:extLst>
              <a:ext uri="{FF2B5EF4-FFF2-40B4-BE49-F238E27FC236}">
                <a16:creationId xmlns:a16="http://schemas.microsoft.com/office/drawing/2014/main" id="{8A3E9451-A54D-42E2-476E-10A4EF55407D}"/>
              </a:ext>
            </a:extLst>
          </p:cNvPr>
          <p:cNvSpPr/>
          <p:nvPr/>
        </p:nvSpPr>
        <p:spPr>
          <a:xfrm>
            <a:off x="6241279" y="2435902"/>
            <a:ext cx="704538" cy="2431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18F2B2FC-5D0A-6852-9EBB-0F212B1F8F3C}"/>
              </a:ext>
            </a:extLst>
          </p:cNvPr>
          <p:cNvSpPr txBox="1"/>
          <p:nvPr/>
        </p:nvSpPr>
        <p:spPr>
          <a:xfrm>
            <a:off x="6678118" y="2735705"/>
            <a:ext cx="2188564" cy="523220"/>
          </a:xfrm>
          <a:prstGeom prst="rect">
            <a:avLst/>
          </a:prstGeom>
          <a:noFill/>
        </p:spPr>
        <p:txBody>
          <a:bodyPr wrap="square" rtlCol="0">
            <a:spAutoFit/>
          </a:bodyPr>
          <a:lstStyle/>
          <a:p>
            <a:r>
              <a:rPr lang="en-US" i="1" dirty="0">
                <a:solidFill>
                  <a:schemeClr val="tx1"/>
                </a:solidFill>
                <a:latin typeface="Times New Roman" panose="02020603050405020304" pitchFamily="18" charset="0"/>
                <a:cs typeface="Times New Roman" panose="02020603050405020304" pitchFamily="18" charset="0"/>
              </a:rPr>
              <a:t>APP demo after 1 week Sprint</a:t>
            </a:r>
          </a:p>
        </p:txBody>
      </p:sp>
      <p:grpSp>
        <p:nvGrpSpPr>
          <p:cNvPr id="13" name="Google Shape;691;p35">
            <a:extLst>
              <a:ext uri="{FF2B5EF4-FFF2-40B4-BE49-F238E27FC236}">
                <a16:creationId xmlns:a16="http://schemas.microsoft.com/office/drawing/2014/main" id="{82901227-A3BF-3587-C040-D335399FC656}"/>
              </a:ext>
            </a:extLst>
          </p:cNvPr>
          <p:cNvGrpSpPr/>
          <p:nvPr/>
        </p:nvGrpSpPr>
        <p:grpSpPr>
          <a:xfrm rot="18377046">
            <a:off x="7839255" y="-250074"/>
            <a:ext cx="1283158" cy="1535002"/>
            <a:chOff x="1160142" y="1208198"/>
            <a:chExt cx="2800692" cy="3180875"/>
          </a:xfrm>
        </p:grpSpPr>
        <p:grpSp>
          <p:nvGrpSpPr>
            <p:cNvPr id="14" name="Google Shape;692;p35">
              <a:extLst>
                <a:ext uri="{FF2B5EF4-FFF2-40B4-BE49-F238E27FC236}">
                  <a16:creationId xmlns:a16="http://schemas.microsoft.com/office/drawing/2014/main" id="{BFC39388-DA73-9374-EB9D-3F79F2AA4674}"/>
                </a:ext>
              </a:extLst>
            </p:cNvPr>
            <p:cNvGrpSpPr/>
            <p:nvPr/>
          </p:nvGrpSpPr>
          <p:grpSpPr>
            <a:xfrm rot="-1799981">
              <a:off x="3174589" y="3306884"/>
              <a:ext cx="219909" cy="194209"/>
              <a:chOff x="8617855" y="966235"/>
              <a:chExt cx="62230" cy="54957"/>
            </a:xfrm>
          </p:grpSpPr>
          <p:sp>
            <p:nvSpPr>
              <p:cNvPr id="199" name="Google Shape;693;p35">
                <a:extLst>
                  <a:ext uri="{FF2B5EF4-FFF2-40B4-BE49-F238E27FC236}">
                    <a16:creationId xmlns:a16="http://schemas.microsoft.com/office/drawing/2014/main" id="{14F59DBC-0B85-38CC-0241-9E405E455CA7}"/>
                  </a:ext>
                </a:extLst>
              </p:cNvPr>
              <p:cNvSpPr/>
              <p:nvPr/>
            </p:nvSpPr>
            <p:spPr>
              <a:xfrm>
                <a:off x="8646141" y="966235"/>
                <a:ext cx="33944" cy="34752"/>
              </a:xfrm>
              <a:custGeom>
                <a:avLst/>
                <a:gdLst/>
                <a:ahLst/>
                <a:cxnLst/>
                <a:rect l="l" t="t" r="r" b="b"/>
                <a:pathLst>
                  <a:path w="42" h="43" extrusionOk="0">
                    <a:moveTo>
                      <a:pt x="21" y="14"/>
                    </a:moveTo>
                    <a:lnTo>
                      <a:pt x="42" y="0"/>
                    </a:lnTo>
                    <a:lnTo>
                      <a:pt x="29" y="22"/>
                    </a:lnTo>
                    <a:lnTo>
                      <a:pt x="42" y="43"/>
                    </a:lnTo>
                    <a:lnTo>
                      <a:pt x="21" y="28"/>
                    </a:lnTo>
                    <a:lnTo>
                      <a:pt x="0" y="43"/>
                    </a:lnTo>
                    <a:lnTo>
                      <a:pt x="14" y="22"/>
                    </a:lnTo>
                    <a:lnTo>
                      <a:pt x="0" y="0"/>
                    </a:lnTo>
                    <a:lnTo>
                      <a:pt x="21" y="1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00" name="Google Shape;694;p35">
                <a:extLst>
                  <a:ext uri="{FF2B5EF4-FFF2-40B4-BE49-F238E27FC236}">
                    <a16:creationId xmlns:a16="http://schemas.microsoft.com/office/drawing/2014/main" id="{43A15DF9-4182-4090-E20D-37ED8CB6D9B5}"/>
                  </a:ext>
                </a:extLst>
              </p:cNvPr>
              <p:cNvSpPr/>
              <p:nvPr/>
            </p:nvSpPr>
            <p:spPr>
              <a:xfrm>
                <a:off x="8617855" y="998563"/>
                <a:ext cx="23437" cy="22629"/>
              </a:xfrm>
              <a:custGeom>
                <a:avLst/>
                <a:gdLst/>
                <a:ahLst/>
                <a:cxnLst/>
                <a:rect l="l" t="t" r="r" b="b"/>
                <a:pathLst>
                  <a:path w="29" h="28" extrusionOk="0">
                    <a:moveTo>
                      <a:pt x="16" y="17"/>
                    </a:moveTo>
                    <a:lnTo>
                      <a:pt x="9" y="28"/>
                    </a:lnTo>
                    <a:lnTo>
                      <a:pt x="12" y="15"/>
                    </a:lnTo>
                    <a:lnTo>
                      <a:pt x="0" y="7"/>
                    </a:lnTo>
                    <a:lnTo>
                      <a:pt x="13" y="10"/>
                    </a:lnTo>
                    <a:lnTo>
                      <a:pt x="21" y="0"/>
                    </a:lnTo>
                    <a:lnTo>
                      <a:pt x="18" y="12"/>
                    </a:lnTo>
                    <a:lnTo>
                      <a:pt x="29" y="20"/>
                    </a:lnTo>
                    <a:lnTo>
                      <a:pt x="16" y="1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nvGrpSpPr>
            <p:cNvPr id="15" name="Google Shape;695;p35">
              <a:extLst>
                <a:ext uri="{FF2B5EF4-FFF2-40B4-BE49-F238E27FC236}">
                  <a16:creationId xmlns:a16="http://schemas.microsoft.com/office/drawing/2014/main" id="{2AE112FA-9948-EFD2-E146-ABCED1FD3B51}"/>
                </a:ext>
              </a:extLst>
            </p:cNvPr>
            <p:cNvGrpSpPr/>
            <p:nvPr/>
          </p:nvGrpSpPr>
          <p:grpSpPr>
            <a:xfrm rot="921106">
              <a:off x="1479658" y="1446081"/>
              <a:ext cx="2161660" cy="2705109"/>
              <a:chOff x="1262746" y="1133720"/>
              <a:chExt cx="2504541" cy="3134191"/>
            </a:xfrm>
          </p:grpSpPr>
          <p:sp>
            <p:nvSpPr>
              <p:cNvPr id="16" name="Google Shape;696;p35">
                <a:extLst>
                  <a:ext uri="{FF2B5EF4-FFF2-40B4-BE49-F238E27FC236}">
                    <a16:creationId xmlns:a16="http://schemas.microsoft.com/office/drawing/2014/main" id="{09044E37-058E-EF32-7C20-A992FC1E4238}"/>
                  </a:ext>
                </a:extLst>
              </p:cNvPr>
              <p:cNvSpPr/>
              <p:nvPr/>
            </p:nvSpPr>
            <p:spPr>
              <a:xfrm>
                <a:off x="1356928" y="1281971"/>
                <a:ext cx="800546" cy="1177284"/>
              </a:xfrm>
              <a:custGeom>
                <a:avLst/>
                <a:gdLst/>
                <a:ahLst/>
                <a:cxnLst/>
                <a:rect l="l" t="t" r="r" b="b"/>
                <a:pathLst>
                  <a:path w="356" h="524" extrusionOk="0">
                    <a:moveTo>
                      <a:pt x="356" y="0"/>
                    </a:moveTo>
                    <a:cubicBezTo>
                      <a:pt x="183" y="505"/>
                      <a:pt x="183" y="505"/>
                      <a:pt x="183" y="505"/>
                    </a:cubicBezTo>
                    <a:cubicBezTo>
                      <a:pt x="150" y="524"/>
                      <a:pt x="150" y="524"/>
                      <a:pt x="150" y="524"/>
                    </a:cubicBezTo>
                    <a:cubicBezTo>
                      <a:pt x="6" y="164"/>
                      <a:pt x="6" y="164"/>
                      <a:pt x="6" y="164"/>
                    </a:cubicBezTo>
                    <a:cubicBezTo>
                      <a:pt x="0" y="151"/>
                      <a:pt x="0" y="137"/>
                      <a:pt x="4" y="126"/>
                    </a:cubicBezTo>
                    <a:cubicBezTo>
                      <a:pt x="7" y="118"/>
                      <a:pt x="12" y="112"/>
                      <a:pt x="18" y="107"/>
                    </a:cubicBezTo>
                    <a:cubicBezTo>
                      <a:pt x="51" y="88"/>
                      <a:pt x="51" y="88"/>
                      <a:pt x="51" y="88"/>
                    </a:cubicBezTo>
                    <a:cubicBezTo>
                      <a:pt x="53" y="86"/>
                      <a:pt x="56" y="85"/>
                      <a:pt x="59" y="84"/>
                    </a:cubicBezTo>
                    <a:cubicBezTo>
                      <a:pt x="159" y="56"/>
                      <a:pt x="159" y="56"/>
                      <a:pt x="159" y="56"/>
                    </a:cubicBezTo>
                    <a:cubicBezTo>
                      <a:pt x="160" y="56"/>
                      <a:pt x="178" y="55"/>
                      <a:pt x="186" y="74"/>
                    </a:cubicBezTo>
                    <a:cubicBezTo>
                      <a:pt x="194" y="93"/>
                      <a:pt x="208" y="93"/>
                      <a:pt x="220" y="89"/>
                    </a:cubicBezTo>
                    <a:cubicBezTo>
                      <a:pt x="233" y="86"/>
                      <a:pt x="256" y="80"/>
                      <a:pt x="257" y="79"/>
                    </a:cubicBezTo>
                    <a:cubicBezTo>
                      <a:pt x="258" y="79"/>
                      <a:pt x="269" y="76"/>
                      <a:pt x="280" y="73"/>
                    </a:cubicBezTo>
                    <a:cubicBezTo>
                      <a:pt x="280" y="69"/>
                      <a:pt x="280" y="64"/>
                      <a:pt x="278" y="59"/>
                    </a:cubicBezTo>
                    <a:cubicBezTo>
                      <a:pt x="271" y="41"/>
                      <a:pt x="282" y="33"/>
                      <a:pt x="285" y="31"/>
                    </a:cubicBezTo>
                    <a:cubicBezTo>
                      <a:pt x="316" y="12"/>
                      <a:pt x="316" y="12"/>
                      <a:pt x="316" y="12"/>
                    </a:cubicBezTo>
                    <a:cubicBezTo>
                      <a:pt x="316" y="12"/>
                      <a:pt x="316" y="12"/>
                      <a:pt x="316" y="12"/>
                    </a:cubicBezTo>
                    <a:cubicBezTo>
                      <a:pt x="317" y="12"/>
                      <a:pt x="317" y="12"/>
                      <a:pt x="317" y="12"/>
                    </a:cubicBezTo>
                    <a:cubicBezTo>
                      <a:pt x="317" y="12"/>
                      <a:pt x="317" y="12"/>
                      <a:pt x="317" y="12"/>
                    </a:cubicBezTo>
                    <a:cubicBezTo>
                      <a:pt x="318" y="11"/>
                      <a:pt x="318" y="11"/>
                      <a:pt x="318" y="11"/>
                    </a:cubicBezTo>
                    <a:lnTo>
                      <a:pt x="35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7" name="Google Shape;697;p35">
                <a:extLst>
                  <a:ext uri="{FF2B5EF4-FFF2-40B4-BE49-F238E27FC236}">
                    <a16:creationId xmlns:a16="http://schemas.microsoft.com/office/drawing/2014/main" id="{45D46F96-EC3B-0424-0C0A-FA25A01AC3C4}"/>
                  </a:ext>
                </a:extLst>
              </p:cNvPr>
              <p:cNvSpPr/>
              <p:nvPr/>
            </p:nvSpPr>
            <p:spPr>
              <a:xfrm>
                <a:off x="2223751" y="2262169"/>
                <a:ext cx="692412" cy="1801681"/>
              </a:xfrm>
              <a:custGeom>
                <a:avLst/>
                <a:gdLst/>
                <a:ahLst/>
                <a:cxnLst/>
                <a:rect l="l" t="t" r="r" b="b"/>
                <a:pathLst>
                  <a:path w="308" h="802" extrusionOk="0">
                    <a:moveTo>
                      <a:pt x="308" y="126"/>
                    </a:moveTo>
                    <a:cubicBezTo>
                      <a:pt x="74" y="802"/>
                      <a:pt x="74" y="802"/>
                      <a:pt x="74" y="802"/>
                    </a:cubicBezTo>
                    <a:cubicBezTo>
                      <a:pt x="58" y="797"/>
                      <a:pt x="43" y="783"/>
                      <a:pt x="35" y="764"/>
                    </a:cubicBezTo>
                    <a:cubicBezTo>
                      <a:pt x="0" y="676"/>
                      <a:pt x="0" y="676"/>
                      <a:pt x="0" y="676"/>
                    </a:cubicBezTo>
                    <a:cubicBezTo>
                      <a:pt x="32" y="656"/>
                      <a:pt x="32" y="656"/>
                      <a:pt x="32" y="656"/>
                    </a:cubicBezTo>
                    <a:cubicBezTo>
                      <a:pt x="258" y="0"/>
                      <a:pt x="258" y="0"/>
                      <a:pt x="258" y="0"/>
                    </a:cubicBezTo>
                    <a:lnTo>
                      <a:pt x="308" y="126"/>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8" name="Google Shape;698;p35">
                <a:extLst>
                  <a:ext uri="{FF2B5EF4-FFF2-40B4-BE49-F238E27FC236}">
                    <a16:creationId xmlns:a16="http://schemas.microsoft.com/office/drawing/2014/main" id="{1B65257A-9DE5-E2D6-E5B9-5ADC7C41E95B}"/>
                  </a:ext>
                </a:extLst>
              </p:cNvPr>
              <p:cNvSpPr/>
              <p:nvPr/>
            </p:nvSpPr>
            <p:spPr>
              <a:xfrm>
                <a:off x="2994647" y="3353991"/>
                <a:ext cx="388937" cy="552887"/>
              </a:xfrm>
              <a:custGeom>
                <a:avLst/>
                <a:gdLst/>
                <a:ahLst/>
                <a:cxnLst/>
                <a:rect l="l" t="t" r="r" b="b"/>
                <a:pathLst>
                  <a:path w="173" h="246" extrusionOk="0">
                    <a:moveTo>
                      <a:pt x="151" y="192"/>
                    </a:moveTo>
                    <a:cubicBezTo>
                      <a:pt x="119" y="211"/>
                      <a:pt x="119" y="211"/>
                      <a:pt x="119" y="211"/>
                    </a:cubicBezTo>
                    <a:cubicBezTo>
                      <a:pt x="117" y="213"/>
                      <a:pt x="114" y="214"/>
                      <a:pt x="111" y="215"/>
                    </a:cubicBezTo>
                    <a:cubicBezTo>
                      <a:pt x="0" y="246"/>
                      <a:pt x="0" y="246"/>
                      <a:pt x="0" y="246"/>
                    </a:cubicBezTo>
                    <a:cubicBezTo>
                      <a:pt x="32" y="227"/>
                      <a:pt x="32" y="227"/>
                      <a:pt x="32" y="227"/>
                    </a:cubicBezTo>
                    <a:cubicBezTo>
                      <a:pt x="110" y="0"/>
                      <a:pt x="110" y="0"/>
                      <a:pt x="110" y="0"/>
                    </a:cubicBezTo>
                    <a:cubicBezTo>
                      <a:pt x="164" y="135"/>
                      <a:pt x="164" y="135"/>
                      <a:pt x="164" y="135"/>
                    </a:cubicBezTo>
                    <a:cubicBezTo>
                      <a:pt x="173" y="158"/>
                      <a:pt x="168" y="182"/>
                      <a:pt x="151" y="19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9" name="Google Shape;699;p35">
                <a:extLst>
                  <a:ext uri="{FF2B5EF4-FFF2-40B4-BE49-F238E27FC236}">
                    <a16:creationId xmlns:a16="http://schemas.microsoft.com/office/drawing/2014/main" id="{FF25004B-CC76-4684-AC9E-6495A6749E83}"/>
                  </a:ext>
                </a:extLst>
              </p:cNvPr>
              <p:cNvSpPr/>
              <p:nvPr/>
            </p:nvSpPr>
            <p:spPr>
              <a:xfrm>
                <a:off x="1977831" y="1646493"/>
                <a:ext cx="826708" cy="2134809"/>
              </a:xfrm>
              <a:custGeom>
                <a:avLst/>
                <a:gdLst/>
                <a:ahLst/>
                <a:cxnLst/>
                <a:rect l="l" t="t" r="r" b="b"/>
                <a:pathLst>
                  <a:path w="474" h="1224" extrusionOk="0">
                    <a:moveTo>
                      <a:pt x="474" y="353"/>
                    </a:moveTo>
                    <a:lnTo>
                      <a:pt x="183" y="1198"/>
                    </a:lnTo>
                    <a:lnTo>
                      <a:pt x="141" y="1224"/>
                    </a:lnTo>
                    <a:lnTo>
                      <a:pt x="141" y="1224"/>
                    </a:lnTo>
                    <a:lnTo>
                      <a:pt x="0" y="871"/>
                    </a:lnTo>
                    <a:lnTo>
                      <a:pt x="41" y="845"/>
                    </a:lnTo>
                    <a:lnTo>
                      <a:pt x="332" y="0"/>
                    </a:lnTo>
                    <a:lnTo>
                      <a:pt x="474" y="35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0" name="Google Shape;700;p35">
                <a:extLst>
                  <a:ext uri="{FF2B5EF4-FFF2-40B4-BE49-F238E27FC236}">
                    <a16:creationId xmlns:a16="http://schemas.microsoft.com/office/drawing/2014/main" id="{1B3215B1-BB36-BF31-99F7-266DEB180C33}"/>
                  </a:ext>
                </a:extLst>
              </p:cNvPr>
              <p:cNvSpPr/>
              <p:nvPr/>
            </p:nvSpPr>
            <p:spPr>
              <a:xfrm>
                <a:off x="1695285" y="1231391"/>
                <a:ext cx="861589" cy="1934234"/>
              </a:xfrm>
              <a:custGeom>
                <a:avLst/>
                <a:gdLst/>
                <a:ahLst/>
                <a:cxnLst/>
                <a:rect l="l" t="t" r="r" b="b"/>
                <a:pathLst>
                  <a:path w="384" h="861" extrusionOk="0">
                    <a:moveTo>
                      <a:pt x="384" y="185"/>
                    </a:moveTo>
                    <a:cubicBezTo>
                      <a:pt x="158" y="841"/>
                      <a:pt x="158" y="841"/>
                      <a:pt x="158" y="841"/>
                    </a:cubicBezTo>
                    <a:cubicBezTo>
                      <a:pt x="126" y="861"/>
                      <a:pt x="126" y="861"/>
                      <a:pt x="126" y="861"/>
                    </a:cubicBezTo>
                    <a:cubicBezTo>
                      <a:pt x="0" y="547"/>
                      <a:pt x="0" y="547"/>
                      <a:pt x="0" y="547"/>
                    </a:cubicBezTo>
                    <a:cubicBezTo>
                      <a:pt x="33" y="528"/>
                      <a:pt x="33" y="528"/>
                      <a:pt x="33" y="528"/>
                    </a:cubicBezTo>
                    <a:cubicBezTo>
                      <a:pt x="206" y="23"/>
                      <a:pt x="206" y="23"/>
                      <a:pt x="206" y="23"/>
                    </a:cubicBezTo>
                    <a:cubicBezTo>
                      <a:pt x="268" y="6"/>
                      <a:pt x="268" y="6"/>
                      <a:pt x="268" y="6"/>
                    </a:cubicBezTo>
                    <a:cubicBezTo>
                      <a:pt x="290" y="0"/>
                      <a:pt x="317" y="17"/>
                      <a:pt x="328" y="44"/>
                    </a:cubicBezTo>
                    <a:lnTo>
                      <a:pt x="384" y="18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1" name="Google Shape;701;p35">
                <a:extLst>
                  <a:ext uri="{FF2B5EF4-FFF2-40B4-BE49-F238E27FC236}">
                    <a16:creationId xmlns:a16="http://schemas.microsoft.com/office/drawing/2014/main" id="{F37F2642-3DE0-ECFA-3AA2-7320A996B3E2}"/>
                  </a:ext>
                </a:extLst>
              </p:cNvPr>
              <p:cNvSpPr/>
              <p:nvPr/>
            </p:nvSpPr>
            <p:spPr>
              <a:xfrm>
                <a:off x="2391185" y="2544717"/>
                <a:ext cx="851125" cy="1522620"/>
              </a:xfrm>
              <a:custGeom>
                <a:avLst/>
                <a:gdLst/>
                <a:ahLst/>
                <a:cxnLst/>
                <a:rect l="l" t="t" r="r" b="b"/>
                <a:pathLst>
                  <a:path w="379" h="678" extrusionOk="0">
                    <a:moveTo>
                      <a:pt x="379" y="360"/>
                    </a:moveTo>
                    <a:cubicBezTo>
                      <a:pt x="301" y="587"/>
                      <a:pt x="301" y="587"/>
                      <a:pt x="301" y="587"/>
                    </a:cubicBezTo>
                    <a:cubicBezTo>
                      <a:pt x="269" y="606"/>
                      <a:pt x="269" y="606"/>
                      <a:pt x="269" y="606"/>
                    </a:cubicBezTo>
                    <a:cubicBezTo>
                      <a:pt x="21" y="676"/>
                      <a:pt x="21" y="676"/>
                      <a:pt x="21" y="676"/>
                    </a:cubicBezTo>
                    <a:cubicBezTo>
                      <a:pt x="15" y="678"/>
                      <a:pt x="7" y="678"/>
                      <a:pt x="0" y="676"/>
                    </a:cubicBezTo>
                    <a:cubicBezTo>
                      <a:pt x="234" y="0"/>
                      <a:pt x="234" y="0"/>
                      <a:pt x="234" y="0"/>
                    </a:cubicBezTo>
                    <a:cubicBezTo>
                      <a:pt x="247" y="32"/>
                      <a:pt x="247" y="32"/>
                      <a:pt x="247" y="32"/>
                    </a:cubicBezTo>
                    <a:lnTo>
                      <a:pt x="379" y="36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2" name="Google Shape;702;p35">
                <a:extLst>
                  <a:ext uri="{FF2B5EF4-FFF2-40B4-BE49-F238E27FC236}">
                    <a16:creationId xmlns:a16="http://schemas.microsoft.com/office/drawing/2014/main" id="{1472B2AE-51F0-F83C-997E-BAC92F3C482E}"/>
                  </a:ext>
                </a:extLst>
              </p:cNvPr>
              <p:cNvSpPr/>
              <p:nvPr/>
            </p:nvSpPr>
            <p:spPr>
              <a:xfrm>
                <a:off x="2337118" y="1336039"/>
                <a:ext cx="29650" cy="45347"/>
              </a:xfrm>
              <a:custGeom>
                <a:avLst/>
                <a:gdLst/>
                <a:ahLst/>
                <a:cxnLst/>
                <a:rect l="l" t="t" r="r" b="b"/>
                <a:pathLst>
                  <a:path w="17" h="26" extrusionOk="0">
                    <a:moveTo>
                      <a:pt x="8" y="0"/>
                    </a:moveTo>
                    <a:lnTo>
                      <a:pt x="17" y="24"/>
                    </a:lnTo>
                    <a:lnTo>
                      <a:pt x="11" y="25"/>
                    </a:lnTo>
                    <a:lnTo>
                      <a:pt x="10" y="26"/>
                    </a:lnTo>
                    <a:lnTo>
                      <a:pt x="0" y="2"/>
                    </a:lnTo>
                    <a:lnTo>
                      <a:pt x="2" y="2"/>
                    </a:lnTo>
                    <a:lnTo>
                      <a:pt x="8"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3" name="Google Shape;703;p35">
                <a:extLst>
                  <a:ext uri="{FF2B5EF4-FFF2-40B4-BE49-F238E27FC236}">
                    <a16:creationId xmlns:a16="http://schemas.microsoft.com/office/drawing/2014/main" id="{01F10974-C26B-8394-E7E0-DA502FAEA106}"/>
                  </a:ext>
                </a:extLst>
              </p:cNvPr>
              <p:cNvSpPr/>
              <p:nvPr/>
            </p:nvSpPr>
            <p:spPr>
              <a:xfrm>
                <a:off x="2202822" y="1320342"/>
                <a:ext cx="158714" cy="115112"/>
              </a:xfrm>
              <a:custGeom>
                <a:avLst/>
                <a:gdLst/>
                <a:ahLst/>
                <a:cxnLst/>
                <a:rect l="l" t="t" r="r" b="b"/>
                <a:pathLst>
                  <a:path w="71" h="51" extrusionOk="0">
                    <a:moveTo>
                      <a:pt x="60" y="8"/>
                    </a:moveTo>
                    <a:cubicBezTo>
                      <a:pt x="68" y="27"/>
                      <a:pt x="68" y="27"/>
                      <a:pt x="68" y="27"/>
                    </a:cubicBezTo>
                    <a:cubicBezTo>
                      <a:pt x="69" y="26"/>
                      <a:pt x="69" y="26"/>
                      <a:pt x="69" y="26"/>
                    </a:cubicBezTo>
                    <a:cubicBezTo>
                      <a:pt x="71" y="31"/>
                      <a:pt x="69" y="36"/>
                      <a:pt x="65" y="37"/>
                    </a:cubicBezTo>
                    <a:cubicBezTo>
                      <a:pt x="20" y="50"/>
                      <a:pt x="20" y="50"/>
                      <a:pt x="20" y="50"/>
                    </a:cubicBezTo>
                    <a:cubicBezTo>
                      <a:pt x="16" y="51"/>
                      <a:pt x="11" y="48"/>
                      <a:pt x="9" y="43"/>
                    </a:cubicBezTo>
                    <a:cubicBezTo>
                      <a:pt x="2" y="25"/>
                      <a:pt x="2" y="25"/>
                      <a:pt x="2" y="25"/>
                    </a:cubicBezTo>
                    <a:cubicBezTo>
                      <a:pt x="0" y="20"/>
                      <a:pt x="1" y="15"/>
                      <a:pt x="5" y="14"/>
                    </a:cubicBezTo>
                    <a:cubicBezTo>
                      <a:pt x="51" y="1"/>
                      <a:pt x="51" y="1"/>
                      <a:pt x="51" y="1"/>
                    </a:cubicBezTo>
                    <a:cubicBezTo>
                      <a:pt x="55" y="0"/>
                      <a:pt x="60" y="3"/>
                      <a:pt x="62" y="8"/>
                    </a:cubicBezTo>
                    <a:lnTo>
                      <a:pt x="60" y="8"/>
                    </a:lnTo>
                    <a:close/>
                    <a:moveTo>
                      <a:pt x="66" y="27"/>
                    </a:moveTo>
                    <a:cubicBezTo>
                      <a:pt x="59" y="9"/>
                      <a:pt x="59" y="9"/>
                      <a:pt x="59" y="9"/>
                    </a:cubicBezTo>
                    <a:cubicBezTo>
                      <a:pt x="58" y="6"/>
                      <a:pt x="55" y="4"/>
                      <a:pt x="52" y="5"/>
                    </a:cubicBezTo>
                    <a:cubicBezTo>
                      <a:pt x="7" y="18"/>
                      <a:pt x="7" y="18"/>
                      <a:pt x="7" y="18"/>
                    </a:cubicBezTo>
                    <a:cubicBezTo>
                      <a:pt x="5" y="19"/>
                      <a:pt x="4" y="21"/>
                      <a:pt x="5" y="24"/>
                    </a:cubicBezTo>
                    <a:cubicBezTo>
                      <a:pt x="12" y="43"/>
                      <a:pt x="12" y="43"/>
                      <a:pt x="12" y="43"/>
                    </a:cubicBezTo>
                    <a:cubicBezTo>
                      <a:pt x="13" y="45"/>
                      <a:pt x="16" y="47"/>
                      <a:pt x="18" y="46"/>
                    </a:cubicBezTo>
                    <a:cubicBezTo>
                      <a:pt x="64" y="34"/>
                      <a:pt x="64" y="34"/>
                      <a:pt x="64" y="34"/>
                    </a:cubicBezTo>
                    <a:cubicBezTo>
                      <a:pt x="66" y="33"/>
                      <a:pt x="67" y="30"/>
                      <a:pt x="66" y="27"/>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4" name="Google Shape;704;p35">
                <a:extLst>
                  <a:ext uri="{FF2B5EF4-FFF2-40B4-BE49-F238E27FC236}">
                    <a16:creationId xmlns:a16="http://schemas.microsoft.com/office/drawing/2014/main" id="{328564F3-84DE-5360-ACEE-AF78ADF69B6C}"/>
                  </a:ext>
                </a:extLst>
              </p:cNvPr>
              <p:cNvSpPr/>
              <p:nvPr/>
            </p:nvSpPr>
            <p:spPr>
              <a:xfrm>
                <a:off x="1930741" y="1381386"/>
                <a:ext cx="73253" cy="47092"/>
              </a:xfrm>
              <a:custGeom>
                <a:avLst/>
                <a:gdLst/>
                <a:ahLst/>
                <a:cxnLst/>
                <a:rect l="l" t="t" r="r" b="b"/>
                <a:pathLst>
                  <a:path w="33" h="21" extrusionOk="0">
                    <a:moveTo>
                      <a:pt x="1" y="20"/>
                    </a:moveTo>
                    <a:cubicBezTo>
                      <a:pt x="0" y="21"/>
                      <a:pt x="0" y="21"/>
                      <a:pt x="0" y="21"/>
                    </a:cubicBezTo>
                    <a:cubicBezTo>
                      <a:pt x="10" y="14"/>
                      <a:pt x="21" y="7"/>
                      <a:pt x="32" y="1"/>
                    </a:cubicBezTo>
                    <a:cubicBezTo>
                      <a:pt x="32" y="1"/>
                      <a:pt x="33" y="1"/>
                      <a:pt x="33" y="0"/>
                    </a:cubicBezTo>
                    <a:cubicBezTo>
                      <a:pt x="23" y="6"/>
                      <a:pt x="10" y="14"/>
                      <a:pt x="1" y="20"/>
                    </a:cubicBezTo>
                    <a:close/>
                  </a:path>
                </a:pathLst>
              </a:custGeom>
              <a:solidFill>
                <a:srgbClr val="5157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5" name="Google Shape;705;p35">
                <a:extLst>
                  <a:ext uri="{FF2B5EF4-FFF2-40B4-BE49-F238E27FC236}">
                    <a16:creationId xmlns:a16="http://schemas.microsoft.com/office/drawing/2014/main" id="{D2904087-C366-EC9A-BF18-D81284E57BCB}"/>
                  </a:ext>
                </a:extLst>
              </p:cNvPr>
              <p:cNvSpPr/>
              <p:nvPr/>
            </p:nvSpPr>
            <p:spPr>
              <a:xfrm>
                <a:off x="1930741" y="1383131"/>
                <a:ext cx="71509" cy="45347"/>
              </a:xfrm>
              <a:custGeom>
                <a:avLst/>
                <a:gdLst/>
                <a:ahLst/>
                <a:cxnLst/>
                <a:rect l="l" t="t" r="r" b="b"/>
                <a:pathLst>
                  <a:path w="32" h="20" extrusionOk="0">
                    <a:moveTo>
                      <a:pt x="0" y="20"/>
                    </a:moveTo>
                    <a:cubicBezTo>
                      <a:pt x="0" y="20"/>
                      <a:pt x="0" y="20"/>
                      <a:pt x="0" y="20"/>
                    </a:cubicBezTo>
                    <a:cubicBezTo>
                      <a:pt x="10" y="13"/>
                      <a:pt x="21" y="6"/>
                      <a:pt x="32" y="0"/>
                    </a:cubicBezTo>
                    <a:cubicBezTo>
                      <a:pt x="32" y="0"/>
                      <a:pt x="32" y="0"/>
                      <a:pt x="32" y="0"/>
                    </a:cubicBezTo>
                    <a:cubicBezTo>
                      <a:pt x="21" y="6"/>
                      <a:pt x="10" y="13"/>
                      <a:pt x="0" y="20"/>
                    </a:cubicBezTo>
                    <a:close/>
                  </a:path>
                </a:pathLst>
              </a:custGeom>
              <a:solidFill>
                <a:srgbClr val="5157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6" name="Google Shape;706;p35">
                <a:extLst>
                  <a:ext uri="{FF2B5EF4-FFF2-40B4-BE49-F238E27FC236}">
                    <a16:creationId xmlns:a16="http://schemas.microsoft.com/office/drawing/2014/main" id="{4F90DB62-65EE-0F53-887E-6C22EBB4B166}"/>
                  </a:ext>
                </a:extLst>
              </p:cNvPr>
              <p:cNvSpPr/>
              <p:nvPr/>
            </p:nvSpPr>
            <p:spPr>
              <a:xfrm>
                <a:off x="1965623" y="1349992"/>
                <a:ext cx="54068" cy="54068"/>
              </a:xfrm>
              <a:custGeom>
                <a:avLst/>
                <a:gdLst/>
                <a:ahLst/>
                <a:cxnLst/>
                <a:rect l="l" t="t" r="r" b="b"/>
                <a:pathLst>
                  <a:path w="24" h="24" extrusionOk="0">
                    <a:moveTo>
                      <a:pt x="8" y="1"/>
                    </a:moveTo>
                    <a:cubicBezTo>
                      <a:pt x="13" y="0"/>
                      <a:pt x="19" y="3"/>
                      <a:pt x="21" y="9"/>
                    </a:cubicBezTo>
                    <a:cubicBezTo>
                      <a:pt x="24" y="15"/>
                      <a:pt x="22" y="21"/>
                      <a:pt x="16" y="23"/>
                    </a:cubicBezTo>
                    <a:cubicBezTo>
                      <a:pt x="11" y="24"/>
                      <a:pt x="5" y="21"/>
                      <a:pt x="3" y="15"/>
                    </a:cubicBezTo>
                    <a:cubicBezTo>
                      <a:pt x="0" y="9"/>
                      <a:pt x="2" y="3"/>
                      <a:pt x="8" y="1"/>
                    </a:cubicBezTo>
                    <a:close/>
                    <a:moveTo>
                      <a:pt x="16" y="15"/>
                    </a:moveTo>
                    <a:cubicBezTo>
                      <a:pt x="19" y="14"/>
                      <a:pt x="20" y="11"/>
                      <a:pt x="18" y="8"/>
                    </a:cubicBezTo>
                    <a:cubicBezTo>
                      <a:pt x="17" y="4"/>
                      <a:pt x="14" y="2"/>
                      <a:pt x="11" y="3"/>
                    </a:cubicBezTo>
                    <a:cubicBezTo>
                      <a:pt x="9" y="4"/>
                      <a:pt x="8" y="7"/>
                      <a:pt x="9" y="10"/>
                    </a:cubicBezTo>
                    <a:cubicBezTo>
                      <a:pt x="10" y="14"/>
                      <a:pt x="13" y="16"/>
                      <a:pt x="16" y="15"/>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7" name="Google Shape;707;p35">
                <a:extLst>
                  <a:ext uri="{FF2B5EF4-FFF2-40B4-BE49-F238E27FC236}">
                    <a16:creationId xmlns:a16="http://schemas.microsoft.com/office/drawing/2014/main" id="{051CBC79-22DE-412F-5201-2F37543315A2}"/>
                  </a:ext>
                </a:extLst>
              </p:cNvPr>
              <p:cNvSpPr/>
              <p:nvPr/>
            </p:nvSpPr>
            <p:spPr>
              <a:xfrm>
                <a:off x="1867953" y="1411037"/>
                <a:ext cx="73253" cy="45347"/>
              </a:xfrm>
              <a:custGeom>
                <a:avLst/>
                <a:gdLst/>
                <a:ahLst/>
                <a:cxnLst/>
                <a:rect l="l" t="t" r="r" b="b"/>
                <a:pathLst>
                  <a:path w="33" h="20" extrusionOk="0">
                    <a:moveTo>
                      <a:pt x="0" y="20"/>
                    </a:moveTo>
                    <a:cubicBezTo>
                      <a:pt x="11" y="13"/>
                      <a:pt x="21" y="7"/>
                      <a:pt x="32" y="0"/>
                    </a:cubicBezTo>
                    <a:cubicBezTo>
                      <a:pt x="33" y="0"/>
                      <a:pt x="33" y="0"/>
                      <a:pt x="33" y="0"/>
                    </a:cubicBezTo>
                    <a:cubicBezTo>
                      <a:pt x="1" y="20"/>
                      <a:pt x="1" y="20"/>
                      <a:pt x="1" y="20"/>
                    </a:cubicBezTo>
                    <a:cubicBezTo>
                      <a:pt x="1" y="20"/>
                      <a:pt x="0" y="20"/>
                      <a:pt x="0" y="20"/>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8" name="Google Shape;708;p35">
                <a:extLst>
                  <a:ext uri="{FF2B5EF4-FFF2-40B4-BE49-F238E27FC236}">
                    <a16:creationId xmlns:a16="http://schemas.microsoft.com/office/drawing/2014/main" id="{D428F65A-AC29-1457-C908-DEBDBD9A80B1}"/>
                  </a:ext>
                </a:extLst>
              </p:cNvPr>
              <p:cNvSpPr/>
              <p:nvPr/>
            </p:nvSpPr>
            <p:spPr>
              <a:xfrm>
                <a:off x="1820861" y="1411037"/>
                <a:ext cx="118599" cy="57557"/>
              </a:xfrm>
              <a:custGeom>
                <a:avLst/>
                <a:gdLst/>
                <a:ahLst/>
                <a:cxnLst/>
                <a:rect l="l" t="t" r="r" b="b"/>
                <a:pathLst>
                  <a:path w="68" h="33" extrusionOk="0">
                    <a:moveTo>
                      <a:pt x="68" y="0"/>
                    </a:moveTo>
                    <a:lnTo>
                      <a:pt x="27" y="26"/>
                    </a:lnTo>
                    <a:lnTo>
                      <a:pt x="0" y="33"/>
                    </a:lnTo>
                    <a:lnTo>
                      <a:pt x="42" y="8"/>
                    </a:lnTo>
                    <a:lnTo>
                      <a:pt x="68" y="0"/>
                    </a:ln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9" name="Google Shape;709;p35">
                <a:extLst>
                  <a:ext uri="{FF2B5EF4-FFF2-40B4-BE49-F238E27FC236}">
                    <a16:creationId xmlns:a16="http://schemas.microsoft.com/office/drawing/2014/main" id="{52D193B0-36D7-BE57-9A2B-0EEF603FACF5}"/>
                  </a:ext>
                </a:extLst>
              </p:cNvPr>
              <p:cNvSpPr/>
              <p:nvPr/>
            </p:nvSpPr>
            <p:spPr>
              <a:xfrm>
                <a:off x="1794700" y="1381386"/>
                <a:ext cx="80229" cy="62788"/>
              </a:xfrm>
              <a:custGeom>
                <a:avLst/>
                <a:gdLst/>
                <a:ahLst/>
                <a:cxnLst/>
                <a:rect l="l" t="t" r="r" b="b"/>
                <a:pathLst>
                  <a:path w="35" h="28" extrusionOk="0">
                    <a:moveTo>
                      <a:pt x="3" y="20"/>
                    </a:moveTo>
                    <a:cubicBezTo>
                      <a:pt x="35" y="0"/>
                      <a:pt x="35" y="0"/>
                      <a:pt x="35" y="0"/>
                    </a:cubicBezTo>
                    <a:cubicBezTo>
                      <a:pt x="33" y="2"/>
                      <a:pt x="32" y="5"/>
                      <a:pt x="33" y="8"/>
                    </a:cubicBezTo>
                    <a:cubicBezTo>
                      <a:pt x="1" y="28"/>
                      <a:pt x="1" y="28"/>
                      <a:pt x="1" y="28"/>
                    </a:cubicBezTo>
                    <a:cubicBezTo>
                      <a:pt x="0" y="24"/>
                      <a:pt x="1" y="21"/>
                      <a:pt x="3" y="20"/>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0" name="Google Shape;710;p35">
                <a:extLst>
                  <a:ext uri="{FF2B5EF4-FFF2-40B4-BE49-F238E27FC236}">
                    <a16:creationId xmlns:a16="http://schemas.microsoft.com/office/drawing/2014/main" id="{BA59AA25-AD04-61A9-21D8-E86E95B2E315}"/>
                  </a:ext>
                </a:extLst>
              </p:cNvPr>
              <p:cNvSpPr/>
              <p:nvPr/>
            </p:nvSpPr>
            <p:spPr>
              <a:xfrm>
                <a:off x="1798188" y="1398827"/>
                <a:ext cx="78485" cy="59300"/>
              </a:xfrm>
              <a:custGeom>
                <a:avLst/>
                <a:gdLst/>
                <a:ahLst/>
                <a:cxnLst/>
                <a:rect l="l" t="t" r="r" b="b"/>
                <a:pathLst>
                  <a:path w="45" h="34" extrusionOk="0">
                    <a:moveTo>
                      <a:pt x="45" y="8"/>
                    </a:moveTo>
                    <a:lnTo>
                      <a:pt x="4" y="34"/>
                    </a:lnTo>
                    <a:lnTo>
                      <a:pt x="0" y="26"/>
                    </a:lnTo>
                    <a:lnTo>
                      <a:pt x="41" y="0"/>
                    </a:lnTo>
                    <a:lnTo>
                      <a:pt x="45" y="8"/>
                    </a:ln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1" name="Google Shape;711;p35">
                <a:extLst>
                  <a:ext uri="{FF2B5EF4-FFF2-40B4-BE49-F238E27FC236}">
                    <a16:creationId xmlns:a16="http://schemas.microsoft.com/office/drawing/2014/main" id="{DAEFEAD7-E8B8-E101-F8A6-9928203B7AB9}"/>
                  </a:ext>
                </a:extLst>
              </p:cNvPr>
              <p:cNvSpPr/>
              <p:nvPr/>
            </p:nvSpPr>
            <p:spPr>
              <a:xfrm>
                <a:off x="1805165" y="1412780"/>
                <a:ext cx="88950" cy="59300"/>
              </a:xfrm>
              <a:custGeom>
                <a:avLst/>
                <a:gdLst/>
                <a:ahLst/>
                <a:cxnLst/>
                <a:rect l="l" t="t" r="r" b="b"/>
                <a:pathLst>
                  <a:path w="40" h="26" extrusionOk="0">
                    <a:moveTo>
                      <a:pt x="0" y="20"/>
                    </a:moveTo>
                    <a:cubicBezTo>
                      <a:pt x="10" y="13"/>
                      <a:pt x="21" y="7"/>
                      <a:pt x="32" y="0"/>
                    </a:cubicBezTo>
                    <a:cubicBezTo>
                      <a:pt x="33" y="4"/>
                      <a:pt x="37" y="6"/>
                      <a:pt x="40" y="5"/>
                    </a:cubicBezTo>
                    <a:cubicBezTo>
                      <a:pt x="7" y="25"/>
                      <a:pt x="7" y="25"/>
                      <a:pt x="7" y="25"/>
                    </a:cubicBezTo>
                    <a:cubicBezTo>
                      <a:pt x="4" y="26"/>
                      <a:pt x="1" y="23"/>
                      <a:pt x="0" y="20"/>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2" name="Google Shape;712;p35">
                <a:extLst>
                  <a:ext uri="{FF2B5EF4-FFF2-40B4-BE49-F238E27FC236}">
                    <a16:creationId xmlns:a16="http://schemas.microsoft.com/office/drawing/2014/main" id="{686FB302-85E0-0299-A8E6-177ED43C6F59}"/>
                  </a:ext>
                </a:extLst>
              </p:cNvPr>
              <p:cNvSpPr/>
              <p:nvPr/>
            </p:nvSpPr>
            <p:spPr>
              <a:xfrm>
                <a:off x="1867953" y="1365689"/>
                <a:ext cx="80229" cy="61045"/>
              </a:xfrm>
              <a:custGeom>
                <a:avLst/>
                <a:gdLst/>
                <a:ahLst/>
                <a:cxnLst/>
                <a:rect l="l" t="t" r="r" b="b"/>
                <a:pathLst>
                  <a:path w="36" h="27" extrusionOk="0">
                    <a:moveTo>
                      <a:pt x="25" y="1"/>
                    </a:moveTo>
                    <a:cubicBezTo>
                      <a:pt x="27" y="0"/>
                      <a:pt x="31" y="3"/>
                      <a:pt x="32" y="6"/>
                    </a:cubicBezTo>
                    <a:cubicBezTo>
                      <a:pt x="35" y="12"/>
                      <a:pt x="35" y="12"/>
                      <a:pt x="35" y="12"/>
                    </a:cubicBezTo>
                    <a:cubicBezTo>
                      <a:pt x="36" y="16"/>
                      <a:pt x="35" y="19"/>
                      <a:pt x="32" y="20"/>
                    </a:cubicBezTo>
                    <a:cubicBezTo>
                      <a:pt x="12" y="26"/>
                      <a:pt x="12" y="26"/>
                      <a:pt x="12" y="26"/>
                    </a:cubicBezTo>
                    <a:cubicBezTo>
                      <a:pt x="9" y="27"/>
                      <a:pt x="5" y="25"/>
                      <a:pt x="4" y="21"/>
                    </a:cubicBezTo>
                    <a:cubicBezTo>
                      <a:pt x="1" y="15"/>
                      <a:pt x="1" y="15"/>
                      <a:pt x="1" y="15"/>
                    </a:cubicBezTo>
                    <a:cubicBezTo>
                      <a:pt x="0" y="11"/>
                      <a:pt x="1" y="8"/>
                      <a:pt x="4" y="7"/>
                    </a:cubicBezTo>
                    <a:lnTo>
                      <a:pt x="2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3" name="Google Shape;713;p35">
                <a:extLst>
                  <a:ext uri="{FF2B5EF4-FFF2-40B4-BE49-F238E27FC236}">
                    <a16:creationId xmlns:a16="http://schemas.microsoft.com/office/drawing/2014/main" id="{96CAE250-271F-A966-ABA0-8219B24BF9A6}"/>
                  </a:ext>
                </a:extLst>
              </p:cNvPr>
              <p:cNvSpPr/>
              <p:nvPr/>
            </p:nvSpPr>
            <p:spPr>
              <a:xfrm>
                <a:off x="2262121" y="1161626"/>
                <a:ext cx="1224366" cy="2794086"/>
              </a:xfrm>
              <a:custGeom>
                <a:avLst/>
                <a:gdLst/>
                <a:ahLst/>
                <a:cxnLst/>
                <a:rect l="l" t="t" r="r" b="b"/>
                <a:pathLst>
                  <a:path w="545" h="1244" extrusionOk="0">
                    <a:moveTo>
                      <a:pt x="4" y="9"/>
                    </a:moveTo>
                    <a:cubicBezTo>
                      <a:pt x="37" y="0"/>
                      <a:pt x="76" y="24"/>
                      <a:pt x="92" y="64"/>
                    </a:cubicBezTo>
                    <a:cubicBezTo>
                      <a:pt x="529" y="1154"/>
                      <a:pt x="529" y="1154"/>
                      <a:pt x="529" y="1154"/>
                    </a:cubicBezTo>
                    <a:cubicBezTo>
                      <a:pt x="545" y="1194"/>
                      <a:pt x="532" y="1233"/>
                      <a:pt x="499" y="1243"/>
                    </a:cubicBezTo>
                    <a:cubicBezTo>
                      <a:pt x="494" y="1244"/>
                      <a:pt x="494" y="1244"/>
                      <a:pt x="494" y="1244"/>
                    </a:cubicBezTo>
                    <a:cubicBezTo>
                      <a:pt x="491" y="1234"/>
                      <a:pt x="491" y="1234"/>
                      <a:pt x="491" y="1234"/>
                    </a:cubicBezTo>
                    <a:cubicBezTo>
                      <a:pt x="520" y="1226"/>
                      <a:pt x="533" y="1190"/>
                      <a:pt x="518" y="1153"/>
                    </a:cubicBezTo>
                    <a:cubicBezTo>
                      <a:pt x="500" y="1108"/>
                      <a:pt x="500" y="1108"/>
                      <a:pt x="500" y="1108"/>
                    </a:cubicBezTo>
                    <a:cubicBezTo>
                      <a:pt x="83" y="67"/>
                      <a:pt x="83" y="67"/>
                      <a:pt x="83" y="67"/>
                    </a:cubicBezTo>
                    <a:cubicBezTo>
                      <a:pt x="68" y="31"/>
                      <a:pt x="32" y="9"/>
                      <a:pt x="2" y="17"/>
                    </a:cubicBezTo>
                    <a:cubicBezTo>
                      <a:pt x="0" y="10"/>
                      <a:pt x="0" y="10"/>
                      <a:pt x="0" y="10"/>
                    </a:cubicBezTo>
                    <a:lnTo>
                      <a:pt x="4" y="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4" name="Google Shape;714;p35">
                <a:extLst>
                  <a:ext uri="{FF2B5EF4-FFF2-40B4-BE49-F238E27FC236}">
                    <a16:creationId xmlns:a16="http://schemas.microsoft.com/office/drawing/2014/main" id="{6FC2C6E7-B27F-3751-CE60-454C4C403FFF}"/>
                  </a:ext>
                </a:extLst>
              </p:cNvPr>
              <p:cNvSpPr/>
              <p:nvPr/>
            </p:nvSpPr>
            <p:spPr>
              <a:xfrm>
                <a:off x="1794700" y="1395339"/>
                <a:ext cx="61044" cy="64533"/>
              </a:xfrm>
              <a:custGeom>
                <a:avLst/>
                <a:gdLst/>
                <a:ahLst/>
                <a:cxnLst/>
                <a:rect l="l" t="t" r="r" b="b"/>
                <a:pathLst>
                  <a:path w="27" h="29" extrusionOk="0">
                    <a:moveTo>
                      <a:pt x="8" y="2"/>
                    </a:moveTo>
                    <a:cubicBezTo>
                      <a:pt x="14" y="0"/>
                      <a:pt x="21" y="5"/>
                      <a:pt x="24" y="12"/>
                    </a:cubicBezTo>
                    <a:cubicBezTo>
                      <a:pt x="27" y="19"/>
                      <a:pt x="24" y="26"/>
                      <a:pt x="18" y="27"/>
                    </a:cubicBezTo>
                    <a:cubicBezTo>
                      <a:pt x="13" y="29"/>
                      <a:pt x="6" y="24"/>
                      <a:pt x="3" y="17"/>
                    </a:cubicBezTo>
                    <a:cubicBezTo>
                      <a:pt x="0" y="10"/>
                      <a:pt x="2" y="3"/>
                      <a:pt x="8"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5" name="Google Shape;715;p35">
                <a:extLst>
                  <a:ext uri="{FF2B5EF4-FFF2-40B4-BE49-F238E27FC236}">
                    <a16:creationId xmlns:a16="http://schemas.microsoft.com/office/drawing/2014/main" id="{8EB624B5-8808-9C6E-6C96-582E34B9DE69}"/>
                  </a:ext>
                </a:extLst>
              </p:cNvPr>
              <p:cNvSpPr/>
              <p:nvPr/>
            </p:nvSpPr>
            <p:spPr>
              <a:xfrm>
                <a:off x="1489480" y="1568008"/>
                <a:ext cx="34882" cy="55812"/>
              </a:xfrm>
              <a:custGeom>
                <a:avLst/>
                <a:gdLst/>
                <a:ahLst/>
                <a:cxnLst/>
                <a:rect l="l" t="t" r="r" b="b"/>
                <a:pathLst>
                  <a:path w="20" h="32" extrusionOk="0">
                    <a:moveTo>
                      <a:pt x="8" y="0"/>
                    </a:moveTo>
                    <a:lnTo>
                      <a:pt x="20" y="31"/>
                    </a:lnTo>
                    <a:lnTo>
                      <a:pt x="13" y="32"/>
                    </a:lnTo>
                    <a:lnTo>
                      <a:pt x="0" y="3"/>
                    </a:lnTo>
                    <a:lnTo>
                      <a:pt x="8"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6" name="Google Shape;716;p35">
                <a:extLst>
                  <a:ext uri="{FF2B5EF4-FFF2-40B4-BE49-F238E27FC236}">
                    <a16:creationId xmlns:a16="http://schemas.microsoft.com/office/drawing/2014/main" id="{F0E4BB24-F8FF-A8AE-54FF-1ED6C5A9DE4C}"/>
                  </a:ext>
                </a:extLst>
              </p:cNvPr>
              <p:cNvSpPr/>
              <p:nvPr/>
            </p:nvSpPr>
            <p:spPr>
              <a:xfrm>
                <a:off x="1513898" y="1519172"/>
                <a:ext cx="48835" cy="95927"/>
              </a:xfrm>
              <a:custGeom>
                <a:avLst/>
                <a:gdLst/>
                <a:ahLst/>
                <a:cxnLst/>
                <a:rect l="l" t="t" r="r" b="b"/>
                <a:pathLst>
                  <a:path w="28" h="55" extrusionOk="0">
                    <a:moveTo>
                      <a:pt x="7" y="0"/>
                    </a:moveTo>
                    <a:lnTo>
                      <a:pt x="0" y="2"/>
                    </a:lnTo>
                    <a:lnTo>
                      <a:pt x="21" y="55"/>
                    </a:lnTo>
                    <a:lnTo>
                      <a:pt x="28" y="52"/>
                    </a:lnTo>
                    <a:lnTo>
                      <a:pt x="7"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7" name="Google Shape;717;p35">
                <a:extLst>
                  <a:ext uri="{FF2B5EF4-FFF2-40B4-BE49-F238E27FC236}">
                    <a16:creationId xmlns:a16="http://schemas.microsoft.com/office/drawing/2014/main" id="{BBE41561-8C7E-3DE6-947F-24DE1A4EEE7F}"/>
                  </a:ext>
                </a:extLst>
              </p:cNvPr>
              <p:cNvSpPr/>
              <p:nvPr/>
            </p:nvSpPr>
            <p:spPr>
              <a:xfrm>
                <a:off x="1526107" y="1496498"/>
                <a:ext cx="55812" cy="111624"/>
              </a:xfrm>
              <a:custGeom>
                <a:avLst/>
                <a:gdLst/>
                <a:ahLst/>
                <a:cxnLst/>
                <a:rect l="l" t="t" r="r" b="b"/>
                <a:pathLst>
                  <a:path w="32" h="64" extrusionOk="0">
                    <a:moveTo>
                      <a:pt x="6" y="0"/>
                    </a:moveTo>
                    <a:lnTo>
                      <a:pt x="32" y="63"/>
                    </a:lnTo>
                    <a:lnTo>
                      <a:pt x="26" y="64"/>
                    </a:lnTo>
                    <a:lnTo>
                      <a:pt x="0" y="2"/>
                    </a:lnTo>
                    <a:lnTo>
                      <a:pt x="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8" name="Google Shape;718;p35">
                <a:extLst>
                  <a:ext uri="{FF2B5EF4-FFF2-40B4-BE49-F238E27FC236}">
                    <a16:creationId xmlns:a16="http://schemas.microsoft.com/office/drawing/2014/main" id="{E977E216-4024-A64D-D79D-45BB6C63D91D}"/>
                  </a:ext>
                </a:extLst>
              </p:cNvPr>
              <p:cNvSpPr/>
              <p:nvPr/>
            </p:nvSpPr>
            <p:spPr>
              <a:xfrm>
                <a:off x="1503433" y="1545334"/>
                <a:ext cx="38370" cy="74998"/>
              </a:xfrm>
              <a:custGeom>
                <a:avLst/>
                <a:gdLst/>
                <a:ahLst/>
                <a:cxnLst/>
                <a:rect l="l" t="t" r="r" b="b"/>
                <a:pathLst>
                  <a:path w="22" h="43" extrusionOk="0">
                    <a:moveTo>
                      <a:pt x="6" y="0"/>
                    </a:moveTo>
                    <a:lnTo>
                      <a:pt x="22" y="40"/>
                    </a:lnTo>
                    <a:lnTo>
                      <a:pt x="15" y="43"/>
                    </a:lnTo>
                    <a:lnTo>
                      <a:pt x="0" y="1"/>
                    </a:lnTo>
                    <a:lnTo>
                      <a:pt x="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39" name="Google Shape;719;p35">
                <a:extLst>
                  <a:ext uri="{FF2B5EF4-FFF2-40B4-BE49-F238E27FC236}">
                    <a16:creationId xmlns:a16="http://schemas.microsoft.com/office/drawing/2014/main" id="{5032B073-C139-CEE2-658D-48CEAD0C0BC6}"/>
                  </a:ext>
                </a:extLst>
              </p:cNvPr>
              <p:cNvSpPr/>
              <p:nvPr/>
            </p:nvSpPr>
            <p:spPr>
              <a:xfrm>
                <a:off x="1479016" y="1592425"/>
                <a:ext cx="24418" cy="36627"/>
              </a:xfrm>
              <a:custGeom>
                <a:avLst/>
                <a:gdLst/>
                <a:ahLst/>
                <a:cxnLst/>
                <a:rect l="l" t="t" r="r" b="b"/>
                <a:pathLst>
                  <a:path w="14" h="21" extrusionOk="0">
                    <a:moveTo>
                      <a:pt x="6" y="0"/>
                    </a:moveTo>
                    <a:lnTo>
                      <a:pt x="14" y="19"/>
                    </a:lnTo>
                    <a:lnTo>
                      <a:pt x="8" y="21"/>
                    </a:lnTo>
                    <a:lnTo>
                      <a:pt x="0" y="1"/>
                    </a:lnTo>
                    <a:lnTo>
                      <a:pt x="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0" name="Google Shape;720;p35">
                <a:extLst>
                  <a:ext uri="{FF2B5EF4-FFF2-40B4-BE49-F238E27FC236}">
                    <a16:creationId xmlns:a16="http://schemas.microsoft.com/office/drawing/2014/main" id="{04EDF3A1-DF5C-3B28-AA33-9278FEDA365F}"/>
                  </a:ext>
                </a:extLst>
              </p:cNvPr>
              <p:cNvSpPr/>
              <p:nvPr/>
            </p:nvSpPr>
            <p:spPr>
              <a:xfrm>
                <a:off x="1355185" y="1184300"/>
                <a:ext cx="2017934" cy="3019078"/>
              </a:xfrm>
              <a:custGeom>
                <a:avLst/>
                <a:gdLst/>
                <a:ahLst/>
                <a:cxnLst/>
                <a:rect l="l" t="t" r="r" b="b"/>
                <a:pathLst>
                  <a:path w="898" h="1344" extrusionOk="0">
                    <a:moveTo>
                      <a:pt x="404" y="0"/>
                    </a:moveTo>
                    <a:cubicBezTo>
                      <a:pt x="406" y="7"/>
                      <a:pt x="406" y="7"/>
                      <a:pt x="406" y="7"/>
                    </a:cubicBezTo>
                    <a:cubicBezTo>
                      <a:pt x="56" y="106"/>
                      <a:pt x="56" y="106"/>
                      <a:pt x="56" y="106"/>
                    </a:cubicBezTo>
                    <a:cubicBezTo>
                      <a:pt x="26" y="114"/>
                      <a:pt x="13" y="151"/>
                      <a:pt x="28" y="187"/>
                    </a:cubicBezTo>
                    <a:cubicBezTo>
                      <a:pt x="445" y="1227"/>
                      <a:pt x="445" y="1227"/>
                      <a:pt x="445" y="1227"/>
                    </a:cubicBezTo>
                    <a:cubicBezTo>
                      <a:pt x="463" y="1273"/>
                      <a:pt x="463" y="1273"/>
                      <a:pt x="463" y="1273"/>
                    </a:cubicBezTo>
                    <a:cubicBezTo>
                      <a:pt x="478" y="1309"/>
                      <a:pt x="514" y="1331"/>
                      <a:pt x="544" y="1323"/>
                    </a:cubicBezTo>
                    <a:cubicBezTo>
                      <a:pt x="895" y="1224"/>
                      <a:pt x="895" y="1224"/>
                      <a:pt x="895" y="1224"/>
                    </a:cubicBezTo>
                    <a:cubicBezTo>
                      <a:pt x="898" y="1234"/>
                      <a:pt x="898" y="1234"/>
                      <a:pt x="898" y="1234"/>
                    </a:cubicBezTo>
                    <a:cubicBezTo>
                      <a:pt x="541" y="1334"/>
                      <a:pt x="541" y="1334"/>
                      <a:pt x="541" y="1334"/>
                    </a:cubicBezTo>
                    <a:cubicBezTo>
                      <a:pt x="509" y="1344"/>
                      <a:pt x="469" y="1319"/>
                      <a:pt x="453" y="1279"/>
                    </a:cubicBezTo>
                    <a:cubicBezTo>
                      <a:pt x="16" y="189"/>
                      <a:pt x="16" y="189"/>
                      <a:pt x="16" y="189"/>
                    </a:cubicBezTo>
                    <a:cubicBezTo>
                      <a:pt x="0" y="149"/>
                      <a:pt x="14" y="110"/>
                      <a:pt x="46" y="101"/>
                    </a:cubicBezTo>
                    <a:lnTo>
                      <a:pt x="40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1" name="Google Shape;721;p35">
                <a:extLst>
                  <a:ext uri="{FF2B5EF4-FFF2-40B4-BE49-F238E27FC236}">
                    <a16:creationId xmlns:a16="http://schemas.microsoft.com/office/drawing/2014/main" id="{340DCDBE-4A67-D240-D0A3-31F23BB03C94}"/>
                  </a:ext>
                </a:extLst>
              </p:cNvPr>
              <p:cNvSpPr/>
              <p:nvPr/>
            </p:nvSpPr>
            <p:spPr>
              <a:xfrm>
                <a:off x="1339487" y="1144185"/>
                <a:ext cx="2160950" cy="3067913"/>
              </a:xfrm>
              <a:custGeom>
                <a:avLst/>
                <a:gdLst/>
                <a:ahLst/>
                <a:cxnLst/>
                <a:rect l="l" t="t" r="r" b="b"/>
                <a:pathLst>
                  <a:path w="962" h="1366" extrusionOk="0">
                    <a:moveTo>
                      <a:pt x="410" y="11"/>
                    </a:moveTo>
                    <a:cubicBezTo>
                      <a:pt x="447" y="0"/>
                      <a:pt x="492" y="29"/>
                      <a:pt x="510" y="74"/>
                    </a:cubicBezTo>
                    <a:cubicBezTo>
                      <a:pt x="944" y="1155"/>
                      <a:pt x="944" y="1155"/>
                      <a:pt x="944" y="1155"/>
                    </a:cubicBezTo>
                    <a:cubicBezTo>
                      <a:pt x="962" y="1200"/>
                      <a:pt x="946" y="1245"/>
                      <a:pt x="909" y="1255"/>
                    </a:cubicBezTo>
                    <a:cubicBezTo>
                      <a:pt x="552" y="1356"/>
                      <a:pt x="552" y="1356"/>
                      <a:pt x="552" y="1356"/>
                    </a:cubicBezTo>
                    <a:cubicBezTo>
                      <a:pt x="515" y="1366"/>
                      <a:pt x="470" y="1338"/>
                      <a:pt x="452" y="1293"/>
                    </a:cubicBezTo>
                    <a:cubicBezTo>
                      <a:pt x="18" y="212"/>
                      <a:pt x="18" y="212"/>
                      <a:pt x="18" y="212"/>
                    </a:cubicBezTo>
                    <a:cubicBezTo>
                      <a:pt x="0" y="167"/>
                      <a:pt x="16" y="122"/>
                      <a:pt x="53" y="111"/>
                    </a:cubicBezTo>
                    <a:lnTo>
                      <a:pt x="410" y="11"/>
                    </a:lnTo>
                    <a:close/>
                    <a:moveTo>
                      <a:pt x="940" y="1162"/>
                    </a:moveTo>
                    <a:cubicBezTo>
                      <a:pt x="503" y="72"/>
                      <a:pt x="503" y="72"/>
                      <a:pt x="503" y="72"/>
                    </a:cubicBezTo>
                    <a:cubicBezTo>
                      <a:pt x="487" y="32"/>
                      <a:pt x="448" y="8"/>
                      <a:pt x="415" y="17"/>
                    </a:cubicBezTo>
                    <a:cubicBezTo>
                      <a:pt x="411" y="18"/>
                      <a:pt x="411" y="18"/>
                      <a:pt x="411" y="18"/>
                    </a:cubicBezTo>
                    <a:cubicBezTo>
                      <a:pt x="53" y="119"/>
                      <a:pt x="53" y="119"/>
                      <a:pt x="53" y="119"/>
                    </a:cubicBezTo>
                    <a:cubicBezTo>
                      <a:pt x="21" y="128"/>
                      <a:pt x="7" y="167"/>
                      <a:pt x="23" y="207"/>
                    </a:cubicBezTo>
                    <a:cubicBezTo>
                      <a:pt x="460" y="1297"/>
                      <a:pt x="460" y="1297"/>
                      <a:pt x="460" y="1297"/>
                    </a:cubicBezTo>
                    <a:cubicBezTo>
                      <a:pt x="476" y="1337"/>
                      <a:pt x="516" y="1362"/>
                      <a:pt x="548" y="1352"/>
                    </a:cubicBezTo>
                    <a:cubicBezTo>
                      <a:pt x="905" y="1252"/>
                      <a:pt x="905" y="1252"/>
                      <a:pt x="905" y="1252"/>
                    </a:cubicBezTo>
                    <a:cubicBezTo>
                      <a:pt x="910" y="1251"/>
                      <a:pt x="910" y="1251"/>
                      <a:pt x="910" y="1251"/>
                    </a:cubicBezTo>
                    <a:cubicBezTo>
                      <a:pt x="943" y="1241"/>
                      <a:pt x="956" y="1202"/>
                      <a:pt x="940" y="1162"/>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2" name="Google Shape;722;p35">
                <a:extLst>
                  <a:ext uri="{FF2B5EF4-FFF2-40B4-BE49-F238E27FC236}">
                    <a16:creationId xmlns:a16="http://schemas.microsoft.com/office/drawing/2014/main" id="{72F6AE0A-4261-9431-CA50-32A0C5030512}"/>
                  </a:ext>
                </a:extLst>
              </p:cNvPr>
              <p:cNvSpPr/>
              <p:nvPr/>
            </p:nvSpPr>
            <p:spPr>
              <a:xfrm>
                <a:off x="1301117" y="1622075"/>
                <a:ext cx="1044722" cy="2473169"/>
              </a:xfrm>
              <a:custGeom>
                <a:avLst/>
                <a:gdLst/>
                <a:ahLst/>
                <a:cxnLst/>
                <a:rect l="l" t="t" r="r" b="b"/>
                <a:pathLst>
                  <a:path w="599" h="1418" extrusionOk="0">
                    <a:moveTo>
                      <a:pt x="599" y="1392"/>
                    </a:moveTo>
                    <a:lnTo>
                      <a:pt x="558" y="1418"/>
                    </a:lnTo>
                    <a:lnTo>
                      <a:pt x="0" y="26"/>
                    </a:lnTo>
                    <a:lnTo>
                      <a:pt x="41" y="0"/>
                    </a:lnTo>
                    <a:lnTo>
                      <a:pt x="599" y="139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3" name="Google Shape;723;p35">
                <a:extLst>
                  <a:ext uri="{FF2B5EF4-FFF2-40B4-BE49-F238E27FC236}">
                    <a16:creationId xmlns:a16="http://schemas.microsoft.com/office/drawing/2014/main" id="{60E43C00-9447-E93C-FDAC-FEB1F97771B0}"/>
                  </a:ext>
                </a:extLst>
              </p:cNvPr>
              <p:cNvSpPr/>
              <p:nvPr/>
            </p:nvSpPr>
            <p:spPr>
              <a:xfrm>
                <a:off x="2274330" y="4049896"/>
                <a:ext cx="306963" cy="218016"/>
              </a:xfrm>
              <a:custGeom>
                <a:avLst/>
                <a:gdLst/>
                <a:ahLst/>
                <a:cxnLst/>
                <a:rect l="l" t="t" r="r" b="b"/>
                <a:pathLst>
                  <a:path w="137" h="97" extrusionOk="0">
                    <a:moveTo>
                      <a:pt x="137" y="66"/>
                    </a:moveTo>
                    <a:cubicBezTo>
                      <a:pt x="105" y="86"/>
                      <a:pt x="105" y="86"/>
                      <a:pt x="105" y="86"/>
                    </a:cubicBezTo>
                    <a:cubicBezTo>
                      <a:pt x="66" y="97"/>
                      <a:pt x="19" y="67"/>
                      <a:pt x="0" y="20"/>
                    </a:cubicBezTo>
                    <a:cubicBezTo>
                      <a:pt x="32" y="0"/>
                      <a:pt x="32" y="0"/>
                      <a:pt x="32" y="0"/>
                    </a:cubicBezTo>
                    <a:cubicBezTo>
                      <a:pt x="51" y="47"/>
                      <a:pt x="98" y="77"/>
                      <a:pt x="137" y="6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4" name="Google Shape;724;p35">
                <a:extLst>
                  <a:ext uri="{FF2B5EF4-FFF2-40B4-BE49-F238E27FC236}">
                    <a16:creationId xmlns:a16="http://schemas.microsoft.com/office/drawing/2014/main" id="{1AC0CE0A-8D44-2391-BBEC-9AE3293EE521}"/>
                  </a:ext>
                </a:extLst>
              </p:cNvPr>
              <p:cNvSpPr/>
              <p:nvPr/>
            </p:nvSpPr>
            <p:spPr>
              <a:xfrm>
                <a:off x="1330767" y="1133720"/>
                <a:ext cx="2178394" cy="3088845"/>
              </a:xfrm>
              <a:custGeom>
                <a:avLst/>
                <a:gdLst/>
                <a:ahLst/>
                <a:cxnLst/>
                <a:rect l="l" t="t" r="r" b="b"/>
                <a:pathLst>
                  <a:path w="970" h="1375" extrusionOk="0">
                    <a:moveTo>
                      <a:pt x="951" y="1158"/>
                    </a:moveTo>
                    <a:cubicBezTo>
                      <a:pt x="518" y="77"/>
                      <a:pt x="518" y="77"/>
                      <a:pt x="518" y="77"/>
                    </a:cubicBezTo>
                    <a:cubicBezTo>
                      <a:pt x="499" y="29"/>
                      <a:pt x="452" y="0"/>
                      <a:pt x="413" y="11"/>
                    </a:cubicBezTo>
                    <a:cubicBezTo>
                      <a:pt x="55" y="111"/>
                      <a:pt x="55" y="111"/>
                      <a:pt x="55" y="111"/>
                    </a:cubicBezTo>
                    <a:cubicBezTo>
                      <a:pt x="16" y="122"/>
                      <a:pt x="0" y="170"/>
                      <a:pt x="19" y="217"/>
                    </a:cubicBezTo>
                    <a:cubicBezTo>
                      <a:pt x="452" y="1298"/>
                      <a:pt x="452" y="1298"/>
                      <a:pt x="452" y="1298"/>
                    </a:cubicBezTo>
                    <a:cubicBezTo>
                      <a:pt x="471" y="1346"/>
                      <a:pt x="518" y="1375"/>
                      <a:pt x="557" y="1364"/>
                    </a:cubicBezTo>
                    <a:cubicBezTo>
                      <a:pt x="915" y="1263"/>
                      <a:pt x="915" y="1263"/>
                      <a:pt x="915" y="1263"/>
                    </a:cubicBezTo>
                    <a:cubicBezTo>
                      <a:pt x="954" y="1252"/>
                      <a:pt x="970" y="1205"/>
                      <a:pt x="951" y="1158"/>
                    </a:cubicBezTo>
                    <a:close/>
                    <a:moveTo>
                      <a:pt x="913" y="1259"/>
                    </a:moveTo>
                    <a:cubicBezTo>
                      <a:pt x="556" y="1360"/>
                      <a:pt x="556" y="1360"/>
                      <a:pt x="556" y="1360"/>
                    </a:cubicBezTo>
                    <a:cubicBezTo>
                      <a:pt x="519" y="1370"/>
                      <a:pt x="474" y="1342"/>
                      <a:pt x="456" y="1297"/>
                    </a:cubicBezTo>
                    <a:cubicBezTo>
                      <a:pt x="22" y="216"/>
                      <a:pt x="22" y="216"/>
                      <a:pt x="22" y="216"/>
                    </a:cubicBezTo>
                    <a:cubicBezTo>
                      <a:pt x="4" y="171"/>
                      <a:pt x="20" y="126"/>
                      <a:pt x="57" y="115"/>
                    </a:cubicBezTo>
                    <a:cubicBezTo>
                      <a:pt x="414" y="15"/>
                      <a:pt x="414" y="15"/>
                      <a:pt x="414" y="15"/>
                    </a:cubicBezTo>
                    <a:cubicBezTo>
                      <a:pt x="451" y="4"/>
                      <a:pt x="496" y="33"/>
                      <a:pt x="514" y="78"/>
                    </a:cubicBezTo>
                    <a:cubicBezTo>
                      <a:pt x="948" y="1159"/>
                      <a:pt x="948" y="1159"/>
                      <a:pt x="948" y="1159"/>
                    </a:cubicBezTo>
                    <a:cubicBezTo>
                      <a:pt x="966" y="1204"/>
                      <a:pt x="950" y="1249"/>
                      <a:pt x="913" y="1259"/>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5" name="Google Shape;725;p35">
                <a:extLst>
                  <a:ext uri="{FF2B5EF4-FFF2-40B4-BE49-F238E27FC236}">
                    <a16:creationId xmlns:a16="http://schemas.microsoft.com/office/drawing/2014/main" id="{2FDBFEE5-DEE6-1C3B-1449-074E089E1D90}"/>
                  </a:ext>
                </a:extLst>
              </p:cNvPr>
              <p:cNvSpPr/>
              <p:nvPr/>
            </p:nvSpPr>
            <p:spPr>
              <a:xfrm>
                <a:off x="2215030" y="1341272"/>
                <a:ext cx="113368" cy="80230"/>
              </a:xfrm>
              <a:custGeom>
                <a:avLst/>
                <a:gdLst/>
                <a:ahLst/>
                <a:cxnLst/>
                <a:rect l="l" t="t" r="r" b="b"/>
                <a:pathLst>
                  <a:path w="65" h="46" extrusionOk="0">
                    <a:moveTo>
                      <a:pt x="13" y="46"/>
                    </a:moveTo>
                    <a:lnTo>
                      <a:pt x="65" y="32"/>
                    </a:lnTo>
                    <a:lnTo>
                      <a:pt x="52" y="0"/>
                    </a:lnTo>
                    <a:lnTo>
                      <a:pt x="0" y="14"/>
                    </a:lnTo>
                    <a:lnTo>
                      <a:pt x="13" y="4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6" name="Google Shape;726;p35">
                <a:extLst>
                  <a:ext uri="{FF2B5EF4-FFF2-40B4-BE49-F238E27FC236}">
                    <a16:creationId xmlns:a16="http://schemas.microsoft.com/office/drawing/2014/main" id="{46064CBE-F34B-7B70-5D1E-D0379200D409}"/>
                  </a:ext>
                </a:extLst>
              </p:cNvPr>
              <p:cNvSpPr/>
              <p:nvPr/>
            </p:nvSpPr>
            <p:spPr>
              <a:xfrm>
                <a:off x="3313819" y="3957457"/>
                <a:ext cx="102903" cy="59300"/>
              </a:xfrm>
              <a:custGeom>
                <a:avLst/>
                <a:gdLst/>
                <a:ahLst/>
                <a:cxnLst/>
                <a:rect l="l" t="t" r="r" b="b"/>
                <a:pathLst>
                  <a:path w="46" h="26" extrusionOk="0">
                    <a:moveTo>
                      <a:pt x="46" y="0"/>
                    </a:moveTo>
                    <a:cubicBezTo>
                      <a:pt x="14" y="20"/>
                      <a:pt x="14" y="20"/>
                      <a:pt x="14" y="20"/>
                    </a:cubicBezTo>
                    <a:cubicBezTo>
                      <a:pt x="10" y="23"/>
                      <a:pt x="5" y="25"/>
                      <a:pt x="0" y="26"/>
                    </a:cubicBezTo>
                    <a:cubicBezTo>
                      <a:pt x="32" y="6"/>
                      <a:pt x="32" y="6"/>
                      <a:pt x="32" y="6"/>
                    </a:cubicBezTo>
                    <a:cubicBezTo>
                      <a:pt x="37" y="5"/>
                      <a:pt x="42" y="3"/>
                      <a:pt x="46" y="0"/>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7" name="Google Shape;727;p35">
                <a:extLst>
                  <a:ext uri="{FF2B5EF4-FFF2-40B4-BE49-F238E27FC236}">
                    <a16:creationId xmlns:a16="http://schemas.microsoft.com/office/drawing/2014/main" id="{EF290F61-690D-F753-454E-E6B707646AC9}"/>
                  </a:ext>
                </a:extLst>
              </p:cNvPr>
              <p:cNvSpPr/>
              <p:nvPr/>
            </p:nvSpPr>
            <p:spPr>
              <a:xfrm>
                <a:off x="1714471" y="1308133"/>
                <a:ext cx="357543" cy="183133"/>
              </a:xfrm>
              <a:custGeom>
                <a:avLst/>
                <a:gdLst/>
                <a:ahLst/>
                <a:cxnLst/>
                <a:rect l="l" t="t" r="r" b="b"/>
                <a:pathLst>
                  <a:path w="159" h="82" extrusionOk="0">
                    <a:moveTo>
                      <a:pt x="0" y="45"/>
                    </a:moveTo>
                    <a:cubicBezTo>
                      <a:pt x="159" y="0"/>
                      <a:pt x="159" y="0"/>
                      <a:pt x="159" y="0"/>
                    </a:cubicBezTo>
                    <a:cubicBezTo>
                      <a:pt x="158" y="1"/>
                      <a:pt x="143" y="9"/>
                      <a:pt x="151" y="28"/>
                    </a:cubicBezTo>
                    <a:cubicBezTo>
                      <a:pt x="158" y="47"/>
                      <a:pt x="146" y="55"/>
                      <a:pt x="134" y="58"/>
                    </a:cubicBezTo>
                    <a:cubicBezTo>
                      <a:pt x="122" y="61"/>
                      <a:pt x="99" y="68"/>
                      <a:pt x="98" y="68"/>
                    </a:cubicBezTo>
                    <a:cubicBezTo>
                      <a:pt x="97" y="69"/>
                      <a:pt x="73" y="75"/>
                      <a:pt x="61" y="78"/>
                    </a:cubicBezTo>
                    <a:cubicBezTo>
                      <a:pt x="49" y="82"/>
                      <a:pt x="35" y="82"/>
                      <a:pt x="27" y="63"/>
                    </a:cubicBezTo>
                    <a:cubicBezTo>
                      <a:pt x="19" y="44"/>
                      <a:pt x="1" y="45"/>
                      <a:pt x="0" y="45"/>
                    </a:cubicBezTo>
                    <a:close/>
                    <a:moveTo>
                      <a:pt x="103" y="38"/>
                    </a:moveTo>
                    <a:cubicBezTo>
                      <a:pt x="100" y="32"/>
                      <a:pt x="100" y="32"/>
                      <a:pt x="100" y="32"/>
                    </a:cubicBezTo>
                    <a:cubicBezTo>
                      <a:pt x="99" y="29"/>
                      <a:pt x="95" y="26"/>
                      <a:pt x="93" y="27"/>
                    </a:cubicBezTo>
                    <a:cubicBezTo>
                      <a:pt x="72" y="33"/>
                      <a:pt x="72" y="33"/>
                      <a:pt x="72" y="33"/>
                    </a:cubicBezTo>
                    <a:cubicBezTo>
                      <a:pt x="69" y="34"/>
                      <a:pt x="68" y="37"/>
                      <a:pt x="69" y="41"/>
                    </a:cubicBezTo>
                    <a:cubicBezTo>
                      <a:pt x="72" y="47"/>
                      <a:pt x="72" y="47"/>
                      <a:pt x="72" y="47"/>
                    </a:cubicBezTo>
                    <a:cubicBezTo>
                      <a:pt x="73" y="51"/>
                      <a:pt x="77" y="53"/>
                      <a:pt x="80" y="52"/>
                    </a:cubicBezTo>
                    <a:cubicBezTo>
                      <a:pt x="100" y="46"/>
                      <a:pt x="100" y="46"/>
                      <a:pt x="100" y="46"/>
                    </a:cubicBezTo>
                    <a:cubicBezTo>
                      <a:pt x="103" y="45"/>
                      <a:pt x="104" y="42"/>
                      <a:pt x="103" y="38"/>
                    </a:cubicBezTo>
                    <a:moveTo>
                      <a:pt x="54" y="66"/>
                    </a:moveTo>
                    <a:cubicBezTo>
                      <a:pt x="60" y="65"/>
                      <a:pt x="63" y="58"/>
                      <a:pt x="60" y="51"/>
                    </a:cubicBezTo>
                    <a:cubicBezTo>
                      <a:pt x="57" y="44"/>
                      <a:pt x="50" y="39"/>
                      <a:pt x="44" y="41"/>
                    </a:cubicBezTo>
                    <a:cubicBezTo>
                      <a:pt x="38" y="42"/>
                      <a:pt x="36" y="49"/>
                      <a:pt x="39" y="56"/>
                    </a:cubicBezTo>
                    <a:cubicBezTo>
                      <a:pt x="42" y="63"/>
                      <a:pt x="49" y="68"/>
                      <a:pt x="54" y="66"/>
                    </a:cubicBezTo>
                    <a:moveTo>
                      <a:pt x="128" y="42"/>
                    </a:moveTo>
                    <a:cubicBezTo>
                      <a:pt x="134" y="40"/>
                      <a:pt x="136" y="34"/>
                      <a:pt x="133" y="28"/>
                    </a:cubicBezTo>
                    <a:cubicBezTo>
                      <a:pt x="131" y="22"/>
                      <a:pt x="125" y="19"/>
                      <a:pt x="120" y="20"/>
                    </a:cubicBezTo>
                    <a:cubicBezTo>
                      <a:pt x="114" y="22"/>
                      <a:pt x="112" y="28"/>
                      <a:pt x="115" y="34"/>
                    </a:cubicBezTo>
                    <a:cubicBezTo>
                      <a:pt x="117" y="40"/>
                      <a:pt x="123" y="43"/>
                      <a:pt x="128" y="42"/>
                    </a:cubicBez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8" name="Google Shape;728;p35">
                <a:extLst>
                  <a:ext uri="{FF2B5EF4-FFF2-40B4-BE49-F238E27FC236}">
                    <a16:creationId xmlns:a16="http://schemas.microsoft.com/office/drawing/2014/main" id="{BA4FA238-1868-9AAB-B650-3D90A1D10018}"/>
                  </a:ext>
                </a:extLst>
              </p:cNvPr>
              <p:cNvSpPr/>
              <p:nvPr/>
            </p:nvSpPr>
            <p:spPr>
              <a:xfrm>
                <a:off x="1262746" y="1398827"/>
                <a:ext cx="160458" cy="268595"/>
              </a:xfrm>
              <a:custGeom>
                <a:avLst/>
                <a:gdLst/>
                <a:ahLst/>
                <a:cxnLst/>
                <a:rect l="l" t="t" r="r" b="b"/>
                <a:pathLst>
                  <a:path w="71" h="119" extrusionOk="0">
                    <a:moveTo>
                      <a:pt x="38" y="19"/>
                    </a:moveTo>
                    <a:cubicBezTo>
                      <a:pt x="71" y="0"/>
                      <a:pt x="71" y="0"/>
                      <a:pt x="71" y="0"/>
                    </a:cubicBezTo>
                    <a:cubicBezTo>
                      <a:pt x="42" y="17"/>
                      <a:pt x="32" y="58"/>
                      <a:pt x="49" y="99"/>
                    </a:cubicBezTo>
                    <a:cubicBezTo>
                      <a:pt x="17" y="119"/>
                      <a:pt x="17" y="119"/>
                      <a:pt x="17" y="119"/>
                    </a:cubicBezTo>
                    <a:cubicBezTo>
                      <a:pt x="0" y="78"/>
                      <a:pt x="10" y="37"/>
                      <a:pt x="38" y="1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49" name="Google Shape;729;p35">
                <a:extLst>
                  <a:ext uri="{FF2B5EF4-FFF2-40B4-BE49-F238E27FC236}">
                    <a16:creationId xmlns:a16="http://schemas.microsoft.com/office/drawing/2014/main" id="{4FEAB3E0-1BB9-5BC1-4DEA-BC61331E296E}"/>
                  </a:ext>
                </a:extLst>
              </p:cNvPr>
              <p:cNvSpPr/>
              <p:nvPr/>
            </p:nvSpPr>
            <p:spPr>
              <a:xfrm>
                <a:off x="2509785" y="3971410"/>
                <a:ext cx="875543" cy="272083"/>
              </a:xfrm>
              <a:custGeom>
                <a:avLst/>
                <a:gdLst/>
                <a:ahLst/>
                <a:cxnLst/>
                <a:rect l="l" t="t" r="r" b="b"/>
                <a:pathLst>
                  <a:path w="502" h="156" extrusionOk="0">
                    <a:moveTo>
                      <a:pt x="502" y="0"/>
                    </a:moveTo>
                    <a:lnTo>
                      <a:pt x="461" y="26"/>
                    </a:lnTo>
                    <a:lnTo>
                      <a:pt x="0" y="156"/>
                    </a:lnTo>
                    <a:lnTo>
                      <a:pt x="41" y="130"/>
                    </a:lnTo>
                    <a:lnTo>
                      <a:pt x="50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0" name="Google Shape;730;p35">
                <a:extLst>
                  <a:ext uri="{FF2B5EF4-FFF2-40B4-BE49-F238E27FC236}">
                    <a16:creationId xmlns:a16="http://schemas.microsoft.com/office/drawing/2014/main" id="{79445A7D-23E9-D742-E399-E6EF0AE5C285}"/>
                  </a:ext>
                </a:extLst>
              </p:cNvPr>
              <p:cNvSpPr/>
              <p:nvPr/>
            </p:nvSpPr>
            <p:spPr>
              <a:xfrm>
                <a:off x="1384834" y="1180812"/>
                <a:ext cx="2000493" cy="2759205"/>
              </a:xfrm>
              <a:custGeom>
                <a:avLst/>
                <a:gdLst/>
                <a:ahLst/>
                <a:cxnLst/>
                <a:rect l="l" t="t" r="r" b="b"/>
                <a:pathLst>
                  <a:path w="891" h="1228" extrusionOk="0">
                    <a:moveTo>
                      <a:pt x="393" y="8"/>
                    </a:moveTo>
                    <a:cubicBezTo>
                      <a:pt x="423" y="0"/>
                      <a:pt x="459" y="22"/>
                      <a:pt x="474" y="58"/>
                    </a:cubicBezTo>
                    <a:cubicBezTo>
                      <a:pt x="891" y="1099"/>
                      <a:pt x="891" y="1099"/>
                      <a:pt x="891" y="1099"/>
                    </a:cubicBezTo>
                    <a:cubicBezTo>
                      <a:pt x="881" y="1102"/>
                      <a:pt x="881" y="1102"/>
                      <a:pt x="881" y="1102"/>
                    </a:cubicBezTo>
                    <a:cubicBezTo>
                      <a:pt x="466" y="66"/>
                      <a:pt x="466" y="66"/>
                      <a:pt x="466" y="66"/>
                    </a:cubicBezTo>
                    <a:cubicBezTo>
                      <a:pt x="455" y="39"/>
                      <a:pt x="428" y="22"/>
                      <a:pt x="406" y="28"/>
                    </a:cubicBezTo>
                    <a:cubicBezTo>
                      <a:pt x="306" y="56"/>
                      <a:pt x="306" y="56"/>
                      <a:pt x="306" y="56"/>
                    </a:cubicBezTo>
                    <a:cubicBezTo>
                      <a:pt x="147" y="101"/>
                      <a:pt x="147" y="101"/>
                      <a:pt x="147" y="101"/>
                    </a:cubicBezTo>
                    <a:cubicBezTo>
                      <a:pt x="47" y="129"/>
                      <a:pt x="47" y="129"/>
                      <a:pt x="47" y="129"/>
                    </a:cubicBezTo>
                    <a:cubicBezTo>
                      <a:pt x="25" y="135"/>
                      <a:pt x="15" y="162"/>
                      <a:pt x="26" y="189"/>
                    </a:cubicBezTo>
                    <a:cubicBezTo>
                      <a:pt x="171" y="550"/>
                      <a:pt x="171" y="550"/>
                      <a:pt x="171" y="550"/>
                    </a:cubicBezTo>
                    <a:cubicBezTo>
                      <a:pt x="296" y="863"/>
                      <a:pt x="296" y="863"/>
                      <a:pt x="296" y="863"/>
                    </a:cubicBezTo>
                    <a:cubicBezTo>
                      <a:pt x="406" y="1137"/>
                      <a:pt x="406" y="1137"/>
                      <a:pt x="406" y="1137"/>
                    </a:cubicBezTo>
                    <a:cubicBezTo>
                      <a:pt x="442" y="1226"/>
                      <a:pt x="442" y="1226"/>
                      <a:pt x="442" y="1226"/>
                    </a:cubicBezTo>
                    <a:cubicBezTo>
                      <a:pt x="432" y="1228"/>
                      <a:pt x="432" y="1228"/>
                      <a:pt x="432" y="1228"/>
                    </a:cubicBezTo>
                    <a:cubicBezTo>
                      <a:pt x="15" y="188"/>
                      <a:pt x="15" y="188"/>
                      <a:pt x="15" y="188"/>
                    </a:cubicBezTo>
                    <a:cubicBezTo>
                      <a:pt x="0" y="152"/>
                      <a:pt x="13" y="115"/>
                      <a:pt x="43" y="107"/>
                    </a:cubicBezTo>
                    <a:lnTo>
                      <a:pt x="39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1" name="Google Shape;731;p35">
                <a:extLst>
                  <a:ext uri="{FF2B5EF4-FFF2-40B4-BE49-F238E27FC236}">
                    <a16:creationId xmlns:a16="http://schemas.microsoft.com/office/drawing/2014/main" id="{BA1E30D6-C596-4E5D-C1CA-63314AA07502}"/>
                  </a:ext>
                </a:extLst>
              </p:cNvPr>
              <p:cNvSpPr/>
              <p:nvPr/>
            </p:nvSpPr>
            <p:spPr>
              <a:xfrm>
                <a:off x="2354559" y="3650492"/>
                <a:ext cx="1105765" cy="523238"/>
              </a:xfrm>
              <a:custGeom>
                <a:avLst/>
                <a:gdLst/>
                <a:ahLst/>
                <a:cxnLst/>
                <a:rect l="l" t="t" r="r" b="b"/>
                <a:pathLst>
                  <a:path w="492" h="233" extrusionOk="0">
                    <a:moveTo>
                      <a:pt x="459" y="0"/>
                    </a:moveTo>
                    <a:cubicBezTo>
                      <a:pt x="477" y="45"/>
                      <a:pt x="477" y="45"/>
                      <a:pt x="477" y="45"/>
                    </a:cubicBezTo>
                    <a:cubicBezTo>
                      <a:pt x="492" y="82"/>
                      <a:pt x="479" y="118"/>
                      <a:pt x="450" y="126"/>
                    </a:cubicBezTo>
                    <a:cubicBezTo>
                      <a:pt x="99" y="225"/>
                      <a:pt x="99" y="225"/>
                      <a:pt x="99" y="225"/>
                    </a:cubicBezTo>
                    <a:cubicBezTo>
                      <a:pt x="69" y="233"/>
                      <a:pt x="33" y="211"/>
                      <a:pt x="18" y="175"/>
                    </a:cubicBezTo>
                    <a:cubicBezTo>
                      <a:pt x="0" y="129"/>
                      <a:pt x="0" y="129"/>
                      <a:pt x="0" y="129"/>
                    </a:cubicBezTo>
                    <a:cubicBezTo>
                      <a:pt x="10" y="127"/>
                      <a:pt x="10" y="127"/>
                      <a:pt x="10" y="127"/>
                    </a:cubicBezTo>
                    <a:cubicBezTo>
                      <a:pt x="17" y="145"/>
                      <a:pt x="32" y="159"/>
                      <a:pt x="49" y="164"/>
                    </a:cubicBezTo>
                    <a:cubicBezTo>
                      <a:pt x="56" y="166"/>
                      <a:pt x="63" y="166"/>
                      <a:pt x="70" y="164"/>
                    </a:cubicBezTo>
                    <a:cubicBezTo>
                      <a:pt x="317" y="94"/>
                      <a:pt x="317" y="94"/>
                      <a:pt x="317" y="94"/>
                    </a:cubicBezTo>
                    <a:cubicBezTo>
                      <a:pt x="428" y="63"/>
                      <a:pt x="428" y="63"/>
                      <a:pt x="428" y="63"/>
                    </a:cubicBezTo>
                    <a:cubicBezTo>
                      <a:pt x="450" y="57"/>
                      <a:pt x="460" y="30"/>
                      <a:pt x="449" y="3"/>
                    </a:cubicBezTo>
                    <a:lnTo>
                      <a:pt x="45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2" name="Google Shape;732;p35">
                <a:extLst>
                  <a:ext uri="{FF2B5EF4-FFF2-40B4-BE49-F238E27FC236}">
                    <a16:creationId xmlns:a16="http://schemas.microsoft.com/office/drawing/2014/main" id="{4012F124-A675-308C-6323-26D867598DB1}"/>
                  </a:ext>
                </a:extLst>
              </p:cNvPr>
              <p:cNvSpPr/>
              <p:nvPr/>
            </p:nvSpPr>
            <p:spPr>
              <a:xfrm>
                <a:off x="1404020" y="1897647"/>
                <a:ext cx="52323" cy="57557"/>
              </a:xfrm>
              <a:custGeom>
                <a:avLst/>
                <a:gdLst/>
                <a:ahLst/>
                <a:cxnLst/>
                <a:rect l="l" t="t" r="r" b="b"/>
                <a:pathLst>
                  <a:path w="23" h="25" extrusionOk="0">
                    <a:moveTo>
                      <a:pt x="7" y="9"/>
                    </a:moveTo>
                    <a:cubicBezTo>
                      <a:pt x="23" y="0"/>
                      <a:pt x="23" y="0"/>
                      <a:pt x="23" y="0"/>
                    </a:cubicBezTo>
                    <a:cubicBezTo>
                      <a:pt x="18" y="3"/>
                      <a:pt x="17" y="9"/>
                      <a:pt x="19" y="15"/>
                    </a:cubicBezTo>
                    <a:cubicBezTo>
                      <a:pt x="3" y="25"/>
                      <a:pt x="3" y="25"/>
                      <a:pt x="3" y="25"/>
                    </a:cubicBezTo>
                    <a:cubicBezTo>
                      <a:pt x="0" y="18"/>
                      <a:pt x="2" y="12"/>
                      <a:pt x="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3" name="Google Shape;733;p35">
                <a:extLst>
                  <a:ext uri="{FF2B5EF4-FFF2-40B4-BE49-F238E27FC236}">
                    <a16:creationId xmlns:a16="http://schemas.microsoft.com/office/drawing/2014/main" id="{FEF86EB8-B918-A4EE-DB62-61AB69C470A3}"/>
                  </a:ext>
                </a:extLst>
              </p:cNvPr>
              <p:cNvSpPr/>
              <p:nvPr/>
            </p:nvSpPr>
            <p:spPr>
              <a:xfrm>
                <a:off x="1410996" y="1932529"/>
                <a:ext cx="284290" cy="683697"/>
              </a:xfrm>
              <a:custGeom>
                <a:avLst/>
                <a:gdLst/>
                <a:ahLst/>
                <a:cxnLst/>
                <a:rect l="l" t="t" r="r" b="b"/>
                <a:pathLst>
                  <a:path w="163" h="392" extrusionOk="0">
                    <a:moveTo>
                      <a:pt x="163" y="380"/>
                    </a:moveTo>
                    <a:lnTo>
                      <a:pt x="142" y="392"/>
                    </a:lnTo>
                    <a:lnTo>
                      <a:pt x="0" y="13"/>
                    </a:lnTo>
                    <a:lnTo>
                      <a:pt x="21" y="0"/>
                    </a:lnTo>
                    <a:lnTo>
                      <a:pt x="163" y="3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4" name="Google Shape;734;p35">
                <a:extLst>
                  <a:ext uri="{FF2B5EF4-FFF2-40B4-BE49-F238E27FC236}">
                    <a16:creationId xmlns:a16="http://schemas.microsoft.com/office/drawing/2014/main" id="{55FE1D5E-36C8-5D00-2902-0D3CCF9363EA}"/>
                  </a:ext>
                </a:extLst>
              </p:cNvPr>
              <p:cNvSpPr/>
              <p:nvPr/>
            </p:nvSpPr>
            <p:spPr>
              <a:xfrm>
                <a:off x="1658660" y="2595296"/>
                <a:ext cx="76741" cy="48835"/>
              </a:xfrm>
              <a:custGeom>
                <a:avLst/>
                <a:gdLst/>
                <a:ahLst/>
                <a:cxnLst/>
                <a:rect l="l" t="t" r="r" b="b"/>
                <a:pathLst>
                  <a:path w="34" h="22" extrusionOk="0">
                    <a:moveTo>
                      <a:pt x="34" y="10"/>
                    </a:moveTo>
                    <a:cubicBezTo>
                      <a:pt x="18" y="19"/>
                      <a:pt x="18" y="19"/>
                      <a:pt x="18" y="19"/>
                    </a:cubicBezTo>
                    <a:cubicBezTo>
                      <a:pt x="17" y="20"/>
                      <a:pt x="17" y="20"/>
                      <a:pt x="16" y="20"/>
                    </a:cubicBezTo>
                    <a:cubicBezTo>
                      <a:pt x="10" y="22"/>
                      <a:pt x="2" y="17"/>
                      <a:pt x="0" y="10"/>
                    </a:cubicBezTo>
                    <a:cubicBezTo>
                      <a:pt x="16" y="0"/>
                      <a:pt x="16" y="0"/>
                      <a:pt x="16" y="0"/>
                    </a:cubicBezTo>
                    <a:cubicBezTo>
                      <a:pt x="19" y="8"/>
                      <a:pt x="26" y="12"/>
                      <a:pt x="32" y="11"/>
                    </a:cubicBezTo>
                    <a:cubicBezTo>
                      <a:pt x="33" y="11"/>
                      <a:pt x="34" y="10"/>
                      <a:pt x="34" y="1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5" name="Google Shape;735;p35">
                <a:extLst>
                  <a:ext uri="{FF2B5EF4-FFF2-40B4-BE49-F238E27FC236}">
                    <a16:creationId xmlns:a16="http://schemas.microsoft.com/office/drawing/2014/main" id="{72B49288-06F4-5A23-963D-6137F0C29F87}"/>
                  </a:ext>
                </a:extLst>
              </p:cNvPr>
              <p:cNvSpPr/>
              <p:nvPr/>
            </p:nvSpPr>
            <p:spPr>
              <a:xfrm>
                <a:off x="1442390" y="1897647"/>
                <a:ext cx="293010" cy="723812"/>
              </a:xfrm>
              <a:custGeom>
                <a:avLst/>
                <a:gdLst/>
                <a:ahLst/>
                <a:cxnLst/>
                <a:rect l="l" t="t" r="r" b="b"/>
                <a:pathLst>
                  <a:path w="130" h="322" extrusionOk="0">
                    <a:moveTo>
                      <a:pt x="130" y="320"/>
                    </a:moveTo>
                    <a:cubicBezTo>
                      <a:pt x="130" y="320"/>
                      <a:pt x="130" y="320"/>
                      <a:pt x="130" y="320"/>
                    </a:cubicBezTo>
                    <a:cubicBezTo>
                      <a:pt x="130" y="320"/>
                      <a:pt x="129" y="321"/>
                      <a:pt x="128" y="321"/>
                    </a:cubicBezTo>
                    <a:cubicBezTo>
                      <a:pt x="122" y="322"/>
                      <a:pt x="115" y="318"/>
                      <a:pt x="112" y="310"/>
                    </a:cubicBezTo>
                    <a:cubicBezTo>
                      <a:pt x="2" y="15"/>
                      <a:pt x="2" y="15"/>
                      <a:pt x="2" y="15"/>
                    </a:cubicBezTo>
                    <a:cubicBezTo>
                      <a:pt x="0" y="9"/>
                      <a:pt x="1" y="3"/>
                      <a:pt x="6" y="0"/>
                    </a:cubicBezTo>
                    <a:lnTo>
                      <a:pt x="130" y="3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6" name="Google Shape;736;p35">
                <a:extLst>
                  <a:ext uri="{FF2B5EF4-FFF2-40B4-BE49-F238E27FC236}">
                    <a16:creationId xmlns:a16="http://schemas.microsoft.com/office/drawing/2014/main" id="{B26CB5FB-B34F-9008-EFE5-CE10691DE11A}"/>
                  </a:ext>
                </a:extLst>
              </p:cNvPr>
              <p:cNvSpPr/>
              <p:nvPr/>
            </p:nvSpPr>
            <p:spPr>
              <a:xfrm>
                <a:off x="2347582" y="1287203"/>
                <a:ext cx="807523" cy="821483"/>
              </a:xfrm>
              <a:custGeom>
                <a:avLst/>
                <a:gdLst/>
                <a:ahLst/>
                <a:cxnLst/>
                <a:rect l="l" t="t" r="r" b="b"/>
                <a:pathLst>
                  <a:path w="463" h="471" extrusionOk="0">
                    <a:moveTo>
                      <a:pt x="320" y="0"/>
                    </a:moveTo>
                    <a:lnTo>
                      <a:pt x="463" y="385"/>
                    </a:lnTo>
                    <a:lnTo>
                      <a:pt x="143" y="471"/>
                    </a:lnTo>
                    <a:lnTo>
                      <a:pt x="0" y="86"/>
                    </a:lnTo>
                    <a:lnTo>
                      <a:pt x="320"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7" name="Google Shape;737;p35">
                <a:extLst>
                  <a:ext uri="{FF2B5EF4-FFF2-40B4-BE49-F238E27FC236}">
                    <a16:creationId xmlns:a16="http://schemas.microsoft.com/office/drawing/2014/main" id="{B626C073-3A4D-87E5-D716-2B0BFA3D6765}"/>
                  </a:ext>
                </a:extLst>
              </p:cNvPr>
              <p:cNvSpPr/>
              <p:nvPr/>
            </p:nvSpPr>
            <p:spPr>
              <a:xfrm>
                <a:off x="1665636" y="1472080"/>
                <a:ext cx="805779" cy="819739"/>
              </a:xfrm>
              <a:custGeom>
                <a:avLst/>
                <a:gdLst/>
                <a:ahLst/>
                <a:cxnLst/>
                <a:rect l="l" t="t" r="r" b="b"/>
                <a:pathLst>
                  <a:path w="462" h="470" extrusionOk="0">
                    <a:moveTo>
                      <a:pt x="318" y="0"/>
                    </a:moveTo>
                    <a:lnTo>
                      <a:pt x="462" y="385"/>
                    </a:lnTo>
                    <a:lnTo>
                      <a:pt x="143" y="470"/>
                    </a:lnTo>
                    <a:lnTo>
                      <a:pt x="0" y="85"/>
                    </a:lnTo>
                    <a:lnTo>
                      <a:pt x="318"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8" name="Google Shape;738;p35">
                <a:extLst>
                  <a:ext uri="{FF2B5EF4-FFF2-40B4-BE49-F238E27FC236}">
                    <a16:creationId xmlns:a16="http://schemas.microsoft.com/office/drawing/2014/main" id="{9D5B2B0C-1585-7959-E632-9DC8589A3EF8}"/>
                  </a:ext>
                </a:extLst>
              </p:cNvPr>
              <p:cNvSpPr/>
              <p:nvPr/>
            </p:nvSpPr>
            <p:spPr>
              <a:xfrm>
                <a:off x="2642337" y="2073804"/>
                <a:ext cx="805779" cy="821483"/>
              </a:xfrm>
              <a:custGeom>
                <a:avLst/>
                <a:gdLst/>
                <a:ahLst/>
                <a:cxnLst/>
                <a:rect l="l" t="t" r="r" b="b"/>
                <a:pathLst>
                  <a:path w="462" h="471" extrusionOk="0">
                    <a:moveTo>
                      <a:pt x="319" y="0"/>
                    </a:moveTo>
                    <a:lnTo>
                      <a:pt x="462" y="385"/>
                    </a:lnTo>
                    <a:lnTo>
                      <a:pt x="143" y="471"/>
                    </a:lnTo>
                    <a:lnTo>
                      <a:pt x="0" y="86"/>
                    </a:lnTo>
                    <a:lnTo>
                      <a:pt x="31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59" name="Google Shape;739;p35">
                <a:extLst>
                  <a:ext uri="{FF2B5EF4-FFF2-40B4-BE49-F238E27FC236}">
                    <a16:creationId xmlns:a16="http://schemas.microsoft.com/office/drawing/2014/main" id="{FAB87F31-060C-1C09-F045-441B1159F984}"/>
                  </a:ext>
                </a:extLst>
              </p:cNvPr>
              <p:cNvSpPr/>
              <p:nvPr/>
            </p:nvSpPr>
            <p:spPr>
              <a:xfrm>
                <a:off x="1958646" y="2256936"/>
                <a:ext cx="807523" cy="819739"/>
              </a:xfrm>
              <a:custGeom>
                <a:avLst/>
                <a:gdLst/>
                <a:ahLst/>
                <a:cxnLst/>
                <a:rect l="l" t="t" r="r" b="b"/>
                <a:pathLst>
                  <a:path w="463" h="470" extrusionOk="0">
                    <a:moveTo>
                      <a:pt x="320" y="0"/>
                    </a:moveTo>
                    <a:lnTo>
                      <a:pt x="463" y="385"/>
                    </a:lnTo>
                    <a:lnTo>
                      <a:pt x="143" y="470"/>
                    </a:lnTo>
                    <a:lnTo>
                      <a:pt x="0" y="85"/>
                    </a:lnTo>
                    <a:lnTo>
                      <a:pt x="320"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0" name="Google Shape;740;p35">
                <a:extLst>
                  <a:ext uri="{FF2B5EF4-FFF2-40B4-BE49-F238E27FC236}">
                    <a16:creationId xmlns:a16="http://schemas.microsoft.com/office/drawing/2014/main" id="{E6495470-14A8-EBB2-1EBA-1D4F610591EA}"/>
                  </a:ext>
                </a:extLst>
              </p:cNvPr>
              <p:cNvSpPr/>
              <p:nvPr/>
            </p:nvSpPr>
            <p:spPr>
              <a:xfrm>
                <a:off x="2933603" y="2862148"/>
                <a:ext cx="809267" cy="819739"/>
              </a:xfrm>
              <a:custGeom>
                <a:avLst/>
                <a:gdLst/>
                <a:ahLst/>
                <a:cxnLst/>
                <a:rect l="l" t="t" r="r" b="b"/>
                <a:pathLst>
                  <a:path w="464" h="470" extrusionOk="0">
                    <a:moveTo>
                      <a:pt x="320" y="0"/>
                    </a:moveTo>
                    <a:lnTo>
                      <a:pt x="464" y="385"/>
                    </a:lnTo>
                    <a:lnTo>
                      <a:pt x="145" y="470"/>
                    </a:lnTo>
                    <a:lnTo>
                      <a:pt x="0" y="85"/>
                    </a:lnTo>
                    <a:lnTo>
                      <a:pt x="32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1" name="Google Shape;741;p35">
                <a:extLst>
                  <a:ext uri="{FF2B5EF4-FFF2-40B4-BE49-F238E27FC236}">
                    <a16:creationId xmlns:a16="http://schemas.microsoft.com/office/drawing/2014/main" id="{C2B38335-9D8A-1545-F4C6-6773853D3B80}"/>
                  </a:ext>
                </a:extLst>
              </p:cNvPr>
              <p:cNvSpPr/>
              <p:nvPr/>
            </p:nvSpPr>
            <p:spPr>
              <a:xfrm>
                <a:off x="2251657" y="3043537"/>
                <a:ext cx="809267" cy="821483"/>
              </a:xfrm>
              <a:custGeom>
                <a:avLst/>
                <a:gdLst/>
                <a:ahLst/>
                <a:cxnLst/>
                <a:rect l="l" t="t" r="r" b="b"/>
                <a:pathLst>
                  <a:path w="464" h="471" extrusionOk="0">
                    <a:moveTo>
                      <a:pt x="319" y="0"/>
                    </a:moveTo>
                    <a:lnTo>
                      <a:pt x="464" y="385"/>
                    </a:lnTo>
                    <a:lnTo>
                      <a:pt x="144" y="471"/>
                    </a:lnTo>
                    <a:lnTo>
                      <a:pt x="0" y="86"/>
                    </a:lnTo>
                    <a:lnTo>
                      <a:pt x="319"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2" name="Google Shape;742;p35">
                <a:extLst>
                  <a:ext uri="{FF2B5EF4-FFF2-40B4-BE49-F238E27FC236}">
                    <a16:creationId xmlns:a16="http://schemas.microsoft.com/office/drawing/2014/main" id="{5AEE6BB5-FA8D-21B0-1D99-4F86564D3B8A}"/>
                  </a:ext>
                </a:extLst>
              </p:cNvPr>
              <p:cNvSpPr/>
              <p:nvPr/>
            </p:nvSpPr>
            <p:spPr>
              <a:xfrm>
                <a:off x="2258633" y="1597657"/>
                <a:ext cx="102903" cy="228481"/>
              </a:xfrm>
              <a:custGeom>
                <a:avLst/>
                <a:gdLst/>
                <a:ahLst/>
                <a:cxnLst/>
                <a:rect l="l" t="t" r="r" b="b"/>
                <a:pathLst>
                  <a:path w="59" h="131" extrusionOk="0">
                    <a:moveTo>
                      <a:pt x="59" y="123"/>
                    </a:moveTo>
                    <a:lnTo>
                      <a:pt x="45" y="131"/>
                    </a:lnTo>
                    <a:lnTo>
                      <a:pt x="0" y="7"/>
                    </a:lnTo>
                    <a:lnTo>
                      <a:pt x="13" y="0"/>
                    </a:lnTo>
                    <a:lnTo>
                      <a:pt x="59" y="123"/>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3" name="Google Shape;743;p35">
                <a:extLst>
                  <a:ext uri="{FF2B5EF4-FFF2-40B4-BE49-F238E27FC236}">
                    <a16:creationId xmlns:a16="http://schemas.microsoft.com/office/drawing/2014/main" id="{0B51C578-8C0A-93F0-BB80-5EB297791501}"/>
                  </a:ext>
                </a:extLst>
              </p:cNvPr>
              <p:cNvSpPr/>
              <p:nvPr/>
            </p:nvSpPr>
            <p:spPr>
              <a:xfrm>
                <a:off x="2337118" y="1812185"/>
                <a:ext cx="69764" cy="132553"/>
              </a:xfrm>
              <a:custGeom>
                <a:avLst/>
                <a:gdLst/>
                <a:ahLst/>
                <a:cxnLst/>
                <a:rect l="l" t="t" r="r" b="b"/>
                <a:pathLst>
                  <a:path w="40" h="76" extrusionOk="0">
                    <a:moveTo>
                      <a:pt x="40" y="69"/>
                    </a:moveTo>
                    <a:lnTo>
                      <a:pt x="26" y="76"/>
                    </a:lnTo>
                    <a:lnTo>
                      <a:pt x="0" y="8"/>
                    </a:lnTo>
                    <a:lnTo>
                      <a:pt x="14" y="0"/>
                    </a:lnTo>
                    <a:lnTo>
                      <a:pt x="40" y="69"/>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64" name="Google Shape;744;p35">
                <a:extLst>
                  <a:ext uri="{FF2B5EF4-FFF2-40B4-BE49-F238E27FC236}">
                    <a16:creationId xmlns:a16="http://schemas.microsoft.com/office/drawing/2014/main" id="{6EFDBDE5-1BBD-E80E-4371-3F0430FEA35F}"/>
                  </a:ext>
                </a:extLst>
              </p:cNvPr>
              <p:cNvPicPr preferRelativeResize="0"/>
              <p:nvPr/>
            </p:nvPicPr>
            <p:blipFill rotWithShape="1">
              <a:blip r:embed="rId4">
                <a:alphaModFix/>
              </a:blip>
              <a:srcRect/>
              <a:stretch/>
            </p:blipFill>
            <p:spPr>
              <a:xfrm>
                <a:off x="2269098" y="1768581"/>
                <a:ext cx="101158" cy="66277"/>
              </a:xfrm>
              <a:prstGeom prst="rect">
                <a:avLst/>
              </a:prstGeom>
              <a:noFill/>
              <a:ln>
                <a:noFill/>
              </a:ln>
            </p:spPr>
          </p:pic>
          <p:pic>
            <p:nvPicPr>
              <p:cNvPr id="65" name="Google Shape;745;p35">
                <a:extLst>
                  <a:ext uri="{FF2B5EF4-FFF2-40B4-BE49-F238E27FC236}">
                    <a16:creationId xmlns:a16="http://schemas.microsoft.com/office/drawing/2014/main" id="{13A1C633-D872-BCDF-5D14-23DD0C96FCDB}"/>
                  </a:ext>
                </a:extLst>
              </p:cNvPr>
              <p:cNvPicPr preferRelativeResize="0"/>
              <p:nvPr/>
            </p:nvPicPr>
            <p:blipFill rotWithShape="1">
              <a:blip r:embed="rId5">
                <a:alphaModFix/>
              </a:blip>
              <a:srcRect/>
              <a:stretch/>
            </p:blipFill>
            <p:spPr>
              <a:xfrm>
                <a:off x="2237704" y="1765093"/>
                <a:ext cx="74997" cy="34882"/>
              </a:xfrm>
              <a:prstGeom prst="rect">
                <a:avLst/>
              </a:prstGeom>
              <a:noFill/>
              <a:ln>
                <a:noFill/>
              </a:ln>
            </p:spPr>
          </p:pic>
          <p:pic>
            <p:nvPicPr>
              <p:cNvPr id="66" name="Google Shape;746;p35">
                <a:extLst>
                  <a:ext uri="{FF2B5EF4-FFF2-40B4-BE49-F238E27FC236}">
                    <a16:creationId xmlns:a16="http://schemas.microsoft.com/office/drawing/2014/main" id="{8828274C-B52A-DBF5-C48F-ECAAAF54A541}"/>
                  </a:ext>
                </a:extLst>
              </p:cNvPr>
              <p:cNvPicPr preferRelativeResize="0"/>
              <p:nvPr/>
            </p:nvPicPr>
            <p:blipFill rotWithShape="1">
              <a:blip r:embed="rId6">
                <a:alphaModFix/>
              </a:blip>
              <a:srcRect/>
              <a:stretch/>
            </p:blipFill>
            <p:spPr>
              <a:xfrm>
                <a:off x="2230727" y="1768581"/>
                <a:ext cx="47091" cy="33139"/>
              </a:xfrm>
              <a:prstGeom prst="rect">
                <a:avLst/>
              </a:prstGeom>
              <a:noFill/>
              <a:ln>
                <a:noFill/>
              </a:ln>
            </p:spPr>
          </p:pic>
          <p:pic>
            <p:nvPicPr>
              <p:cNvPr id="67" name="Google Shape;747;p35">
                <a:extLst>
                  <a:ext uri="{FF2B5EF4-FFF2-40B4-BE49-F238E27FC236}">
                    <a16:creationId xmlns:a16="http://schemas.microsoft.com/office/drawing/2014/main" id="{D2FE91EA-1356-6006-70E8-67D8D5B91CD9}"/>
                  </a:ext>
                </a:extLst>
              </p:cNvPr>
              <p:cNvPicPr preferRelativeResize="0"/>
              <p:nvPr/>
            </p:nvPicPr>
            <p:blipFill rotWithShape="1">
              <a:blip r:embed="rId7">
                <a:alphaModFix/>
              </a:blip>
              <a:srcRect/>
              <a:stretch/>
            </p:blipFill>
            <p:spPr>
              <a:xfrm>
                <a:off x="2222006" y="1772070"/>
                <a:ext cx="54068" cy="34882"/>
              </a:xfrm>
              <a:prstGeom prst="rect">
                <a:avLst/>
              </a:prstGeom>
              <a:noFill/>
              <a:ln>
                <a:noFill/>
              </a:ln>
            </p:spPr>
          </p:pic>
          <p:pic>
            <p:nvPicPr>
              <p:cNvPr id="68" name="Google Shape;748;p35">
                <a:extLst>
                  <a:ext uri="{FF2B5EF4-FFF2-40B4-BE49-F238E27FC236}">
                    <a16:creationId xmlns:a16="http://schemas.microsoft.com/office/drawing/2014/main" id="{7F4E4B94-5F8D-5236-6910-C03D9C06F349}"/>
                  </a:ext>
                </a:extLst>
              </p:cNvPr>
              <p:cNvPicPr preferRelativeResize="0"/>
              <p:nvPr/>
            </p:nvPicPr>
            <p:blipFill rotWithShape="1">
              <a:blip r:embed="rId8">
                <a:alphaModFix/>
              </a:blip>
              <a:srcRect/>
              <a:stretch/>
            </p:blipFill>
            <p:spPr>
              <a:xfrm>
                <a:off x="2222006" y="1958691"/>
                <a:ext cx="47091" cy="33139"/>
              </a:xfrm>
              <a:prstGeom prst="rect">
                <a:avLst/>
              </a:prstGeom>
              <a:noFill/>
              <a:ln>
                <a:noFill/>
              </a:ln>
            </p:spPr>
          </p:pic>
          <p:pic>
            <p:nvPicPr>
              <p:cNvPr id="69" name="Google Shape;749;p35">
                <a:extLst>
                  <a:ext uri="{FF2B5EF4-FFF2-40B4-BE49-F238E27FC236}">
                    <a16:creationId xmlns:a16="http://schemas.microsoft.com/office/drawing/2014/main" id="{930F26BF-DF80-E0B5-5056-7A764BDE413F}"/>
                  </a:ext>
                </a:extLst>
              </p:cNvPr>
              <p:cNvPicPr preferRelativeResize="0"/>
              <p:nvPr/>
            </p:nvPicPr>
            <p:blipFill rotWithShape="1">
              <a:blip r:embed="rId9">
                <a:alphaModFix/>
              </a:blip>
              <a:srcRect/>
              <a:stretch/>
            </p:blipFill>
            <p:spPr>
              <a:xfrm>
                <a:off x="2223751" y="1918576"/>
                <a:ext cx="190108" cy="73253"/>
              </a:xfrm>
              <a:prstGeom prst="rect">
                <a:avLst/>
              </a:prstGeom>
              <a:noFill/>
              <a:ln>
                <a:noFill/>
              </a:ln>
            </p:spPr>
          </p:pic>
          <p:pic>
            <p:nvPicPr>
              <p:cNvPr id="70" name="Google Shape;750;p35">
                <a:extLst>
                  <a:ext uri="{FF2B5EF4-FFF2-40B4-BE49-F238E27FC236}">
                    <a16:creationId xmlns:a16="http://schemas.microsoft.com/office/drawing/2014/main" id="{4C3AD5C2-CB72-99A9-92B3-3F400860BAEF}"/>
                  </a:ext>
                </a:extLst>
              </p:cNvPr>
              <p:cNvPicPr preferRelativeResize="0"/>
              <p:nvPr/>
            </p:nvPicPr>
            <p:blipFill rotWithShape="1">
              <a:blip r:embed="rId10">
                <a:alphaModFix/>
              </a:blip>
              <a:srcRect/>
              <a:stretch/>
            </p:blipFill>
            <p:spPr>
              <a:xfrm>
                <a:off x="2152242" y="1773814"/>
                <a:ext cx="108135" cy="162204"/>
              </a:xfrm>
              <a:prstGeom prst="rect">
                <a:avLst/>
              </a:prstGeom>
              <a:noFill/>
              <a:ln>
                <a:noFill/>
              </a:ln>
            </p:spPr>
          </p:pic>
          <p:pic>
            <p:nvPicPr>
              <p:cNvPr id="71" name="Google Shape;751;p35">
                <a:extLst>
                  <a:ext uri="{FF2B5EF4-FFF2-40B4-BE49-F238E27FC236}">
                    <a16:creationId xmlns:a16="http://schemas.microsoft.com/office/drawing/2014/main" id="{5FDB1D27-A484-A22F-C1AD-828294054F72}"/>
                  </a:ext>
                </a:extLst>
              </p:cNvPr>
              <p:cNvPicPr preferRelativeResize="0"/>
              <p:nvPr/>
            </p:nvPicPr>
            <p:blipFill rotWithShape="1">
              <a:blip r:embed="rId11">
                <a:alphaModFix/>
              </a:blip>
              <a:srcRect/>
              <a:stretch/>
            </p:blipFill>
            <p:spPr>
              <a:xfrm>
                <a:off x="2152242" y="1904623"/>
                <a:ext cx="40115" cy="33139"/>
              </a:xfrm>
              <a:prstGeom prst="rect">
                <a:avLst/>
              </a:prstGeom>
              <a:noFill/>
              <a:ln>
                <a:noFill/>
              </a:ln>
            </p:spPr>
          </p:pic>
          <p:pic>
            <p:nvPicPr>
              <p:cNvPr id="72" name="Google Shape;752;p35">
                <a:extLst>
                  <a:ext uri="{FF2B5EF4-FFF2-40B4-BE49-F238E27FC236}">
                    <a16:creationId xmlns:a16="http://schemas.microsoft.com/office/drawing/2014/main" id="{1298BF8D-4177-3F33-CEBC-DCD82BFAFB4A}"/>
                  </a:ext>
                </a:extLst>
              </p:cNvPr>
              <p:cNvPicPr preferRelativeResize="0"/>
              <p:nvPr/>
            </p:nvPicPr>
            <p:blipFill rotWithShape="1">
              <a:blip r:embed="rId12">
                <a:alphaModFix/>
              </a:blip>
              <a:srcRect/>
              <a:stretch/>
            </p:blipFill>
            <p:spPr>
              <a:xfrm>
                <a:off x="2152242" y="1906368"/>
                <a:ext cx="108135" cy="81974"/>
              </a:xfrm>
              <a:prstGeom prst="rect">
                <a:avLst/>
              </a:prstGeom>
              <a:noFill/>
              <a:ln>
                <a:noFill/>
              </a:ln>
            </p:spPr>
          </p:pic>
          <p:pic>
            <p:nvPicPr>
              <p:cNvPr id="73" name="Google Shape;753;p35">
                <a:extLst>
                  <a:ext uri="{FF2B5EF4-FFF2-40B4-BE49-F238E27FC236}">
                    <a16:creationId xmlns:a16="http://schemas.microsoft.com/office/drawing/2014/main" id="{E60AE3AE-EB8E-6CD0-28B1-3400A96B22B4}"/>
                  </a:ext>
                </a:extLst>
              </p:cNvPr>
              <p:cNvPicPr preferRelativeResize="0"/>
              <p:nvPr/>
            </p:nvPicPr>
            <p:blipFill rotWithShape="1">
              <a:blip r:embed="rId13">
                <a:alphaModFix/>
              </a:blip>
              <a:srcRect/>
              <a:stretch/>
            </p:blipFill>
            <p:spPr>
              <a:xfrm>
                <a:off x="2044107" y="1730211"/>
                <a:ext cx="74997" cy="108136"/>
              </a:xfrm>
              <a:prstGeom prst="rect">
                <a:avLst/>
              </a:prstGeom>
              <a:noFill/>
              <a:ln>
                <a:noFill/>
              </a:ln>
            </p:spPr>
          </p:pic>
          <p:pic>
            <p:nvPicPr>
              <p:cNvPr id="74" name="Google Shape;754;p35">
                <a:extLst>
                  <a:ext uri="{FF2B5EF4-FFF2-40B4-BE49-F238E27FC236}">
                    <a16:creationId xmlns:a16="http://schemas.microsoft.com/office/drawing/2014/main" id="{FEF18407-5718-7C60-FBB7-4B3838953F2B}"/>
                  </a:ext>
                </a:extLst>
              </p:cNvPr>
              <p:cNvPicPr preferRelativeResize="0"/>
              <p:nvPr/>
            </p:nvPicPr>
            <p:blipFill rotWithShape="1">
              <a:blip r:embed="rId14">
                <a:alphaModFix/>
              </a:blip>
              <a:srcRect/>
              <a:stretch/>
            </p:blipFill>
            <p:spPr>
              <a:xfrm>
                <a:off x="1977831" y="1676143"/>
                <a:ext cx="127321" cy="87206"/>
              </a:xfrm>
              <a:prstGeom prst="rect">
                <a:avLst/>
              </a:prstGeom>
              <a:noFill/>
              <a:ln>
                <a:noFill/>
              </a:ln>
            </p:spPr>
          </p:pic>
          <p:pic>
            <p:nvPicPr>
              <p:cNvPr id="75" name="Google Shape;755;p35">
                <a:extLst>
                  <a:ext uri="{FF2B5EF4-FFF2-40B4-BE49-F238E27FC236}">
                    <a16:creationId xmlns:a16="http://schemas.microsoft.com/office/drawing/2014/main" id="{E5CE9C54-C0A5-3D1B-A11F-9A1D8F4F0229}"/>
                  </a:ext>
                </a:extLst>
              </p:cNvPr>
              <p:cNvPicPr preferRelativeResize="0"/>
              <p:nvPr/>
            </p:nvPicPr>
            <p:blipFill rotWithShape="1">
              <a:blip r:embed="rId15">
                <a:alphaModFix/>
              </a:blip>
              <a:srcRect/>
              <a:stretch/>
            </p:blipFill>
            <p:spPr>
              <a:xfrm>
                <a:off x="2038875" y="1850556"/>
                <a:ext cx="153482" cy="87206"/>
              </a:xfrm>
              <a:prstGeom prst="rect">
                <a:avLst/>
              </a:prstGeom>
              <a:noFill/>
              <a:ln>
                <a:noFill/>
              </a:ln>
            </p:spPr>
          </p:pic>
          <p:pic>
            <p:nvPicPr>
              <p:cNvPr id="76" name="Google Shape;756;p35">
                <a:extLst>
                  <a:ext uri="{FF2B5EF4-FFF2-40B4-BE49-F238E27FC236}">
                    <a16:creationId xmlns:a16="http://schemas.microsoft.com/office/drawing/2014/main" id="{207D49EB-4792-AD66-4BF9-FDABA481D677}"/>
                  </a:ext>
                </a:extLst>
              </p:cNvPr>
              <p:cNvPicPr preferRelativeResize="0"/>
              <p:nvPr/>
            </p:nvPicPr>
            <p:blipFill rotWithShape="1">
              <a:blip r:embed="rId16">
                <a:alphaModFix/>
              </a:blip>
              <a:srcRect/>
              <a:stretch/>
            </p:blipFill>
            <p:spPr>
              <a:xfrm>
                <a:off x="2038875" y="1850556"/>
                <a:ext cx="40115" cy="34882"/>
              </a:xfrm>
              <a:prstGeom prst="rect">
                <a:avLst/>
              </a:prstGeom>
              <a:noFill/>
              <a:ln>
                <a:noFill/>
              </a:ln>
            </p:spPr>
          </p:pic>
          <p:pic>
            <p:nvPicPr>
              <p:cNvPr id="77" name="Google Shape;757;p35">
                <a:extLst>
                  <a:ext uri="{FF2B5EF4-FFF2-40B4-BE49-F238E27FC236}">
                    <a16:creationId xmlns:a16="http://schemas.microsoft.com/office/drawing/2014/main" id="{C032B9B8-48EF-85F6-0E6F-77921B43B11B}"/>
                  </a:ext>
                </a:extLst>
              </p:cNvPr>
              <p:cNvPicPr preferRelativeResize="0"/>
              <p:nvPr/>
            </p:nvPicPr>
            <p:blipFill rotWithShape="1">
              <a:blip r:embed="rId17">
                <a:alphaModFix/>
              </a:blip>
              <a:srcRect/>
              <a:stretch/>
            </p:blipFill>
            <p:spPr>
              <a:xfrm>
                <a:off x="2028411" y="1854044"/>
                <a:ext cx="54068" cy="33139"/>
              </a:xfrm>
              <a:prstGeom prst="rect">
                <a:avLst/>
              </a:prstGeom>
              <a:noFill/>
              <a:ln>
                <a:noFill/>
              </a:ln>
            </p:spPr>
          </p:pic>
          <p:sp>
            <p:nvSpPr>
              <p:cNvPr id="78" name="Google Shape;758;p35">
                <a:extLst>
                  <a:ext uri="{FF2B5EF4-FFF2-40B4-BE49-F238E27FC236}">
                    <a16:creationId xmlns:a16="http://schemas.microsoft.com/office/drawing/2014/main" id="{EF1E9B6F-9ED5-5504-4B84-47BD72B14D85}"/>
                  </a:ext>
                </a:extLst>
              </p:cNvPr>
              <p:cNvSpPr/>
              <p:nvPr/>
            </p:nvSpPr>
            <p:spPr>
              <a:xfrm>
                <a:off x="1956902" y="1695328"/>
                <a:ext cx="54068" cy="88951"/>
              </a:xfrm>
              <a:custGeom>
                <a:avLst/>
                <a:gdLst/>
                <a:ahLst/>
                <a:cxnLst/>
                <a:rect l="l" t="t" r="r" b="b"/>
                <a:pathLst>
                  <a:path w="24" h="39" extrusionOk="0">
                    <a:moveTo>
                      <a:pt x="14" y="7"/>
                    </a:moveTo>
                    <a:cubicBezTo>
                      <a:pt x="24" y="0"/>
                      <a:pt x="24" y="0"/>
                      <a:pt x="24" y="0"/>
                    </a:cubicBezTo>
                    <a:cubicBezTo>
                      <a:pt x="15" y="6"/>
                      <a:pt x="11" y="20"/>
                      <a:pt x="16" y="33"/>
                    </a:cubicBezTo>
                    <a:cubicBezTo>
                      <a:pt x="5" y="39"/>
                      <a:pt x="5" y="39"/>
                      <a:pt x="5" y="39"/>
                    </a:cubicBezTo>
                    <a:cubicBezTo>
                      <a:pt x="0" y="26"/>
                      <a:pt x="4" y="12"/>
                      <a:pt x="14" y="7"/>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 name="Google Shape;759;p35">
                <a:extLst>
                  <a:ext uri="{FF2B5EF4-FFF2-40B4-BE49-F238E27FC236}">
                    <a16:creationId xmlns:a16="http://schemas.microsoft.com/office/drawing/2014/main" id="{C26D6A79-7436-6CF4-C95D-B6AD8016C8CC}"/>
                  </a:ext>
                </a:extLst>
              </p:cNvPr>
              <p:cNvSpPr/>
              <p:nvPr/>
            </p:nvSpPr>
            <p:spPr>
              <a:xfrm>
                <a:off x="1969111" y="1770326"/>
                <a:ext cx="111623" cy="71510"/>
              </a:xfrm>
              <a:custGeom>
                <a:avLst/>
                <a:gdLst/>
                <a:ahLst/>
                <a:cxnLst/>
                <a:rect l="l" t="t" r="r" b="b"/>
                <a:pathLst>
                  <a:path w="50" h="32" extrusionOk="0">
                    <a:moveTo>
                      <a:pt x="50" y="20"/>
                    </a:moveTo>
                    <a:cubicBezTo>
                      <a:pt x="39" y="27"/>
                      <a:pt x="39" y="27"/>
                      <a:pt x="39" y="27"/>
                    </a:cubicBezTo>
                    <a:cubicBezTo>
                      <a:pt x="38" y="27"/>
                      <a:pt x="36" y="28"/>
                      <a:pt x="34" y="28"/>
                    </a:cubicBezTo>
                    <a:cubicBezTo>
                      <a:pt x="21" y="32"/>
                      <a:pt x="6" y="22"/>
                      <a:pt x="0" y="6"/>
                    </a:cubicBezTo>
                    <a:cubicBezTo>
                      <a:pt x="11" y="0"/>
                      <a:pt x="11" y="0"/>
                      <a:pt x="11" y="0"/>
                    </a:cubicBezTo>
                    <a:cubicBezTo>
                      <a:pt x="17" y="16"/>
                      <a:pt x="32" y="26"/>
                      <a:pt x="45" y="22"/>
                    </a:cubicBezTo>
                    <a:cubicBezTo>
                      <a:pt x="47" y="22"/>
                      <a:pt x="48" y="21"/>
                      <a:pt x="50" y="2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 name="Google Shape;760;p35">
                <a:extLst>
                  <a:ext uri="{FF2B5EF4-FFF2-40B4-BE49-F238E27FC236}">
                    <a16:creationId xmlns:a16="http://schemas.microsoft.com/office/drawing/2014/main" id="{D542CD4A-9A46-82F8-9FC4-D28B7BE9C05B}"/>
                  </a:ext>
                </a:extLst>
              </p:cNvPr>
              <p:cNvSpPr/>
              <p:nvPr/>
            </p:nvSpPr>
            <p:spPr>
              <a:xfrm>
                <a:off x="1979576" y="1684863"/>
                <a:ext cx="132552" cy="143018"/>
              </a:xfrm>
              <a:custGeom>
                <a:avLst/>
                <a:gdLst/>
                <a:ahLst/>
                <a:cxnLst/>
                <a:rect l="l" t="t" r="r" b="b"/>
                <a:pathLst>
                  <a:path w="59" h="64" extrusionOk="0">
                    <a:moveTo>
                      <a:pt x="19" y="4"/>
                    </a:moveTo>
                    <a:cubicBezTo>
                      <a:pt x="32" y="0"/>
                      <a:pt x="47" y="10"/>
                      <a:pt x="53" y="26"/>
                    </a:cubicBezTo>
                    <a:cubicBezTo>
                      <a:pt x="59" y="41"/>
                      <a:pt x="53" y="57"/>
                      <a:pt x="40" y="60"/>
                    </a:cubicBezTo>
                    <a:cubicBezTo>
                      <a:pt x="27" y="64"/>
                      <a:pt x="12" y="54"/>
                      <a:pt x="6" y="38"/>
                    </a:cubicBezTo>
                    <a:cubicBezTo>
                      <a:pt x="0" y="23"/>
                      <a:pt x="6" y="7"/>
                      <a:pt x="19" y="4"/>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81" name="Google Shape;761;p35">
                <a:extLst>
                  <a:ext uri="{FF2B5EF4-FFF2-40B4-BE49-F238E27FC236}">
                    <a16:creationId xmlns:a16="http://schemas.microsoft.com/office/drawing/2014/main" id="{6E0FCED0-3A32-CE39-59B6-2C3C6E2C950B}"/>
                  </a:ext>
                </a:extLst>
              </p:cNvPr>
              <p:cNvPicPr preferRelativeResize="0"/>
              <p:nvPr/>
            </p:nvPicPr>
            <p:blipFill rotWithShape="1">
              <a:blip r:embed="rId18">
                <a:alphaModFix/>
              </a:blip>
              <a:srcRect/>
              <a:stretch/>
            </p:blipFill>
            <p:spPr>
              <a:xfrm>
                <a:off x="2007481" y="1855788"/>
                <a:ext cx="66276" cy="54068"/>
              </a:xfrm>
              <a:prstGeom prst="rect">
                <a:avLst/>
              </a:prstGeom>
              <a:noFill/>
              <a:ln>
                <a:noFill/>
              </a:ln>
            </p:spPr>
          </p:pic>
          <p:sp>
            <p:nvSpPr>
              <p:cNvPr id="82" name="Google Shape;762;p35">
                <a:extLst>
                  <a:ext uri="{FF2B5EF4-FFF2-40B4-BE49-F238E27FC236}">
                    <a16:creationId xmlns:a16="http://schemas.microsoft.com/office/drawing/2014/main" id="{2FF09F0E-ABE7-1206-CAEB-456C6269F9DB}"/>
                  </a:ext>
                </a:extLst>
              </p:cNvPr>
              <p:cNvSpPr/>
              <p:nvPr/>
            </p:nvSpPr>
            <p:spPr>
              <a:xfrm>
                <a:off x="1878417" y="1597657"/>
                <a:ext cx="402890" cy="116857"/>
              </a:xfrm>
              <a:custGeom>
                <a:avLst/>
                <a:gdLst/>
                <a:ahLst/>
                <a:cxnLst/>
                <a:rect l="l" t="t" r="r" b="b"/>
                <a:pathLst>
                  <a:path w="231" h="67" extrusionOk="0">
                    <a:moveTo>
                      <a:pt x="231" y="0"/>
                    </a:moveTo>
                    <a:lnTo>
                      <a:pt x="218" y="7"/>
                    </a:lnTo>
                    <a:lnTo>
                      <a:pt x="0" y="67"/>
                    </a:lnTo>
                    <a:lnTo>
                      <a:pt x="13" y="59"/>
                    </a:lnTo>
                    <a:lnTo>
                      <a:pt x="231" y="0"/>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83" name="Google Shape;763;p35">
                <a:extLst>
                  <a:ext uri="{FF2B5EF4-FFF2-40B4-BE49-F238E27FC236}">
                    <a16:creationId xmlns:a16="http://schemas.microsoft.com/office/drawing/2014/main" id="{2CEBE691-7D66-5428-18A0-7FCCF9E7AEEA}"/>
                  </a:ext>
                </a:extLst>
              </p:cNvPr>
              <p:cNvPicPr preferRelativeResize="0"/>
              <p:nvPr/>
            </p:nvPicPr>
            <p:blipFill rotWithShape="1">
              <a:blip r:embed="rId19">
                <a:alphaModFix/>
              </a:blip>
              <a:srcRect/>
              <a:stretch/>
            </p:blipFill>
            <p:spPr>
              <a:xfrm>
                <a:off x="1970855" y="1881950"/>
                <a:ext cx="80229" cy="115112"/>
              </a:xfrm>
              <a:prstGeom prst="rect">
                <a:avLst/>
              </a:prstGeom>
              <a:noFill/>
              <a:ln>
                <a:noFill/>
              </a:ln>
            </p:spPr>
          </p:pic>
          <p:pic>
            <p:nvPicPr>
              <p:cNvPr id="84" name="Google Shape;764;p35">
                <a:extLst>
                  <a:ext uri="{FF2B5EF4-FFF2-40B4-BE49-F238E27FC236}">
                    <a16:creationId xmlns:a16="http://schemas.microsoft.com/office/drawing/2014/main" id="{B360598A-9C1D-4109-9472-851F8D7BD59B}"/>
                  </a:ext>
                </a:extLst>
              </p:cNvPr>
              <p:cNvPicPr preferRelativeResize="0"/>
              <p:nvPr/>
            </p:nvPicPr>
            <p:blipFill rotWithShape="1">
              <a:blip r:embed="rId20">
                <a:alphaModFix/>
              </a:blip>
              <a:srcRect/>
              <a:stretch/>
            </p:blipFill>
            <p:spPr>
              <a:xfrm>
                <a:off x="1991784" y="1960435"/>
                <a:ext cx="275569" cy="94183"/>
              </a:xfrm>
              <a:prstGeom prst="rect">
                <a:avLst/>
              </a:prstGeom>
              <a:noFill/>
              <a:ln>
                <a:noFill/>
              </a:ln>
            </p:spPr>
          </p:pic>
          <p:sp>
            <p:nvSpPr>
              <p:cNvPr id="85" name="Google Shape;765;p35">
                <a:extLst>
                  <a:ext uri="{FF2B5EF4-FFF2-40B4-BE49-F238E27FC236}">
                    <a16:creationId xmlns:a16="http://schemas.microsoft.com/office/drawing/2014/main" id="{E693C76C-871D-D384-4BA0-2CBBEFD039BD}"/>
                  </a:ext>
                </a:extLst>
              </p:cNvPr>
              <p:cNvSpPr/>
              <p:nvPr/>
            </p:nvSpPr>
            <p:spPr>
              <a:xfrm>
                <a:off x="1869696" y="1568008"/>
                <a:ext cx="572068" cy="500565"/>
              </a:xfrm>
              <a:custGeom>
                <a:avLst/>
                <a:gdLst/>
                <a:ahLst/>
                <a:cxnLst/>
                <a:rect l="l" t="t" r="r" b="b"/>
                <a:pathLst>
                  <a:path w="328" h="287" extrusionOk="0">
                    <a:moveTo>
                      <a:pt x="0" y="66"/>
                    </a:moveTo>
                    <a:lnTo>
                      <a:pt x="246" y="0"/>
                    </a:lnTo>
                    <a:lnTo>
                      <a:pt x="328" y="222"/>
                    </a:lnTo>
                    <a:lnTo>
                      <a:pt x="82" y="287"/>
                    </a:lnTo>
                    <a:lnTo>
                      <a:pt x="0" y="66"/>
                    </a:lnTo>
                    <a:close/>
                    <a:moveTo>
                      <a:pt x="282" y="140"/>
                    </a:moveTo>
                    <a:lnTo>
                      <a:pt x="236" y="17"/>
                    </a:lnTo>
                    <a:lnTo>
                      <a:pt x="18" y="76"/>
                    </a:lnTo>
                    <a:lnTo>
                      <a:pt x="77" y="233"/>
                    </a:lnTo>
                    <a:lnTo>
                      <a:pt x="90" y="267"/>
                    </a:lnTo>
                    <a:lnTo>
                      <a:pt x="223" y="231"/>
                    </a:lnTo>
                    <a:lnTo>
                      <a:pt x="308" y="209"/>
                    </a:lnTo>
                    <a:lnTo>
                      <a:pt x="282" y="14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6" name="Google Shape;766;p35">
                <a:extLst>
                  <a:ext uri="{FF2B5EF4-FFF2-40B4-BE49-F238E27FC236}">
                    <a16:creationId xmlns:a16="http://schemas.microsoft.com/office/drawing/2014/main" id="{646B4851-4631-6F91-9AF7-DE7C4DF52770}"/>
                  </a:ext>
                </a:extLst>
              </p:cNvPr>
              <p:cNvSpPr/>
              <p:nvPr/>
            </p:nvSpPr>
            <p:spPr>
              <a:xfrm>
                <a:off x="1869696" y="1568008"/>
                <a:ext cx="572068" cy="500565"/>
              </a:xfrm>
              <a:custGeom>
                <a:avLst/>
                <a:gdLst/>
                <a:ahLst/>
                <a:cxnLst/>
                <a:rect l="l" t="t" r="r" b="b"/>
                <a:pathLst>
                  <a:path w="328" h="287" extrusionOk="0">
                    <a:moveTo>
                      <a:pt x="0" y="66"/>
                    </a:moveTo>
                    <a:lnTo>
                      <a:pt x="246" y="0"/>
                    </a:lnTo>
                    <a:lnTo>
                      <a:pt x="328" y="222"/>
                    </a:lnTo>
                    <a:lnTo>
                      <a:pt x="82" y="287"/>
                    </a:lnTo>
                    <a:lnTo>
                      <a:pt x="0" y="66"/>
                    </a:lnTo>
                    <a:moveTo>
                      <a:pt x="282" y="140"/>
                    </a:moveTo>
                    <a:lnTo>
                      <a:pt x="236" y="17"/>
                    </a:lnTo>
                    <a:lnTo>
                      <a:pt x="18" y="76"/>
                    </a:lnTo>
                    <a:lnTo>
                      <a:pt x="77" y="233"/>
                    </a:lnTo>
                    <a:lnTo>
                      <a:pt x="90" y="267"/>
                    </a:lnTo>
                    <a:lnTo>
                      <a:pt x="223" y="231"/>
                    </a:lnTo>
                    <a:lnTo>
                      <a:pt x="308" y="209"/>
                    </a:lnTo>
                    <a:lnTo>
                      <a:pt x="282" y="14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7" name="Google Shape;767;p35">
                <a:extLst>
                  <a:ext uri="{FF2B5EF4-FFF2-40B4-BE49-F238E27FC236}">
                    <a16:creationId xmlns:a16="http://schemas.microsoft.com/office/drawing/2014/main" id="{466210DE-84E1-8064-615C-F15944853330}"/>
                  </a:ext>
                </a:extLst>
              </p:cNvPr>
              <p:cNvSpPr/>
              <p:nvPr/>
            </p:nvSpPr>
            <p:spPr>
              <a:xfrm>
                <a:off x="2187124" y="1773814"/>
                <a:ext cx="219758" cy="197087"/>
              </a:xfrm>
              <a:custGeom>
                <a:avLst/>
                <a:gdLst/>
                <a:ahLst/>
                <a:cxnLst/>
                <a:rect l="l" t="t" r="r" b="b"/>
                <a:pathLst>
                  <a:path w="98" h="87" extrusionOk="0">
                    <a:moveTo>
                      <a:pt x="38" y="1"/>
                    </a:moveTo>
                    <a:cubicBezTo>
                      <a:pt x="42" y="0"/>
                      <a:pt x="46" y="0"/>
                      <a:pt x="50" y="1"/>
                    </a:cubicBezTo>
                    <a:cubicBezTo>
                      <a:pt x="51" y="1"/>
                      <a:pt x="51" y="2"/>
                      <a:pt x="52" y="2"/>
                    </a:cubicBezTo>
                    <a:cubicBezTo>
                      <a:pt x="52" y="2"/>
                      <a:pt x="52" y="2"/>
                      <a:pt x="52" y="2"/>
                    </a:cubicBezTo>
                    <a:cubicBezTo>
                      <a:pt x="57" y="3"/>
                      <a:pt x="61" y="6"/>
                      <a:pt x="65" y="9"/>
                    </a:cubicBezTo>
                    <a:cubicBezTo>
                      <a:pt x="69" y="12"/>
                      <a:pt x="74" y="14"/>
                      <a:pt x="78" y="17"/>
                    </a:cubicBezTo>
                    <a:cubicBezTo>
                      <a:pt x="98" y="70"/>
                      <a:pt x="98" y="70"/>
                      <a:pt x="98" y="70"/>
                    </a:cubicBezTo>
                    <a:cubicBezTo>
                      <a:pt x="32" y="87"/>
                      <a:pt x="32" y="87"/>
                      <a:pt x="32" y="87"/>
                    </a:cubicBezTo>
                    <a:cubicBezTo>
                      <a:pt x="31" y="85"/>
                      <a:pt x="31" y="85"/>
                      <a:pt x="31" y="85"/>
                    </a:cubicBezTo>
                    <a:cubicBezTo>
                      <a:pt x="21" y="77"/>
                      <a:pt x="11" y="70"/>
                      <a:pt x="0" y="63"/>
                    </a:cubicBezTo>
                    <a:cubicBezTo>
                      <a:pt x="1" y="62"/>
                      <a:pt x="1" y="62"/>
                      <a:pt x="1" y="62"/>
                    </a:cubicBezTo>
                    <a:cubicBezTo>
                      <a:pt x="3" y="55"/>
                      <a:pt x="6" y="47"/>
                      <a:pt x="9" y="40"/>
                    </a:cubicBezTo>
                    <a:cubicBezTo>
                      <a:pt x="13" y="29"/>
                      <a:pt x="17" y="18"/>
                      <a:pt x="23" y="10"/>
                    </a:cubicBezTo>
                    <a:cubicBezTo>
                      <a:pt x="24" y="10"/>
                      <a:pt x="25" y="9"/>
                      <a:pt x="25" y="9"/>
                    </a:cubicBezTo>
                    <a:cubicBezTo>
                      <a:pt x="28" y="6"/>
                      <a:pt x="32" y="4"/>
                      <a:pt x="35" y="2"/>
                    </a:cubicBezTo>
                    <a:cubicBezTo>
                      <a:pt x="36" y="2"/>
                      <a:pt x="37" y="2"/>
                      <a:pt x="38" y="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8" name="Google Shape;768;p35">
                <a:extLst>
                  <a:ext uri="{FF2B5EF4-FFF2-40B4-BE49-F238E27FC236}">
                    <a16:creationId xmlns:a16="http://schemas.microsoft.com/office/drawing/2014/main" id="{AF9DA68A-DE35-AA0F-F2C7-59AE8CACB52C}"/>
                  </a:ext>
                </a:extLst>
              </p:cNvPr>
              <p:cNvSpPr/>
              <p:nvPr/>
            </p:nvSpPr>
            <p:spPr>
              <a:xfrm>
                <a:off x="1901090" y="1597657"/>
                <a:ext cx="460445" cy="376731"/>
              </a:xfrm>
              <a:custGeom>
                <a:avLst/>
                <a:gdLst/>
                <a:ahLst/>
                <a:cxnLst/>
                <a:rect l="l" t="t" r="r" b="b"/>
                <a:pathLst>
                  <a:path w="205" h="168" extrusionOk="0">
                    <a:moveTo>
                      <a:pt x="0" y="46"/>
                    </a:moveTo>
                    <a:cubicBezTo>
                      <a:pt x="169" y="0"/>
                      <a:pt x="169" y="0"/>
                      <a:pt x="169" y="0"/>
                    </a:cubicBezTo>
                    <a:cubicBezTo>
                      <a:pt x="205" y="96"/>
                      <a:pt x="205" y="96"/>
                      <a:pt x="205" y="96"/>
                    </a:cubicBezTo>
                    <a:cubicBezTo>
                      <a:pt x="201" y="93"/>
                      <a:pt x="196" y="91"/>
                      <a:pt x="192" y="88"/>
                    </a:cubicBezTo>
                    <a:cubicBezTo>
                      <a:pt x="188" y="85"/>
                      <a:pt x="184" y="82"/>
                      <a:pt x="179" y="81"/>
                    </a:cubicBezTo>
                    <a:cubicBezTo>
                      <a:pt x="178" y="81"/>
                      <a:pt x="178" y="80"/>
                      <a:pt x="177" y="80"/>
                    </a:cubicBezTo>
                    <a:cubicBezTo>
                      <a:pt x="173" y="79"/>
                      <a:pt x="169" y="79"/>
                      <a:pt x="165" y="80"/>
                    </a:cubicBezTo>
                    <a:cubicBezTo>
                      <a:pt x="164" y="81"/>
                      <a:pt x="163" y="81"/>
                      <a:pt x="162" y="81"/>
                    </a:cubicBezTo>
                    <a:cubicBezTo>
                      <a:pt x="159" y="83"/>
                      <a:pt x="155" y="85"/>
                      <a:pt x="152" y="88"/>
                    </a:cubicBezTo>
                    <a:cubicBezTo>
                      <a:pt x="152" y="88"/>
                      <a:pt x="151" y="89"/>
                      <a:pt x="150" y="89"/>
                    </a:cubicBezTo>
                    <a:cubicBezTo>
                      <a:pt x="144" y="97"/>
                      <a:pt x="140" y="108"/>
                      <a:pt x="136" y="119"/>
                    </a:cubicBezTo>
                    <a:cubicBezTo>
                      <a:pt x="133" y="126"/>
                      <a:pt x="130" y="134"/>
                      <a:pt x="128" y="141"/>
                    </a:cubicBezTo>
                    <a:cubicBezTo>
                      <a:pt x="127" y="142"/>
                      <a:pt x="127" y="142"/>
                      <a:pt x="127" y="142"/>
                    </a:cubicBezTo>
                    <a:cubicBezTo>
                      <a:pt x="119" y="137"/>
                      <a:pt x="111" y="131"/>
                      <a:pt x="103" y="126"/>
                    </a:cubicBezTo>
                    <a:cubicBezTo>
                      <a:pt x="94" y="121"/>
                      <a:pt x="85" y="116"/>
                      <a:pt x="77" y="118"/>
                    </a:cubicBezTo>
                    <a:cubicBezTo>
                      <a:pt x="76" y="118"/>
                      <a:pt x="76" y="118"/>
                      <a:pt x="76" y="118"/>
                    </a:cubicBezTo>
                    <a:cubicBezTo>
                      <a:pt x="73" y="119"/>
                      <a:pt x="71" y="120"/>
                      <a:pt x="69" y="121"/>
                    </a:cubicBezTo>
                    <a:cubicBezTo>
                      <a:pt x="67" y="124"/>
                      <a:pt x="64" y="127"/>
                      <a:pt x="62" y="130"/>
                    </a:cubicBezTo>
                    <a:cubicBezTo>
                      <a:pt x="55" y="141"/>
                      <a:pt x="49" y="154"/>
                      <a:pt x="46" y="168"/>
                    </a:cubicBezTo>
                    <a:lnTo>
                      <a:pt x="0" y="46"/>
                    </a:lnTo>
                    <a:close/>
                    <a:moveTo>
                      <a:pt x="75" y="99"/>
                    </a:moveTo>
                    <a:cubicBezTo>
                      <a:pt x="88" y="96"/>
                      <a:pt x="94" y="80"/>
                      <a:pt x="88" y="65"/>
                    </a:cubicBezTo>
                    <a:cubicBezTo>
                      <a:pt x="82" y="49"/>
                      <a:pt x="67" y="39"/>
                      <a:pt x="54" y="43"/>
                    </a:cubicBezTo>
                    <a:cubicBezTo>
                      <a:pt x="41" y="46"/>
                      <a:pt x="35" y="62"/>
                      <a:pt x="41" y="77"/>
                    </a:cubicBezTo>
                    <a:cubicBezTo>
                      <a:pt x="47" y="93"/>
                      <a:pt x="62" y="103"/>
                      <a:pt x="75" y="99"/>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9" name="Google Shape;769;p35">
                <a:extLst>
                  <a:ext uri="{FF2B5EF4-FFF2-40B4-BE49-F238E27FC236}">
                    <a16:creationId xmlns:a16="http://schemas.microsoft.com/office/drawing/2014/main" id="{D9AC2E20-BAE2-9835-F199-0A383D2EF862}"/>
                  </a:ext>
                </a:extLst>
              </p:cNvPr>
              <p:cNvSpPr/>
              <p:nvPr/>
            </p:nvSpPr>
            <p:spPr>
              <a:xfrm>
                <a:off x="2003993" y="1857532"/>
                <a:ext cx="254640" cy="176157"/>
              </a:xfrm>
              <a:custGeom>
                <a:avLst/>
                <a:gdLst/>
                <a:ahLst/>
                <a:cxnLst/>
                <a:rect l="l" t="t" r="r" b="b"/>
                <a:pathLst>
                  <a:path w="113" h="78" extrusionOk="0">
                    <a:moveTo>
                      <a:pt x="30" y="2"/>
                    </a:moveTo>
                    <a:cubicBezTo>
                      <a:pt x="31" y="2"/>
                      <a:pt x="31" y="2"/>
                      <a:pt x="31" y="2"/>
                    </a:cubicBezTo>
                    <a:cubicBezTo>
                      <a:pt x="39" y="0"/>
                      <a:pt x="48" y="5"/>
                      <a:pt x="57" y="10"/>
                    </a:cubicBezTo>
                    <a:cubicBezTo>
                      <a:pt x="65" y="15"/>
                      <a:pt x="73" y="21"/>
                      <a:pt x="81" y="26"/>
                    </a:cubicBezTo>
                    <a:cubicBezTo>
                      <a:pt x="92" y="33"/>
                      <a:pt x="102" y="40"/>
                      <a:pt x="112" y="48"/>
                    </a:cubicBezTo>
                    <a:cubicBezTo>
                      <a:pt x="113" y="50"/>
                      <a:pt x="113" y="50"/>
                      <a:pt x="113" y="50"/>
                    </a:cubicBezTo>
                    <a:cubicBezTo>
                      <a:pt x="10" y="78"/>
                      <a:pt x="10" y="78"/>
                      <a:pt x="10" y="78"/>
                    </a:cubicBezTo>
                    <a:cubicBezTo>
                      <a:pt x="0" y="52"/>
                      <a:pt x="0" y="52"/>
                      <a:pt x="0" y="52"/>
                    </a:cubicBezTo>
                    <a:cubicBezTo>
                      <a:pt x="3" y="38"/>
                      <a:pt x="9" y="25"/>
                      <a:pt x="16" y="14"/>
                    </a:cubicBezTo>
                    <a:cubicBezTo>
                      <a:pt x="18" y="11"/>
                      <a:pt x="21" y="8"/>
                      <a:pt x="23" y="5"/>
                    </a:cubicBezTo>
                    <a:cubicBezTo>
                      <a:pt x="25" y="4"/>
                      <a:pt x="27" y="3"/>
                      <a:pt x="30" y="2"/>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0" name="Google Shape;770;p35">
                <a:extLst>
                  <a:ext uri="{FF2B5EF4-FFF2-40B4-BE49-F238E27FC236}">
                    <a16:creationId xmlns:a16="http://schemas.microsoft.com/office/drawing/2014/main" id="{19469E85-D95B-80D6-3CB7-F006D22C4E36}"/>
                  </a:ext>
                </a:extLst>
              </p:cNvPr>
              <p:cNvSpPr/>
              <p:nvPr/>
            </p:nvSpPr>
            <p:spPr>
              <a:xfrm>
                <a:off x="1847023" y="1683120"/>
                <a:ext cx="165691" cy="399405"/>
              </a:xfrm>
              <a:custGeom>
                <a:avLst/>
                <a:gdLst/>
                <a:ahLst/>
                <a:cxnLst/>
                <a:rect l="l" t="t" r="r" b="b"/>
                <a:pathLst>
                  <a:path w="95" h="229" extrusionOk="0">
                    <a:moveTo>
                      <a:pt x="95" y="221"/>
                    </a:moveTo>
                    <a:lnTo>
                      <a:pt x="83" y="229"/>
                    </a:lnTo>
                    <a:lnTo>
                      <a:pt x="0" y="7"/>
                    </a:lnTo>
                    <a:lnTo>
                      <a:pt x="13" y="0"/>
                    </a:lnTo>
                    <a:lnTo>
                      <a:pt x="95" y="22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1" name="Google Shape;771;p35">
                <a:extLst>
                  <a:ext uri="{FF2B5EF4-FFF2-40B4-BE49-F238E27FC236}">
                    <a16:creationId xmlns:a16="http://schemas.microsoft.com/office/drawing/2014/main" id="{38C013E6-F98F-9FA9-83E7-8068F1626EC7}"/>
                  </a:ext>
                </a:extLst>
              </p:cNvPr>
              <p:cNvSpPr/>
              <p:nvPr/>
            </p:nvSpPr>
            <p:spPr>
              <a:xfrm>
                <a:off x="1991784" y="1955203"/>
                <a:ext cx="449980" cy="127322"/>
              </a:xfrm>
              <a:custGeom>
                <a:avLst/>
                <a:gdLst/>
                <a:ahLst/>
                <a:cxnLst/>
                <a:rect l="l" t="t" r="r" b="b"/>
                <a:pathLst>
                  <a:path w="258" h="73" extrusionOk="0">
                    <a:moveTo>
                      <a:pt x="258" y="0"/>
                    </a:moveTo>
                    <a:lnTo>
                      <a:pt x="244" y="7"/>
                    </a:lnTo>
                    <a:lnTo>
                      <a:pt x="0" y="73"/>
                    </a:lnTo>
                    <a:lnTo>
                      <a:pt x="12" y="65"/>
                    </a:lnTo>
                    <a:lnTo>
                      <a:pt x="25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2" name="Google Shape;772;p35">
                <a:extLst>
                  <a:ext uri="{FF2B5EF4-FFF2-40B4-BE49-F238E27FC236}">
                    <a16:creationId xmlns:a16="http://schemas.microsoft.com/office/drawing/2014/main" id="{D8C86239-8BBB-D34C-525D-3D660AFB7880}"/>
                  </a:ext>
                </a:extLst>
              </p:cNvPr>
              <p:cNvSpPr/>
              <p:nvPr/>
            </p:nvSpPr>
            <p:spPr>
              <a:xfrm>
                <a:off x="3010344" y="1569751"/>
                <a:ext cx="24418" cy="13953"/>
              </a:xfrm>
              <a:custGeom>
                <a:avLst/>
                <a:gdLst/>
                <a:ahLst/>
                <a:cxnLst/>
                <a:rect l="l" t="t" r="r" b="b"/>
                <a:pathLst>
                  <a:path w="14" h="8" extrusionOk="0">
                    <a:moveTo>
                      <a:pt x="14" y="0"/>
                    </a:moveTo>
                    <a:lnTo>
                      <a:pt x="0" y="8"/>
                    </a:lnTo>
                    <a:lnTo>
                      <a:pt x="0" y="8"/>
                    </a:lnTo>
                    <a:lnTo>
                      <a:pt x="13" y="0"/>
                    </a:lnTo>
                    <a:lnTo>
                      <a:pt x="14"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3" name="Google Shape;773;p35">
                <a:extLst>
                  <a:ext uri="{FF2B5EF4-FFF2-40B4-BE49-F238E27FC236}">
                    <a16:creationId xmlns:a16="http://schemas.microsoft.com/office/drawing/2014/main" id="{FF5646AD-9747-4728-35C8-B23218877AF8}"/>
                  </a:ext>
                </a:extLst>
              </p:cNvPr>
              <p:cNvSpPr/>
              <p:nvPr/>
            </p:nvSpPr>
            <p:spPr>
              <a:xfrm>
                <a:off x="2978950" y="1569751"/>
                <a:ext cx="54068" cy="20930"/>
              </a:xfrm>
              <a:custGeom>
                <a:avLst/>
                <a:gdLst/>
                <a:ahLst/>
                <a:cxnLst/>
                <a:rect l="l" t="t" r="r" b="b"/>
                <a:pathLst>
                  <a:path w="31" h="12" extrusionOk="0">
                    <a:moveTo>
                      <a:pt x="31" y="0"/>
                    </a:moveTo>
                    <a:lnTo>
                      <a:pt x="18" y="8"/>
                    </a:lnTo>
                    <a:lnTo>
                      <a:pt x="0" y="12"/>
                    </a:lnTo>
                    <a:lnTo>
                      <a:pt x="14" y="4"/>
                    </a:lnTo>
                    <a:lnTo>
                      <a:pt x="31"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4" name="Google Shape;774;p35">
                <a:extLst>
                  <a:ext uri="{FF2B5EF4-FFF2-40B4-BE49-F238E27FC236}">
                    <a16:creationId xmlns:a16="http://schemas.microsoft.com/office/drawing/2014/main" id="{0F557DA6-9AA0-B050-DB34-5295CBFFA150}"/>
                  </a:ext>
                </a:extLst>
              </p:cNvPr>
              <p:cNvSpPr/>
              <p:nvPr/>
            </p:nvSpPr>
            <p:spPr>
              <a:xfrm>
                <a:off x="2952789" y="1503475"/>
                <a:ext cx="50580" cy="87206"/>
              </a:xfrm>
              <a:custGeom>
                <a:avLst/>
                <a:gdLst/>
                <a:ahLst/>
                <a:cxnLst/>
                <a:rect l="l" t="t" r="r" b="b"/>
                <a:pathLst>
                  <a:path w="29" h="50" extrusionOk="0">
                    <a:moveTo>
                      <a:pt x="29" y="42"/>
                    </a:moveTo>
                    <a:lnTo>
                      <a:pt x="15" y="50"/>
                    </a:lnTo>
                    <a:lnTo>
                      <a:pt x="0" y="7"/>
                    </a:lnTo>
                    <a:lnTo>
                      <a:pt x="14" y="0"/>
                    </a:lnTo>
                    <a:lnTo>
                      <a:pt x="29" y="4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5" name="Google Shape;775;p35">
                <a:extLst>
                  <a:ext uri="{FF2B5EF4-FFF2-40B4-BE49-F238E27FC236}">
                    <a16:creationId xmlns:a16="http://schemas.microsoft.com/office/drawing/2014/main" id="{44BB00E8-B11D-5DA0-5BFF-389BA87FEEFE}"/>
                  </a:ext>
                </a:extLst>
              </p:cNvPr>
              <p:cNvSpPr/>
              <p:nvPr/>
            </p:nvSpPr>
            <p:spPr>
              <a:xfrm>
                <a:off x="3127200" y="1881950"/>
                <a:ext cx="31394" cy="19186"/>
              </a:xfrm>
              <a:custGeom>
                <a:avLst/>
                <a:gdLst/>
                <a:ahLst/>
                <a:cxnLst/>
                <a:rect l="l" t="t" r="r" b="b"/>
                <a:pathLst>
                  <a:path w="14" h="8" extrusionOk="0">
                    <a:moveTo>
                      <a:pt x="14" y="0"/>
                    </a:moveTo>
                    <a:cubicBezTo>
                      <a:pt x="3" y="6"/>
                      <a:pt x="3" y="6"/>
                      <a:pt x="3" y="6"/>
                    </a:cubicBezTo>
                    <a:cubicBezTo>
                      <a:pt x="2" y="7"/>
                      <a:pt x="1" y="7"/>
                      <a:pt x="0" y="8"/>
                    </a:cubicBezTo>
                    <a:cubicBezTo>
                      <a:pt x="11" y="1"/>
                      <a:pt x="11" y="1"/>
                      <a:pt x="11" y="1"/>
                    </a:cubicBezTo>
                    <a:cubicBezTo>
                      <a:pt x="12" y="1"/>
                      <a:pt x="13" y="1"/>
                      <a:pt x="14" y="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6" name="Google Shape;776;p35">
                <a:extLst>
                  <a:ext uri="{FF2B5EF4-FFF2-40B4-BE49-F238E27FC236}">
                    <a16:creationId xmlns:a16="http://schemas.microsoft.com/office/drawing/2014/main" id="{52DF2260-42FF-8E41-AF17-7729BDA5A8A4}"/>
                  </a:ext>
                </a:extLst>
              </p:cNvPr>
              <p:cNvSpPr/>
              <p:nvPr/>
            </p:nvSpPr>
            <p:spPr>
              <a:xfrm>
                <a:off x="2869071" y="1440686"/>
                <a:ext cx="108135" cy="74998"/>
              </a:xfrm>
              <a:custGeom>
                <a:avLst/>
                <a:gdLst/>
                <a:ahLst/>
                <a:cxnLst/>
                <a:rect l="l" t="t" r="r" b="b"/>
                <a:pathLst>
                  <a:path w="48" h="34" extrusionOk="0">
                    <a:moveTo>
                      <a:pt x="48" y="28"/>
                    </a:moveTo>
                    <a:cubicBezTo>
                      <a:pt x="37" y="34"/>
                      <a:pt x="37" y="34"/>
                      <a:pt x="37" y="34"/>
                    </a:cubicBezTo>
                    <a:cubicBezTo>
                      <a:pt x="31" y="17"/>
                      <a:pt x="14" y="6"/>
                      <a:pt x="0" y="10"/>
                    </a:cubicBezTo>
                    <a:cubicBezTo>
                      <a:pt x="11" y="4"/>
                      <a:pt x="11" y="4"/>
                      <a:pt x="11" y="4"/>
                    </a:cubicBezTo>
                    <a:cubicBezTo>
                      <a:pt x="25" y="0"/>
                      <a:pt x="41" y="11"/>
                      <a:pt x="48" y="28"/>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7" name="Google Shape;777;p35">
                <a:extLst>
                  <a:ext uri="{FF2B5EF4-FFF2-40B4-BE49-F238E27FC236}">
                    <a16:creationId xmlns:a16="http://schemas.microsoft.com/office/drawing/2014/main" id="{4D955639-FB78-F80C-49D8-0C1DFD580C47}"/>
                  </a:ext>
                </a:extLst>
              </p:cNvPr>
              <p:cNvSpPr/>
              <p:nvPr/>
            </p:nvSpPr>
            <p:spPr>
              <a:xfrm>
                <a:off x="2813260" y="1449407"/>
                <a:ext cx="80229" cy="27906"/>
              </a:xfrm>
              <a:custGeom>
                <a:avLst/>
                <a:gdLst/>
                <a:ahLst/>
                <a:cxnLst/>
                <a:rect l="l" t="t" r="r" b="b"/>
                <a:pathLst>
                  <a:path w="46" h="16" extrusionOk="0">
                    <a:moveTo>
                      <a:pt x="46" y="0"/>
                    </a:moveTo>
                    <a:lnTo>
                      <a:pt x="32" y="7"/>
                    </a:lnTo>
                    <a:lnTo>
                      <a:pt x="0" y="16"/>
                    </a:lnTo>
                    <a:lnTo>
                      <a:pt x="14" y="9"/>
                    </a:ln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8" name="Google Shape;778;p35">
                <a:extLst>
                  <a:ext uri="{FF2B5EF4-FFF2-40B4-BE49-F238E27FC236}">
                    <a16:creationId xmlns:a16="http://schemas.microsoft.com/office/drawing/2014/main" id="{8B540672-D2F3-5B74-372A-D7B5086D524D}"/>
                  </a:ext>
                </a:extLst>
              </p:cNvPr>
              <p:cNvSpPr/>
              <p:nvPr/>
            </p:nvSpPr>
            <p:spPr>
              <a:xfrm>
                <a:off x="2975462" y="1718002"/>
                <a:ext cx="74997" cy="120345"/>
              </a:xfrm>
              <a:custGeom>
                <a:avLst/>
                <a:gdLst/>
                <a:ahLst/>
                <a:cxnLst/>
                <a:rect l="l" t="t" r="r" b="b"/>
                <a:pathLst>
                  <a:path w="43" h="69" extrusionOk="0">
                    <a:moveTo>
                      <a:pt x="43" y="69"/>
                    </a:moveTo>
                    <a:lnTo>
                      <a:pt x="0" y="0"/>
                    </a:lnTo>
                    <a:lnTo>
                      <a:pt x="0" y="0"/>
                    </a:lnTo>
                    <a:lnTo>
                      <a:pt x="43" y="69"/>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9" name="Google Shape;779;p35">
                <a:extLst>
                  <a:ext uri="{FF2B5EF4-FFF2-40B4-BE49-F238E27FC236}">
                    <a16:creationId xmlns:a16="http://schemas.microsoft.com/office/drawing/2014/main" id="{79141815-6520-5308-080B-8762C43FC036}"/>
                  </a:ext>
                </a:extLst>
              </p:cNvPr>
              <p:cNvSpPr/>
              <p:nvPr/>
            </p:nvSpPr>
            <p:spPr>
              <a:xfrm>
                <a:off x="2975462" y="1716258"/>
                <a:ext cx="0" cy="1745"/>
              </a:xfrm>
              <a:custGeom>
                <a:avLst/>
                <a:gdLst/>
                <a:ahLst/>
                <a:cxnLst/>
                <a:rect l="l" t="t" r="r" b="b"/>
                <a:pathLst>
                  <a:path w="120000" h="1" extrusionOk="0">
                    <a:moveTo>
                      <a:pt x="0" y="1"/>
                    </a:moveTo>
                    <a:lnTo>
                      <a:pt x="0" y="0"/>
                    </a:lnTo>
                    <a:lnTo>
                      <a:pt x="0" y="1"/>
                    </a:lnTo>
                    <a:lnTo>
                      <a:pt x="0" y="1"/>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0" name="Google Shape;780;p35">
                <a:extLst>
                  <a:ext uri="{FF2B5EF4-FFF2-40B4-BE49-F238E27FC236}">
                    <a16:creationId xmlns:a16="http://schemas.microsoft.com/office/drawing/2014/main" id="{269C1DCD-F64D-083F-868D-014B0CB94709}"/>
                  </a:ext>
                </a:extLst>
              </p:cNvPr>
              <p:cNvSpPr/>
              <p:nvPr/>
            </p:nvSpPr>
            <p:spPr>
              <a:xfrm>
                <a:off x="2801051" y="1465104"/>
                <a:ext cx="36627" cy="17441"/>
              </a:xfrm>
              <a:custGeom>
                <a:avLst/>
                <a:gdLst/>
                <a:ahLst/>
                <a:cxnLst/>
                <a:rect l="l" t="t" r="r" b="b"/>
                <a:pathLst>
                  <a:path w="16" h="8" extrusionOk="0">
                    <a:moveTo>
                      <a:pt x="0" y="8"/>
                    </a:moveTo>
                    <a:cubicBezTo>
                      <a:pt x="11" y="2"/>
                      <a:pt x="11" y="2"/>
                      <a:pt x="11" y="2"/>
                    </a:cubicBezTo>
                    <a:cubicBezTo>
                      <a:pt x="12" y="1"/>
                      <a:pt x="14" y="0"/>
                      <a:pt x="16" y="0"/>
                    </a:cubicBezTo>
                    <a:cubicBezTo>
                      <a:pt x="5" y="6"/>
                      <a:pt x="5" y="6"/>
                      <a:pt x="5" y="6"/>
                    </a:cubicBezTo>
                    <a:cubicBezTo>
                      <a:pt x="3" y="6"/>
                      <a:pt x="2" y="7"/>
                      <a:pt x="0" y="8"/>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 name="Google Shape;781;p35">
                <a:extLst>
                  <a:ext uri="{FF2B5EF4-FFF2-40B4-BE49-F238E27FC236}">
                    <a16:creationId xmlns:a16="http://schemas.microsoft.com/office/drawing/2014/main" id="{FA70C91E-7DDB-3BD6-4544-BAAEFE3529C7}"/>
                  </a:ext>
                </a:extLst>
              </p:cNvPr>
              <p:cNvSpPr/>
              <p:nvPr/>
            </p:nvSpPr>
            <p:spPr>
              <a:xfrm>
                <a:off x="3024297" y="1857532"/>
                <a:ext cx="22674" cy="13953"/>
              </a:xfrm>
              <a:custGeom>
                <a:avLst/>
                <a:gdLst/>
                <a:ahLst/>
                <a:cxnLst/>
                <a:rect l="l" t="t" r="r" b="b"/>
                <a:pathLst>
                  <a:path w="10" h="6" extrusionOk="0">
                    <a:moveTo>
                      <a:pt x="10" y="0"/>
                    </a:moveTo>
                    <a:cubicBezTo>
                      <a:pt x="0" y="6"/>
                      <a:pt x="0" y="6"/>
                      <a:pt x="0" y="6"/>
                    </a:cubicBezTo>
                    <a:cubicBezTo>
                      <a:pt x="0" y="6"/>
                      <a:pt x="1" y="5"/>
                      <a:pt x="1" y="5"/>
                    </a:cubicBezTo>
                    <a:cubicBezTo>
                      <a:pt x="2" y="4"/>
                      <a:pt x="2" y="3"/>
                      <a:pt x="2" y="2"/>
                    </a:cubicBezTo>
                    <a:cubicBezTo>
                      <a:pt x="9" y="0"/>
                      <a:pt x="9" y="0"/>
                      <a:pt x="9" y="0"/>
                    </a:cubicBezTo>
                    <a:cubicBezTo>
                      <a:pt x="10" y="0"/>
                      <a:pt x="10" y="0"/>
                      <a:pt x="10" y="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2" name="Google Shape;782;p35">
                <a:extLst>
                  <a:ext uri="{FF2B5EF4-FFF2-40B4-BE49-F238E27FC236}">
                    <a16:creationId xmlns:a16="http://schemas.microsoft.com/office/drawing/2014/main" id="{D27FD8B6-31A6-CBF3-A7CF-66A349E17558}"/>
                  </a:ext>
                </a:extLst>
              </p:cNvPr>
              <p:cNvSpPr/>
              <p:nvPr/>
            </p:nvSpPr>
            <p:spPr>
              <a:xfrm>
                <a:off x="2893489" y="1644749"/>
                <a:ext cx="6976" cy="3488"/>
              </a:xfrm>
              <a:custGeom>
                <a:avLst/>
                <a:gdLst/>
                <a:ahLst/>
                <a:cxnLst/>
                <a:rect l="l" t="t" r="r" b="b"/>
                <a:pathLst>
                  <a:path w="3" h="2" extrusionOk="0">
                    <a:moveTo>
                      <a:pt x="2" y="1"/>
                    </a:moveTo>
                    <a:cubicBezTo>
                      <a:pt x="3" y="1"/>
                      <a:pt x="3" y="1"/>
                      <a:pt x="3" y="0"/>
                    </a:cubicBezTo>
                    <a:cubicBezTo>
                      <a:pt x="3" y="1"/>
                      <a:pt x="3" y="1"/>
                      <a:pt x="3" y="1"/>
                    </a:cubicBezTo>
                    <a:cubicBezTo>
                      <a:pt x="3" y="1"/>
                      <a:pt x="3" y="1"/>
                      <a:pt x="3" y="1"/>
                    </a:cubicBezTo>
                    <a:cubicBezTo>
                      <a:pt x="3" y="1"/>
                      <a:pt x="3" y="1"/>
                      <a:pt x="3" y="1"/>
                    </a:cubicBezTo>
                    <a:cubicBezTo>
                      <a:pt x="3" y="1"/>
                      <a:pt x="3" y="1"/>
                      <a:pt x="3" y="1"/>
                    </a:cubicBezTo>
                    <a:cubicBezTo>
                      <a:pt x="2" y="2"/>
                      <a:pt x="2" y="2"/>
                      <a:pt x="2" y="2"/>
                    </a:cubicBezTo>
                    <a:cubicBezTo>
                      <a:pt x="2" y="2"/>
                      <a:pt x="2" y="2"/>
                      <a:pt x="2" y="2"/>
                    </a:cubicBezTo>
                    <a:cubicBezTo>
                      <a:pt x="2" y="2"/>
                      <a:pt x="1" y="2"/>
                      <a:pt x="0" y="2"/>
                    </a:cubicBezTo>
                    <a:cubicBezTo>
                      <a:pt x="1" y="2"/>
                      <a:pt x="1" y="2"/>
                      <a:pt x="1" y="2"/>
                    </a:cubicBezTo>
                    <a:cubicBezTo>
                      <a:pt x="2" y="1"/>
                      <a:pt x="2" y="1"/>
                      <a:pt x="2" y="1"/>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 name="Google Shape;783;p35">
                <a:extLst>
                  <a:ext uri="{FF2B5EF4-FFF2-40B4-BE49-F238E27FC236}">
                    <a16:creationId xmlns:a16="http://schemas.microsoft.com/office/drawing/2014/main" id="{F2863FAD-6E3A-B9D6-F4EB-F1C60A25D177}"/>
                  </a:ext>
                </a:extLst>
              </p:cNvPr>
              <p:cNvSpPr/>
              <p:nvPr/>
            </p:nvSpPr>
            <p:spPr>
              <a:xfrm>
                <a:off x="2900465" y="1644749"/>
                <a:ext cx="1745" cy="0"/>
              </a:xfrm>
              <a:custGeom>
                <a:avLst/>
                <a:gdLst/>
                <a:ahLst/>
                <a:cxnLst/>
                <a:rect l="l" t="t" r="r" b="b"/>
                <a:pathLst>
                  <a:path w="1" h="120000" extrusionOk="0">
                    <a:moveTo>
                      <a:pt x="1" y="0"/>
                    </a:moveTo>
                    <a:lnTo>
                      <a:pt x="0" y="0"/>
                    </a:lnTo>
                    <a:lnTo>
                      <a:pt x="1" y="0"/>
                    </a:lnTo>
                    <a:lnTo>
                      <a:pt x="1"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4" name="Google Shape;784;p35">
                <a:extLst>
                  <a:ext uri="{FF2B5EF4-FFF2-40B4-BE49-F238E27FC236}">
                    <a16:creationId xmlns:a16="http://schemas.microsoft.com/office/drawing/2014/main" id="{3FBD8675-4913-2209-07C7-008AD01A874C}"/>
                  </a:ext>
                </a:extLst>
              </p:cNvPr>
              <p:cNvSpPr/>
              <p:nvPr/>
            </p:nvSpPr>
            <p:spPr>
              <a:xfrm>
                <a:off x="2896977" y="1646493"/>
                <a:ext cx="1745" cy="1745"/>
              </a:xfrm>
              <a:custGeom>
                <a:avLst/>
                <a:gdLst/>
                <a:ahLst/>
                <a:cxnLst/>
                <a:rect l="l" t="t" r="r" b="b"/>
                <a:pathLst>
                  <a:path w="1" h="1" extrusionOk="0">
                    <a:moveTo>
                      <a:pt x="0" y="1"/>
                    </a:moveTo>
                    <a:lnTo>
                      <a:pt x="1" y="0"/>
                    </a:lnTo>
                    <a:lnTo>
                      <a:pt x="0" y="1"/>
                    </a:lnTo>
                    <a:lnTo>
                      <a:pt x="0" y="1"/>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5" name="Google Shape;785;p35">
                <a:extLst>
                  <a:ext uri="{FF2B5EF4-FFF2-40B4-BE49-F238E27FC236}">
                    <a16:creationId xmlns:a16="http://schemas.microsoft.com/office/drawing/2014/main" id="{E4A66E69-0914-0F62-9150-00CB70DA6CAF}"/>
                  </a:ext>
                </a:extLst>
              </p:cNvPr>
              <p:cNvSpPr/>
              <p:nvPr/>
            </p:nvSpPr>
            <p:spPr>
              <a:xfrm>
                <a:off x="2898721" y="1644749"/>
                <a:ext cx="1745" cy="1745"/>
              </a:xfrm>
              <a:custGeom>
                <a:avLst/>
                <a:gdLst/>
                <a:ahLst/>
                <a:cxnLst/>
                <a:rect l="l" t="t" r="r" b="b"/>
                <a:pathLst>
                  <a:path w="1" h="1" extrusionOk="0">
                    <a:moveTo>
                      <a:pt x="0" y="1"/>
                    </a:moveTo>
                    <a:cubicBezTo>
                      <a:pt x="1" y="1"/>
                      <a:pt x="1" y="1"/>
                      <a:pt x="1" y="0"/>
                    </a:cubicBezTo>
                    <a:cubicBezTo>
                      <a:pt x="1" y="1"/>
                      <a:pt x="1" y="1"/>
                      <a:pt x="1" y="1"/>
                    </a:cubicBezTo>
                    <a:lnTo>
                      <a:pt x="0" y="1"/>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6" name="Google Shape;786;p35">
                <a:extLst>
                  <a:ext uri="{FF2B5EF4-FFF2-40B4-BE49-F238E27FC236}">
                    <a16:creationId xmlns:a16="http://schemas.microsoft.com/office/drawing/2014/main" id="{D1E6AE62-755B-B920-52AF-A19C191FA4DD}"/>
                  </a:ext>
                </a:extLst>
              </p:cNvPr>
              <p:cNvSpPr/>
              <p:nvPr/>
            </p:nvSpPr>
            <p:spPr>
              <a:xfrm>
                <a:off x="2900465" y="1644749"/>
                <a:ext cx="1745" cy="0"/>
              </a:xfrm>
              <a:custGeom>
                <a:avLst/>
                <a:gdLst/>
                <a:ahLst/>
                <a:cxnLst/>
                <a:rect l="l" t="t" r="r" b="b"/>
                <a:pathLst>
                  <a:path w="1" h="120000" extrusionOk="0">
                    <a:moveTo>
                      <a:pt x="1" y="0"/>
                    </a:moveTo>
                    <a:lnTo>
                      <a:pt x="0" y="0"/>
                    </a:lnTo>
                    <a:lnTo>
                      <a:pt x="1" y="0"/>
                    </a:lnTo>
                    <a:lnTo>
                      <a:pt x="1"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7" name="Google Shape;787;p35">
                <a:extLst>
                  <a:ext uri="{FF2B5EF4-FFF2-40B4-BE49-F238E27FC236}">
                    <a16:creationId xmlns:a16="http://schemas.microsoft.com/office/drawing/2014/main" id="{615C0F78-7AB9-C47B-6A6B-4357824285F8}"/>
                  </a:ext>
                </a:extLst>
              </p:cNvPr>
              <p:cNvSpPr/>
              <p:nvPr/>
            </p:nvSpPr>
            <p:spPr>
              <a:xfrm>
                <a:off x="3022553" y="1857532"/>
                <a:ext cx="24418" cy="13953"/>
              </a:xfrm>
              <a:custGeom>
                <a:avLst/>
                <a:gdLst/>
                <a:ahLst/>
                <a:cxnLst/>
                <a:rect l="l" t="t" r="r" b="b"/>
                <a:pathLst>
                  <a:path w="11" h="6" extrusionOk="0">
                    <a:moveTo>
                      <a:pt x="11" y="0"/>
                    </a:moveTo>
                    <a:cubicBezTo>
                      <a:pt x="1" y="6"/>
                      <a:pt x="1" y="6"/>
                      <a:pt x="1" y="6"/>
                    </a:cubicBezTo>
                    <a:cubicBezTo>
                      <a:pt x="1" y="6"/>
                      <a:pt x="0" y="6"/>
                      <a:pt x="0" y="6"/>
                    </a:cubicBezTo>
                    <a:cubicBezTo>
                      <a:pt x="2" y="5"/>
                      <a:pt x="2" y="5"/>
                      <a:pt x="2" y="5"/>
                    </a:cubicBezTo>
                    <a:cubicBezTo>
                      <a:pt x="10" y="0"/>
                      <a:pt x="10" y="0"/>
                      <a:pt x="10" y="0"/>
                    </a:cubicBezTo>
                    <a:cubicBezTo>
                      <a:pt x="11" y="0"/>
                      <a:pt x="11" y="0"/>
                      <a:pt x="11" y="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8" name="Google Shape;788;p35">
                <a:extLst>
                  <a:ext uri="{FF2B5EF4-FFF2-40B4-BE49-F238E27FC236}">
                    <a16:creationId xmlns:a16="http://schemas.microsoft.com/office/drawing/2014/main" id="{33086718-1B3C-A95A-1C4E-521F1F817E53}"/>
                  </a:ext>
                </a:extLst>
              </p:cNvPr>
              <p:cNvSpPr/>
              <p:nvPr/>
            </p:nvSpPr>
            <p:spPr>
              <a:xfrm>
                <a:off x="2860350" y="1639516"/>
                <a:ext cx="48835" cy="69765"/>
              </a:xfrm>
              <a:custGeom>
                <a:avLst/>
                <a:gdLst/>
                <a:ahLst/>
                <a:cxnLst/>
                <a:rect l="l" t="t" r="r" b="b"/>
                <a:pathLst>
                  <a:path w="22" h="31" extrusionOk="0">
                    <a:moveTo>
                      <a:pt x="22" y="0"/>
                    </a:moveTo>
                    <a:cubicBezTo>
                      <a:pt x="21" y="0"/>
                      <a:pt x="21" y="1"/>
                      <a:pt x="20" y="1"/>
                    </a:cubicBezTo>
                    <a:cubicBezTo>
                      <a:pt x="20" y="1"/>
                      <a:pt x="20" y="1"/>
                      <a:pt x="20" y="1"/>
                    </a:cubicBezTo>
                    <a:cubicBezTo>
                      <a:pt x="19" y="2"/>
                      <a:pt x="19" y="2"/>
                      <a:pt x="19" y="2"/>
                    </a:cubicBezTo>
                    <a:cubicBezTo>
                      <a:pt x="18" y="2"/>
                      <a:pt x="18" y="2"/>
                      <a:pt x="18" y="2"/>
                    </a:cubicBezTo>
                    <a:cubicBezTo>
                      <a:pt x="18" y="2"/>
                      <a:pt x="18" y="2"/>
                      <a:pt x="18" y="2"/>
                    </a:cubicBezTo>
                    <a:cubicBezTo>
                      <a:pt x="18" y="3"/>
                      <a:pt x="18" y="3"/>
                      <a:pt x="18" y="3"/>
                    </a:cubicBezTo>
                    <a:cubicBezTo>
                      <a:pt x="18" y="3"/>
                      <a:pt x="18" y="3"/>
                      <a:pt x="18" y="3"/>
                    </a:cubicBezTo>
                    <a:cubicBezTo>
                      <a:pt x="18" y="3"/>
                      <a:pt x="18" y="3"/>
                      <a:pt x="18" y="3"/>
                    </a:cubicBezTo>
                    <a:cubicBezTo>
                      <a:pt x="18" y="3"/>
                      <a:pt x="18" y="3"/>
                      <a:pt x="18" y="3"/>
                    </a:cubicBezTo>
                    <a:cubicBezTo>
                      <a:pt x="17" y="4"/>
                      <a:pt x="17" y="4"/>
                      <a:pt x="17" y="4"/>
                    </a:cubicBezTo>
                    <a:cubicBezTo>
                      <a:pt x="17" y="4"/>
                      <a:pt x="17" y="4"/>
                      <a:pt x="17" y="4"/>
                    </a:cubicBezTo>
                    <a:cubicBezTo>
                      <a:pt x="17" y="4"/>
                      <a:pt x="17" y="4"/>
                      <a:pt x="17" y="4"/>
                    </a:cubicBezTo>
                    <a:cubicBezTo>
                      <a:pt x="17" y="4"/>
                      <a:pt x="17" y="4"/>
                      <a:pt x="17" y="4"/>
                    </a:cubicBezTo>
                    <a:cubicBezTo>
                      <a:pt x="16" y="5"/>
                      <a:pt x="16" y="5"/>
                      <a:pt x="16" y="5"/>
                    </a:cubicBezTo>
                    <a:cubicBezTo>
                      <a:pt x="16" y="5"/>
                      <a:pt x="16" y="5"/>
                      <a:pt x="16" y="5"/>
                    </a:cubicBezTo>
                    <a:cubicBezTo>
                      <a:pt x="16" y="5"/>
                      <a:pt x="16" y="6"/>
                      <a:pt x="15" y="6"/>
                    </a:cubicBezTo>
                    <a:cubicBezTo>
                      <a:pt x="15" y="7"/>
                      <a:pt x="15" y="7"/>
                      <a:pt x="15" y="7"/>
                    </a:cubicBezTo>
                    <a:cubicBezTo>
                      <a:pt x="15" y="7"/>
                      <a:pt x="15" y="7"/>
                      <a:pt x="15" y="7"/>
                    </a:cubicBezTo>
                    <a:cubicBezTo>
                      <a:pt x="15" y="8"/>
                      <a:pt x="15" y="8"/>
                      <a:pt x="15" y="8"/>
                    </a:cubicBezTo>
                    <a:cubicBezTo>
                      <a:pt x="14" y="9"/>
                      <a:pt x="14" y="9"/>
                      <a:pt x="14" y="9"/>
                    </a:cubicBezTo>
                    <a:cubicBezTo>
                      <a:pt x="14" y="9"/>
                      <a:pt x="14" y="9"/>
                      <a:pt x="14" y="9"/>
                    </a:cubicBezTo>
                    <a:cubicBezTo>
                      <a:pt x="14" y="9"/>
                      <a:pt x="14" y="9"/>
                      <a:pt x="14" y="9"/>
                    </a:cubicBezTo>
                    <a:cubicBezTo>
                      <a:pt x="14" y="10"/>
                      <a:pt x="14" y="10"/>
                      <a:pt x="14" y="10"/>
                    </a:cubicBezTo>
                    <a:cubicBezTo>
                      <a:pt x="13" y="11"/>
                      <a:pt x="13" y="12"/>
                      <a:pt x="13" y="13"/>
                    </a:cubicBezTo>
                    <a:cubicBezTo>
                      <a:pt x="13" y="14"/>
                      <a:pt x="13" y="14"/>
                      <a:pt x="13" y="14"/>
                    </a:cubicBezTo>
                    <a:cubicBezTo>
                      <a:pt x="13" y="15"/>
                      <a:pt x="13" y="15"/>
                      <a:pt x="13" y="15"/>
                    </a:cubicBezTo>
                    <a:cubicBezTo>
                      <a:pt x="13" y="17"/>
                      <a:pt x="13" y="19"/>
                      <a:pt x="13" y="20"/>
                    </a:cubicBezTo>
                    <a:cubicBezTo>
                      <a:pt x="14" y="22"/>
                      <a:pt x="14" y="23"/>
                      <a:pt x="14" y="25"/>
                    </a:cubicBezTo>
                    <a:cubicBezTo>
                      <a:pt x="4" y="31"/>
                      <a:pt x="4" y="31"/>
                      <a:pt x="4" y="31"/>
                    </a:cubicBezTo>
                    <a:cubicBezTo>
                      <a:pt x="0" y="21"/>
                      <a:pt x="3" y="10"/>
                      <a:pt x="11" y="6"/>
                    </a:cubicBezTo>
                    <a:cubicBezTo>
                      <a:pt x="21" y="0"/>
                      <a:pt x="21" y="0"/>
                      <a:pt x="21" y="0"/>
                    </a:cubicBezTo>
                    <a:lnTo>
                      <a:pt x="2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9" name="Google Shape;789;p35">
                <a:extLst>
                  <a:ext uri="{FF2B5EF4-FFF2-40B4-BE49-F238E27FC236}">
                    <a16:creationId xmlns:a16="http://schemas.microsoft.com/office/drawing/2014/main" id="{AA9CAD16-F053-380F-2A86-591B16933E24}"/>
                  </a:ext>
                </a:extLst>
              </p:cNvPr>
              <p:cNvSpPr/>
              <p:nvPr/>
            </p:nvSpPr>
            <p:spPr>
              <a:xfrm>
                <a:off x="2884768" y="1636028"/>
                <a:ext cx="33139" cy="17441"/>
              </a:xfrm>
              <a:custGeom>
                <a:avLst/>
                <a:gdLst/>
                <a:ahLst/>
                <a:cxnLst/>
                <a:rect l="l" t="t" r="r" b="b"/>
                <a:pathLst>
                  <a:path w="15" h="8" extrusionOk="0">
                    <a:moveTo>
                      <a:pt x="15" y="0"/>
                    </a:moveTo>
                    <a:cubicBezTo>
                      <a:pt x="13" y="1"/>
                      <a:pt x="12" y="2"/>
                      <a:pt x="10" y="3"/>
                    </a:cubicBezTo>
                    <a:cubicBezTo>
                      <a:pt x="9" y="3"/>
                      <a:pt x="9" y="3"/>
                      <a:pt x="9" y="3"/>
                    </a:cubicBezTo>
                    <a:cubicBezTo>
                      <a:pt x="8" y="4"/>
                      <a:pt x="8" y="4"/>
                      <a:pt x="8" y="4"/>
                    </a:cubicBezTo>
                    <a:cubicBezTo>
                      <a:pt x="7" y="4"/>
                      <a:pt x="7" y="4"/>
                      <a:pt x="7" y="4"/>
                    </a:cubicBezTo>
                    <a:cubicBezTo>
                      <a:pt x="7" y="4"/>
                      <a:pt x="7" y="4"/>
                      <a:pt x="7" y="4"/>
                    </a:cubicBezTo>
                    <a:cubicBezTo>
                      <a:pt x="7" y="5"/>
                      <a:pt x="7" y="5"/>
                      <a:pt x="7" y="5"/>
                    </a:cubicBezTo>
                    <a:cubicBezTo>
                      <a:pt x="6" y="5"/>
                      <a:pt x="6" y="5"/>
                      <a:pt x="6" y="5"/>
                    </a:cubicBezTo>
                    <a:cubicBezTo>
                      <a:pt x="6" y="5"/>
                      <a:pt x="6" y="5"/>
                      <a:pt x="6" y="5"/>
                    </a:cubicBezTo>
                    <a:cubicBezTo>
                      <a:pt x="5" y="6"/>
                      <a:pt x="5" y="6"/>
                      <a:pt x="5" y="6"/>
                    </a:cubicBezTo>
                    <a:cubicBezTo>
                      <a:pt x="5" y="6"/>
                      <a:pt x="5" y="6"/>
                      <a:pt x="5" y="6"/>
                    </a:cubicBezTo>
                    <a:cubicBezTo>
                      <a:pt x="4" y="6"/>
                      <a:pt x="4" y="6"/>
                      <a:pt x="4" y="6"/>
                    </a:cubicBezTo>
                    <a:cubicBezTo>
                      <a:pt x="3" y="7"/>
                      <a:pt x="2" y="7"/>
                      <a:pt x="0" y="8"/>
                    </a:cubicBezTo>
                    <a:cubicBezTo>
                      <a:pt x="10" y="2"/>
                      <a:pt x="10" y="2"/>
                      <a:pt x="10" y="2"/>
                    </a:cubicBezTo>
                    <a:cubicBezTo>
                      <a:pt x="11" y="2"/>
                      <a:pt x="11" y="2"/>
                      <a:pt x="11" y="2"/>
                    </a:cubicBezTo>
                    <a:cubicBezTo>
                      <a:pt x="11" y="2"/>
                      <a:pt x="12" y="1"/>
                      <a:pt x="12" y="1"/>
                    </a:cubicBezTo>
                    <a:cubicBezTo>
                      <a:pt x="13" y="1"/>
                      <a:pt x="13" y="1"/>
                      <a:pt x="13" y="1"/>
                    </a:cubicBezTo>
                    <a:cubicBezTo>
                      <a:pt x="13" y="1"/>
                      <a:pt x="13" y="1"/>
                      <a:pt x="13" y="1"/>
                    </a:cubicBezTo>
                    <a:cubicBezTo>
                      <a:pt x="13" y="1"/>
                      <a:pt x="13" y="1"/>
                      <a:pt x="13" y="1"/>
                    </a:cubicBezTo>
                    <a:cubicBezTo>
                      <a:pt x="14" y="1"/>
                      <a:pt x="14" y="1"/>
                      <a:pt x="14" y="1"/>
                    </a:cubicBezTo>
                    <a:cubicBezTo>
                      <a:pt x="14" y="0"/>
                      <a:pt x="15" y="0"/>
                      <a:pt x="15" y="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0" name="Google Shape;790;p35">
                <a:extLst>
                  <a:ext uri="{FF2B5EF4-FFF2-40B4-BE49-F238E27FC236}">
                    <a16:creationId xmlns:a16="http://schemas.microsoft.com/office/drawing/2014/main" id="{72255634-2C3F-DB25-E187-A6177A6E795F}"/>
                  </a:ext>
                </a:extLst>
              </p:cNvPr>
              <p:cNvSpPr/>
              <p:nvPr/>
            </p:nvSpPr>
            <p:spPr>
              <a:xfrm>
                <a:off x="2912674" y="1731955"/>
                <a:ext cx="24418" cy="13953"/>
              </a:xfrm>
              <a:custGeom>
                <a:avLst/>
                <a:gdLst/>
                <a:ahLst/>
                <a:cxnLst/>
                <a:rect l="l" t="t" r="r" b="b"/>
                <a:pathLst>
                  <a:path w="14" h="8" extrusionOk="0">
                    <a:moveTo>
                      <a:pt x="14" y="0"/>
                    </a:moveTo>
                    <a:lnTo>
                      <a:pt x="1" y="8"/>
                    </a:lnTo>
                    <a:lnTo>
                      <a:pt x="0" y="8"/>
                    </a:lnTo>
                    <a:lnTo>
                      <a:pt x="14" y="0"/>
                    </a:lnTo>
                    <a:lnTo>
                      <a:pt x="14"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1" name="Google Shape;791;p35">
                <a:extLst>
                  <a:ext uri="{FF2B5EF4-FFF2-40B4-BE49-F238E27FC236}">
                    <a16:creationId xmlns:a16="http://schemas.microsoft.com/office/drawing/2014/main" id="{B22673BE-EE31-C52A-6845-EA09DA2D3B8C}"/>
                  </a:ext>
                </a:extLst>
              </p:cNvPr>
              <p:cNvSpPr/>
              <p:nvPr/>
            </p:nvSpPr>
            <p:spPr>
              <a:xfrm>
                <a:off x="2869071" y="1695328"/>
                <a:ext cx="24418" cy="13953"/>
              </a:xfrm>
              <a:custGeom>
                <a:avLst/>
                <a:gdLst/>
                <a:ahLst/>
                <a:cxnLst/>
                <a:rect l="l" t="t" r="r" b="b"/>
                <a:pathLst>
                  <a:path w="14" h="8" extrusionOk="0">
                    <a:moveTo>
                      <a:pt x="14" y="0"/>
                    </a:moveTo>
                    <a:lnTo>
                      <a:pt x="0" y="8"/>
                    </a:lnTo>
                    <a:lnTo>
                      <a:pt x="0" y="8"/>
                    </a:lnTo>
                    <a:lnTo>
                      <a:pt x="13" y="0"/>
                    </a:lnTo>
                    <a:lnTo>
                      <a:pt x="14"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2" name="Google Shape;792;p35">
                <a:extLst>
                  <a:ext uri="{FF2B5EF4-FFF2-40B4-BE49-F238E27FC236}">
                    <a16:creationId xmlns:a16="http://schemas.microsoft.com/office/drawing/2014/main" id="{C66FBFDD-028A-56DD-9550-70A8F1353412}"/>
                  </a:ext>
                </a:extLst>
              </p:cNvPr>
              <p:cNvSpPr/>
              <p:nvPr/>
            </p:nvSpPr>
            <p:spPr>
              <a:xfrm>
                <a:off x="2869071" y="1695328"/>
                <a:ext cx="68021" cy="50580"/>
              </a:xfrm>
              <a:custGeom>
                <a:avLst/>
                <a:gdLst/>
                <a:ahLst/>
                <a:cxnLst/>
                <a:rect l="l" t="t" r="r" b="b"/>
                <a:pathLst>
                  <a:path w="30" h="22" extrusionOk="0">
                    <a:moveTo>
                      <a:pt x="30" y="16"/>
                    </a:moveTo>
                    <a:cubicBezTo>
                      <a:pt x="19" y="22"/>
                      <a:pt x="19" y="22"/>
                      <a:pt x="19" y="22"/>
                    </a:cubicBezTo>
                    <a:cubicBezTo>
                      <a:pt x="11" y="21"/>
                      <a:pt x="3" y="15"/>
                      <a:pt x="0" y="6"/>
                    </a:cubicBezTo>
                    <a:cubicBezTo>
                      <a:pt x="11" y="0"/>
                      <a:pt x="11" y="0"/>
                      <a:pt x="11" y="0"/>
                    </a:cubicBezTo>
                    <a:cubicBezTo>
                      <a:pt x="14" y="9"/>
                      <a:pt x="22" y="15"/>
                      <a:pt x="30" y="1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3" name="Google Shape;793;p35">
                <a:extLst>
                  <a:ext uri="{FF2B5EF4-FFF2-40B4-BE49-F238E27FC236}">
                    <a16:creationId xmlns:a16="http://schemas.microsoft.com/office/drawing/2014/main" id="{D24B4479-4AE5-CDB0-4289-AC1BD57DEE2D}"/>
                  </a:ext>
                </a:extLst>
              </p:cNvPr>
              <p:cNvSpPr/>
              <p:nvPr/>
            </p:nvSpPr>
            <p:spPr>
              <a:xfrm>
                <a:off x="2959765" y="1857532"/>
                <a:ext cx="85462" cy="31394"/>
              </a:xfrm>
              <a:custGeom>
                <a:avLst/>
                <a:gdLst/>
                <a:ahLst/>
                <a:cxnLst/>
                <a:rect l="l" t="t" r="r" b="b"/>
                <a:pathLst>
                  <a:path w="49" h="18" extrusionOk="0">
                    <a:moveTo>
                      <a:pt x="49" y="0"/>
                    </a:moveTo>
                    <a:lnTo>
                      <a:pt x="38" y="7"/>
                    </a:lnTo>
                    <a:lnTo>
                      <a:pt x="36" y="8"/>
                    </a:lnTo>
                    <a:lnTo>
                      <a:pt x="0" y="18"/>
                    </a:lnTo>
                    <a:lnTo>
                      <a:pt x="14" y="10"/>
                    </a:lnTo>
                    <a:lnTo>
                      <a:pt x="40" y="3"/>
                    </a:lnTo>
                    <a:lnTo>
                      <a:pt x="4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4" name="Google Shape;794;p35">
                <a:extLst>
                  <a:ext uri="{FF2B5EF4-FFF2-40B4-BE49-F238E27FC236}">
                    <a16:creationId xmlns:a16="http://schemas.microsoft.com/office/drawing/2014/main" id="{25CB6BF2-B3F8-FF33-2864-75B33B42E424}"/>
                  </a:ext>
                </a:extLst>
              </p:cNvPr>
              <p:cNvSpPr/>
              <p:nvPr/>
            </p:nvSpPr>
            <p:spPr>
              <a:xfrm>
                <a:off x="2914418" y="1731955"/>
                <a:ext cx="48835" cy="143018"/>
              </a:xfrm>
              <a:custGeom>
                <a:avLst/>
                <a:gdLst/>
                <a:ahLst/>
                <a:cxnLst/>
                <a:rect l="l" t="t" r="r" b="b"/>
                <a:pathLst>
                  <a:path w="28" h="82" extrusionOk="0">
                    <a:moveTo>
                      <a:pt x="28" y="75"/>
                    </a:moveTo>
                    <a:lnTo>
                      <a:pt x="15" y="82"/>
                    </a:lnTo>
                    <a:lnTo>
                      <a:pt x="0" y="8"/>
                    </a:lnTo>
                    <a:lnTo>
                      <a:pt x="13" y="0"/>
                    </a:lnTo>
                    <a:lnTo>
                      <a:pt x="28" y="7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5" name="Google Shape;795;p35">
                <a:extLst>
                  <a:ext uri="{FF2B5EF4-FFF2-40B4-BE49-F238E27FC236}">
                    <a16:creationId xmlns:a16="http://schemas.microsoft.com/office/drawing/2014/main" id="{79EE8C0E-FF1D-7E76-EFA4-B596F52BA673}"/>
                  </a:ext>
                </a:extLst>
              </p:cNvPr>
              <p:cNvSpPr/>
              <p:nvPr/>
            </p:nvSpPr>
            <p:spPr>
              <a:xfrm>
                <a:off x="2900465" y="1636028"/>
                <a:ext cx="17441" cy="8721"/>
              </a:xfrm>
              <a:custGeom>
                <a:avLst/>
                <a:gdLst/>
                <a:ahLst/>
                <a:cxnLst/>
                <a:rect l="l" t="t" r="r" b="b"/>
                <a:pathLst>
                  <a:path w="8" h="4" extrusionOk="0">
                    <a:moveTo>
                      <a:pt x="1" y="4"/>
                    </a:moveTo>
                    <a:cubicBezTo>
                      <a:pt x="0" y="4"/>
                      <a:pt x="0" y="4"/>
                      <a:pt x="0" y="4"/>
                    </a:cubicBezTo>
                    <a:cubicBezTo>
                      <a:pt x="1" y="4"/>
                      <a:pt x="1" y="4"/>
                      <a:pt x="1" y="4"/>
                    </a:cubicBezTo>
                    <a:cubicBezTo>
                      <a:pt x="1" y="4"/>
                      <a:pt x="1" y="4"/>
                      <a:pt x="2" y="3"/>
                    </a:cubicBezTo>
                    <a:cubicBezTo>
                      <a:pt x="2" y="3"/>
                      <a:pt x="2" y="3"/>
                      <a:pt x="2" y="3"/>
                    </a:cubicBezTo>
                    <a:cubicBezTo>
                      <a:pt x="3" y="3"/>
                      <a:pt x="3" y="2"/>
                      <a:pt x="4" y="2"/>
                    </a:cubicBezTo>
                    <a:cubicBezTo>
                      <a:pt x="4" y="2"/>
                      <a:pt x="5" y="1"/>
                      <a:pt x="5" y="1"/>
                    </a:cubicBezTo>
                    <a:cubicBezTo>
                      <a:pt x="6" y="1"/>
                      <a:pt x="6" y="1"/>
                      <a:pt x="6" y="1"/>
                    </a:cubicBezTo>
                    <a:cubicBezTo>
                      <a:pt x="6" y="1"/>
                      <a:pt x="6" y="1"/>
                      <a:pt x="6" y="1"/>
                    </a:cubicBezTo>
                    <a:cubicBezTo>
                      <a:pt x="6" y="1"/>
                      <a:pt x="6" y="1"/>
                      <a:pt x="6" y="1"/>
                    </a:cubicBezTo>
                    <a:cubicBezTo>
                      <a:pt x="7" y="1"/>
                      <a:pt x="7" y="1"/>
                      <a:pt x="7" y="1"/>
                    </a:cubicBezTo>
                    <a:cubicBezTo>
                      <a:pt x="7" y="0"/>
                      <a:pt x="8" y="0"/>
                      <a:pt x="8" y="0"/>
                    </a:cubicBezTo>
                    <a:cubicBezTo>
                      <a:pt x="6" y="1"/>
                      <a:pt x="5" y="2"/>
                      <a:pt x="3" y="3"/>
                    </a:cubicBezTo>
                    <a:cubicBezTo>
                      <a:pt x="2" y="3"/>
                      <a:pt x="2" y="3"/>
                      <a:pt x="2" y="3"/>
                    </a:cubicBezTo>
                    <a:lnTo>
                      <a:pt x="1" y="4"/>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6" name="Google Shape;796;p35">
                <a:extLst>
                  <a:ext uri="{FF2B5EF4-FFF2-40B4-BE49-F238E27FC236}">
                    <a16:creationId xmlns:a16="http://schemas.microsoft.com/office/drawing/2014/main" id="{FEE89886-74D5-2904-EBB3-82779F3CE939}"/>
                  </a:ext>
                </a:extLst>
              </p:cNvPr>
              <p:cNvSpPr/>
              <p:nvPr/>
            </p:nvSpPr>
            <p:spPr>
              <a:xfrm>
                <a:off x="2890001" y="1646493"/>
                <a:ext cx="139529" cy="228481"/>
              </a:xfrm>
              <a:custGeom>
                <a:avLst/>
                <a:gdLst/>
                <a:ahLst/>
                <a:cxnLst/>
                <a:rect l="l" t="t" r="r" b="b"/>
                <a:pathLst>
                  <a:path w="62" h="102" extrusionOk="0">
                    <a:moveTo>
                      <a:pt x="62" y="96"/>
                    </a:moveTo>
                    <a:cubicBezTo>
                      <a:pt x="42" y="102"/>
                      <a:pt x="42" y="102"/>
                      <a:pt x="42" y="102"/>
                    </a:cubicBezTo>
                    <a:cubicBezTo>
                      <a:pt x="39" y="102"/>
                      <a:pt x="35" y="100"/>
                      <a:pt x="34" y="97"/>
                    </a:cubicBezTo>
                    <a:cubicBezTo>
                      <a:pt x="34" y="96"/>
                      <a:pt x="33" y="96"/>
                      <a:pt x="33" y="96"/>
                    </a:cubicBezTo>
                    <a:cubicBezTo>
                      <a:pt x="21" y="39"/>
                      <a:pt x="21" y="39"/>
                      <a:pt x="21" y="39"/>
                    </a:cubicBezTo>
                    <a:cubicBezTo>
                      <a:pt x="21" y="38"/>
                      <a:pt x="21" y="38"/>
                      <a:pt x="21" y="38"/>
                    </a:cubicBezTo>
                    <a:cubicBezTo>
                      <a:pt x="21" y="38"/>
                      <a:pt x="21" y="38"/>
                      <a:pt x="21" y="38"/>
                    </a:cubicBezTo>
                    <a:cubicBezTo>
                      <a:pt x="13" y="37"/>
                      <a:pt x="5" y="31"/>
                      <a:pt x="2" y="22"/>
                    </a:cubicBezTo>
                    <a:cubicBezTo>
                      <a:pt x="1" y="22"/>
                      <a:pt x="1" y="22"/>
                      <a:pt x="1" y="22"/>
                    </a:cubicBezTo>
                    <a:cubicBezTo>
                      <a:pt x="1" y="20"/>
                      <a:pt x="1" y="19"/>
                      <a:pt x="0" y="17"/>
                    </a:cubicBezTo>
                    <a:cubicBezTo>
                      <a:pt x="0" y="16"/>
                      <a:pt x="0" y="14"/>
                      <a:pt x="0" y="12"/>
                    </a:cubicBezTo>
                    <a:cubicBezTo>
                      <a:pt x="0" y="11"/>
                      <a:pt x="0" y="11"/>
                      <a:pt x="0" y="11"/>
                    </a:cubicBezTo>
                    <a:cubicBezTo>
                      <a:pt x="0" y="11"/>
                      <a:pt x="0" y="11"/>
                      <a:pt x="0" y="10"/>
                    </a:cubicBezTo>
                    <a:cubicBezTo>
                      <a:pt x="0" y="9"/>
                      <a:pt x="1" y="8"/>
                      <a:pt x="1" y="7"/>
                    </a:cubicBezTo>
                    <a:cubicBezTo>
                      <a:pt x="1" y="6"/>
                      <a:pt x="1" y="6"/>
                      <a:pt x="1" y="6"/>
                    </a:cubicBezTo>
                    <a:cubicBezTo>
                      <a:pt x="1" y="6"/>
                      <a:pt x="1" y="6"/>
                      <a:pt x="1" y="6"/>
                    </a:cubicBezTo>
                    <a:cubicBezTo>
                      <a:pt x="1" y="6"/>
                      <a:pt x="1" y="6"/>
                      <a:pt x="1" y="6"/>
                    </a:cubicBezTo>
                    <a:cubicBezTo>
                      <a:pt x="2" y="5"/>
                      <a:pt x="2" y="5"/>
                      <a:pt x="2" y="5"/>
                    </a:cubicBezTo>
                    <a:cubicBezTo>
                      <a:pt x="2" y="4"/>
                      <a:pt x="2" y="4"/>
                      <a:pt x="2" y="4"/>
                    </a:cubicBezTo>
                    <a:cubicBezTo>
                      <a:pt x="2" y="4"/>
                      <a:pt x="2" y="4"/>
                      <a:pt x="2" y="4"/>
                    </a:cubicBezTo>
                    <a:cubicBezTo>
                      <a:pt x="2" y="3"/>
                      <a:pt x="2" y="3"/>
                      <a:pt x="2" y="3"/>
                    </a:cubicBezTo>
                    <a:cubicBezTo>
                      <a:pt x="3" y="3"/>
                      <a:pt x="3" y="2"/>
                      <a:pt x="3" y="2"/>
                    </a:cubicBezTo>
                    <a:cubicBezTo>
                      <a:pt x="3" y="2"/>
                      <a:pt x="3" y="2"/>
                      <a:pt x="3" y="2"/>
                    </a:cubicBezTo>
                    <a:cubicBezTo>
                      <a:pt x="4" y="1"/>
                      <a:pt x="4" y="1"/>
                      <a:pt x="4" y="1"/>
                    </a:cubicBezTo>
                    <a:cubicBezTo>
                      <a:pt x="4" y="1"/>
                      <a:pt x="4" y="1"/>
                      <a:pt x="4" y="1"/>
                    </a:cubicBezTo>
                    <a:cubicBezTo>
                      <a:pt x="4" y="1"/>
                      <a:pt x="4" y="1"/>
                      <a:pt x="4" y="1"/>
                    </a:cubicBezTo>
                    <a:cubicBezTo>
                      <a:pt x="4" y="1"/>
                      <a:pt x="4" y="1"/>
                      <a:pt x="4" y="1"/>
                    </a:cubicBezTo>
                    <a:cubicBezTo>
                      <a:pt x="5" y="0"/>
                      <a:pt x="5" y="0"/>
                      <a:pt x="5" y="0"/>
                    </a:cubicBezTo>
                    <a:cubicBezTo>
                      <a:pt x="4" y="1"/>
                      <a:pt x="4" y="1"/>
                      <a:pt x="4" y="1"/>
                    </a:cubicBezTo>
                    <a:cubicBezTo>
                      <a:pt x="5" y="1"/>
                      <a:pt x="6" y="1"/>
                      <a:pt x="7" y="1"/>
                    </a:cubicBezTo>
                    <a:cubicBezTo>
                      <a:pt x="11" y="0"/>
                      <a:pt x="15" y="2"/>
                      <a:pt x="19" y="4"/>
                    </a:cubicBezTo>
                    <a:cubicBezTo>
                      <a:pt x="24" y="7"/>
                      <a:pt x="28" y="11"/>
                      <a:pt x="30" y="17"/>
                    </a:cubicBezTo>
                    <a:cubicBezTo>
                      <a:pt x="30" y="17"/>
                      <a:pt x="30" y="17"/>
                      <a:pt x="30" y="17"/>
                    </a:cubicBezTo>
                    <a:cubicBezTo>
                      <a:pt x="33" y="25"/>
                      <a:pt x="32" y="33"/>
                      <a:pt x="27" y="38"/>
                    </a:cubicBezTo>
                    <a:cubicBezTo>
                      <a:pt x="27" y="38"/>
                      <a:pt x="27" y="38"/>
                      <a:pt x="27" y="38"/>
                    </a:cubicBezTo>
                    <a:cubicBezTo>
                      <a:pt x="61" y="92"/>
                      <a:pt x="61" y="92"/>
                      <a:pt x="61" y="92"/>
                    </a:cubicBezTo>
                    <a:cubicBezTo>
                      <a:pt x="62" y="92"/>
                      <a:pt x="62" y="93"/>
                      <a:pt x="62" y="93"/>
                    </a:cubicBezTo>
                    <a:cubicBezTo>
                      <a:pt x="62" y="94"/>
                      <a:pt x="62" y="95"/>
                      <a:pt x="62" y="9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7" name="Google Shape;797;p35">
                <a:extLst>
                  <a:ext uri="{FF2B5EF4-FFF2-40B4-BE49-F238E27FC236}">
                    <a16:creationId xmlns:a16="http://schemas.microsoft.com/office/drawing/2014/main" id="{E61A7F35-155B-79F8-D561-9D78A365BDD9}"/>
                  </a:ext>
                </a:extLst>
              </p:cNvPr>
              <p:cNvSpPr/>
              <p:nvPr/>
            </p:nvSpPr>
            <p:spPr>
              <a:xfrm>
                <a:off x="2940579" y="1862764"/>
                <a:ext cx="43603" cy="27906"/>
              </a:xfrm>
              <a:custGeom>
                <a:avLst/>
                <a:gdLst/>
                <a:ahLst/>
                <a:cxnLst/>
                <a:rect l="l" t="t" r="r" b="b"/>
                <a:pathLst>
                  <a:path w="19" h="13" extrusionOk="0">
                    <a:moveTo>
                      <a:pt x="19" y="6"/>
                    </a:moveTo>
                    <a:cubicBezTo>
                      <a:pt x="8" y="12"/>
                      <a:pt x="8" y="12"/>
                      <a:pt x="8" y="12"/>
                    </a:cubicBezTo>
                    <a:cubicBezTo>
                      <a:pt x="5" y="13"/>
                      <a:pt x="1" y="10"/>
                      <a:pt x="0" y="7"/>
                    </a:cubicBezTo>
                    <a:cubicBezTo>
                      <a:pt x="0" y="6"/>
                      <a:pt x="0" y="6"/>
                      <a:pt x="0" y="6"/>
                    </a:cubicBezTo>
                    <a:cubicBezTo>
                      <a:pt x="10" y="0"/>
                      <a:pt x="10" y="0"/>
                      <a:pt x="10" y="0"/>
                    </a:cubicBezTo>
                    <a:cubicBezTo>
                      <a:pt x="10" y="0"/>
                      <a:pt x="11" y="0"/>
                      <a:pt x="11" y="1"/>
                    </a:cubicBezTo>
                    <a:cubicBezTo>
                      <a:pt x="12" y="4"/>
                      <a:pt x="16" y="6"/>
                      <a:pt x="19" y="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8" name="Google Shape;798;p35">
                <a:extLst>
                  <a:ext uri="{FF2B5EF4-FFF2-40B4-BE49-F238E27FC236}">
                    <a16:creationId xmlns:a16="http://schemas.microsoft.com/office/drawing/2014/main" id="{5019913F-96E9-BBBB-1010-400724253620}"/>
                  </a:ext>
                </a:extLst>
              </p:cNvPr>
              <p:cNvSpPr/>
              <p:nvPr/>
            </p:nvSpPr>
            <p:spPr>
              <a:xfrm>
                <a:off x="2733031" y="1433710"/>
                <a:ext cx="73253" cy="136042"/>
              </a:xfrm>
              <a:custGeom>
                <a:avLst/>
                <a:gdLst/>
                <a:ahLst/>
                <a:cxnLst/>
                <a:rect l="l" t="t" r="r" b="b"/>
                <a:pathLst>
                  <a:path w="33" h="61" extrusionOk="0">
                    <a:moveTo>
                      <a:pt x="22" y="6"/>
                    </a:moveTo>
                    <a:cubicBezTo>
                      <a:pt x="33" y="0"/>
                      <a:pt x="33" y="0"/>
                      <a:pt x="33" y="0"/>
                    </a:cubicBezTo>
                    <a:cubicBezTo>
                      <a:pt x="17" y="9"/>
                      <a:pt x="10" y="32"/>
                      <a:pt x="19" y="55"/>
                    </a:cubicBezTo>
                    <a:cubicBezTo>
                      <a:pt x="8" y="61"/>
                      <a:pt x="8" y="61"/>
                      <a:pt x="8" y="61"/>
                    </a:cubicBezTo>
                    <a:cubicBezTo>
                      <a:pt x="0" y="38"/>
                      <a:pt x="6" y="15"/>
                      <a:pt x="22" y="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9" name="Google Shape;799;p35">
                <a:extLst>
                  <a:ext uri="{FF2B5EF4-FFF2-40B4-BE49-F238E27FC236}">
                    <a16:creationId xmlns:a16="http://schemas.microsoft.com/office/drawing/2014/main" id="{E7B84793-BA4B-139E-6AC6-2123DF8924D2}"/>
                  </a:ext>
                </a:extLst>
              </p:cNvPr>
              <p:cNvSpPr/>
              <p:nvPr/>
            </p:nvSpPr>
            <p:spPr>
              <a:xfrm>
                <a:off x="2780121" y="1623820"/>
                <a:ext cx="52323" cy="20929"/>
              </a:xfrm>
              <a:custGeom>
                <a:avLst/>
                <a:gdLst/>
                <a:ahLst/>
                <a:cxnLst/>
                <a:rect l="l" t="t" r="r" b="b"/>
                <a:pathLst>
                  <a:path w="30" h="12" extrusionOk="0">
                    <a:moveTo>
                      <a:pt x="30" y="0"/>
                    </a:moveTo>
                    <a:lnTo>
                      <a:pt x="18" y="8"/>
                    </a:lnTo>
                    <a:lnTo>
                      <a:pt x="0" y="12"/>
                    </a:lnTo>
                    <a:lnTo>
                      <a:pt x="14" y="4"/>
                    </a:lnTo>
                    <a:lnTo>
                      <a:pt x="30"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20" name="Google Shape;800;p35">
                <a:extLst>
                  <a:ext uri="{FF2B5EF4-FFF2-40B4-BE49-F238E27FC236}">
                    <a16:creationId xmlns:a16="http://schemas.microsoft.com/office/drawing/2014/main" id="{14ECE724-768B-5DB8-30E4-01CF1FAF6727}"/>
                  </a:ext>
                </a:extLst>
              </p:cNvPr>
              <p:cNvSpPr/>
              <p:nvPr/>
            </p:nvSpPr>
            <p:spPr>
              <a:xfrm>
                <a:off x="2750472" y="1557543"/>
                <a:ext cx="50580" cy="88951"/>
              </a:xfrm>
              <a:custGeom>
                <a:avLst/>
                <a:gdLst/>
                <a:ahLst/>
                <a:cxnLst/>
                <a:rect l="l" t="t" r="r" b="b"/>
                <a:pathLst>
                  <a:path w="29" h="51" extrusionOk="0">
                    <a:moveTo>
                      <a:pt x="29" y="42"/>
                    </a:moveTo>
                    <a:lnTo>
                      <a:pt x="17" y="51"/>
                    </a:lnTo>
                    <a:lnTo>
                      <a:pt x="0" y="7"/>
                    </a:lnTo>
                    <a:lnTo>
                      <a:pt x="14" y="0"/>
                    </a:lnTo>
                    <a:lnTo>
                      <a:pt x="29" y="4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21" name="Google Shape;801;p35">
                <a:extLst>
                  <a:ext uri="{FF2B5EF4-FFF2-40B4-BE49-F238E27FC236}">
                    <a16:creationId xmlns:a16="http://schemas.microsoft.com/office/drawing/2014/main" id="{8553B438-837C-A9D4-E555-4C556B9B793A}"/>
                  </a:ext>
                </a:extLst>
              </p:cNvPr>
              <p:cNvSpPr/>
              <p:nvPr/>
            </p:nvSpPr>
            <p:spPr>
              <a:xfrm>
                <a:off x="2780121" y="1630796"/>
                <a:ext cx="24418" cy="15698"/>
              </a:xfrm>
              <a:custGeom>
                <a:avLst/>
                <a:gdLst/>
                <a:ahLst/>
                <a:cxnLst/>
                <a:rect l="l" t="t" r="r" b="b"/>
                <a:pathLst>
                  <a:path w="14" h="9" extrusionOk="0">
                    <a:moveTo>
                      <a:pt x="14" y="0"/>
                    </a:moveTo>
                    <a:lnTo>
                      <a:pt x="0" y="8"/>
                    </a:lnTo>
                    <a:lnTo>
                      <a:pt x="0" y="9"/>
                    </a:lnTo>
                    <a:lnTo>
                      <a:pt x="12" y="0"/>
                    </a:lnTo>
                    <a:lnTo>
                      <a:pt x="14"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22" name="Google Shape;802;p35">
                <a:extLst>
                  <a:ext uri="{FF2B5EF4-FFF2-40B4-BE49-F238E27FC236}">
                    <a16:creationId xmlns:a16="http://schemas.microsoft.com/office/drawing/2014/main" id="{47F43B63-BA8D-AF0D-26CA-EBA071B3D830}"/>
                  </a:ext>
                </a:extLst>
              </p:cNvPr>
              <p:cNvSpPr/>
              <p:nvPr/>
            </p:nvSpPr>
            <p:spPr>
              <a:xfrm>
                <a:off x="2753960" y="1632540"/>
                <a:ext cx="43603" cy="61045"/>
              </a:xfrm>
              <a:custGeom>
                <a:avLst/>
                <a:gdLst/>
                <a:ahLst/>
                <a:cxnLst/>
                <a:rect l="l" t="t" r="r" b="b"/>
                <a:pathLst>
                  <a:path w="19" h="27" extrusionOk="0">
                    <a:moveTo>
                      <a:pt x="8" y="7"/>
                    </a:moveTo>
                    <a:cubicBezTo>
                      <a:pt x="19" y="0"/>
                      <a:pt x="19" y="0"/>
                      <a:pt x="19" y="0"/>
                    </a:cubicBezTo>
                    <a:cubicBezTo>
                      <a:pt x="13" y="4"/>
                      <a:pt x="11" y="12"/>
                      <a:pt x="14" y="21"/>
                    </a:cubicBezTo>
                    <a:cubicBezTo>
                      <a:pt x="3" y="27"/>
                      <a:pt x="3" y="27"/>
                      <a:pt x="3" y="27"/>
                    </a:cubicBezTo>
                    <a:cubicBezTo>
                      <a:pt x="0" y="18"/>
                      <a:pt x="2" y="10"/>
                      <a:pt x="8" y="7"/>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23" name="Google Shape;803;p35">
                <a:extLst>
                  <a:ext uri="{FF2B5EF4-FFF2-40B4-BE49-F238E27FC236}">
                    <a16:creationId xmlns:a16="http://schemas.microsoft.com/office/drawing/2014/main" id="{DBC5CCFF-91E3-A283-E523-6285DD761C00}"/>
                  </a:ext>
                </a:extLst>
              </p:cNvPr>
              <p:cNvSpPr/>
              <p:nvPr/>
            </p:nvSpPr>
            <p:spPr>
              <a:xfrm>
                <a:off x="2781866" y="1566263"/>
                <a:ext cx="395913" cy="385452"/>
              </a:xfrm>
              <a:custGeom>
                <a:avLst/>
                <a:gdLst/>
                <a:ahLst/>
                <a:cxnLst/>
                <a:rect l="l" t="t" r="r" b="b"/>
                <a:pathLst>
                  <a:path w="176" h="172" extrusionOk="0">
                    <a:moveTo>
                      <a:pt x="50" y="37"/>
                    </a:moveTo>
                    <a:cubicBezTo>
                      <a:pt x="49" y="38"/>
                      <a:pt x="48" y="38"/>
                      <a:pt x="46" y="39"/>
                    </a:cubicBezTo>
                    <a:cubicBezTo>
                      <a:pt x="38" y="43"/>
                      <a:pt x="35" y="54"/>
                      <a:pt x="39" y="64"/>
                    </a:cubicBezTo>
                    <a:cubicBezTo>
                      <a:pt x="49" y="58"/>
                      <a:pt x="49" y="58"/>
                      <a:pt x="49" y="58"/>
                    </a:cubicBezTo>
                    <a:cubicBezTo>
                      <a:pt x="49" y="56"/>
                      <a:pt x="49" y="55"/>
                      <a:pt x="48" y="53"/>
                    </a:cubicBezTo>
                    <a:cubicBezTo>
                      <a:pt x="48" y="52"/>
                      <a:pt x="48" y="50"/>
                      <a:pt x="48" y="48"/>
                    </a:cubicBezTo>
                    <a:cubicBezTo>
                      <a:pt x="48" y="47"/>
                      <a:pt x="48" y="47"/>
                      <a:pt x="48" y="47"/>
                    </a:cubicBezTo>
                    <a:cubicBezTo>
                      <a:pt x="48" y="47"/>
                      <a:pt x="48" y="47"/>
                      <a:pt x="48" y="46"/>
                    </a:cubicBezTo>
                    <a:cubicBezTo>
                      <a:pt x="48" y="45"/>
                      <a:pt x="48" y="44"/>
                      <a:pt x="49" y="43"/>
                    </a:cubicBezTo>
                    <a:cubicBezTo>
                      <a:pt x="49" y="42"/>
                      <a:pt x="49" y="42"/>
                      <a:pt x="49" y="42"/>
                    </a:cubicBezTo>
                    <a:cubicBezTo>
                      <a:pt x="49" y="42"/>
                      <a:pt x="49" y="42"/>
                      <a:pt x="49" y="42"/>
                    </a:cubicBezTo>
                    <a:cubicBezTo>
                      <a:pt x="49" y="42"/>
                      <a:pt x="49" y="42"/>
                      <a:pt x="49" y="42"/>
                    </a:cubicBezTo>
                    <a:cubicBezTo>
                      <a:pt x="50" y="41"/>
                      <a:pt x="50" y="41"/>
                      <a:pt x="50" y="41"/>
                    </a:cubicBezTo>
                    <a:cubicBezTo>
                      <a:pt x="50" y="40"/>
                      <a:pt x="50" y="40"/>
                      <a:pt x="50" y="40"/>
                    </a:cubicBezTo>
                    <a:cubicBezTo>
                      <a:pt x="50" y="40"/>
                      <a:pt x="50" y="40"/>
                      <a:pt x="50" y="40"/>
                    </a:cubicBezTo>
                    <a:cubicBezTo>
                      <a:pt x="50" y="39"/>
                      <a:pt x="50" y="39"/>
                      <a:pt x="50" y="39"/>
                    </a:cubicBezTo>
                    <a:cubicBezTo>
                      <a:pt x="51" y="39"/>
                      <a:pt x="51" y="38"/>
                      <a:pt x="51" y="38"/>
                    </a:cubicBezTo>
                    <a:cubicBezTo>
                      <a:pt x="51" y="38"/>
                      <a:pt x="51" y="38"/>
                      <a:pt x="51" y="38"/>
                    </a:cubicBezTo>
                    <a:cubicBezTo>
                      <a:pt x="52" y="37"/>
                      <a:pt x="52" y="37"/>
                      <a:pt x="52" y="37"/>
                    </a:cubicBezTo>
                    <a:cubicBezTo>
                      <a:pt x="52" y="37"/>
                      <a:pt x="52" y="37"/>
                      <a:pt x="52" y="37"/>
                    </a:cubicBezTo>
                    <a:cubicBezTo>
                      <a:pt x="52" y="37"/>
                      <a:pt x="52" y="37"/>
                      <a:pt x="52" y="37"/>
                    </a:cubicBezTo>
                    <a:cubicBezTo>
                      <a:pt x="52" y="37"/>
                      <a:pt x="52" y="37"/>
                      <a:pt x="52" y="37"/>
                    </a:cubicBezTo>
                    <a:cubicBezTo>
                      <a:pt x="52" y="37"/>
                      <a:pt x="51" y="37"/>
                      <a:pt x="50" y="37"/>
                    </a:cubicBezTo>
                    <a:close/>
                    <a:moveTo>
                      <a:pt x="173" y="121"/>
                    </a:moveTo>
                    <a:cubicBezTo>
                      <a:pt x="133" y="15"/>
                      <a:pt x="133" y="15"/>
                      <a:pt x="133" y="15"/>
                    </a:cubicBezTo>
                    <a:cubicBezTo>
                      <a:pt x="130" y="6"/>
                      <a:pt x="121" y="0"/>
                      <a:pt x="113" y="2"/>
                    </a:cubicBezTo>
                    <a:cubicBezTo>
                      <a:pt x="113" y="2"/>
                      <a:pt x="113" y="2"/>
                      <a:pt x="113" y="2"/>
                    </a:cubicBezTo>
                    <a:cubicBezTo>
                      <a:pt x="112" y="2"/>
                      <a:pt x="112" y="2"/>
                      <a:pt x="112" y="2"/>
                    </a:cubicBezTo>
                    <a:cubicBezTo>
                      <a:pt x="99" y="5"/>
                      <a:pt x="99" y="5"/>
                      <a:pt x="99" y="5"/>
                    </a:cubicBezTo>
                    <a:cubicBezTo>
                      <a:pt x="87" y="9"/>
                      <a:pt x="87" y="9"/>
                      <a:pt x="87" y="9"/>
                    </a:cubicBezTo>
                    <a:cubicBezTo>
                      <a:pt x="57" y="17"/>
                      <a:pt x="57" y="17"/>
                      <a:pt x="57" y="17"/>
                    </a:cubicBezTo>
                    <a:cubicBezTo>
                      <a:pt x="23" y="26"/>
                      <a:pt x="23" y="26"/>
                      <a:pt x="23" y="26"/>
                    </a:cubicBezTo>
                    <a:cubicBezTo>
                      <a:pt x="23" y="26"/>
                      <a:pt x="23" y="26"/>
                      <a:pt x="23" y="26"/>
                    </a:cubicBezTo>
                    <a:cubicBezTo>
                      <a:pt x="10" y="29"/>
                      <a:pt x="10" y="29"/>
                      <a:pt x="10" y="29"/>
                    </a:cubicBezTo>
                    <a:cubicBezTo>
                      <a:pt x="9" y="29"/>
                      <a:pt x="9" y="29"/>
                      <a:pt x="9" y="29"/>
                    </a:cubicBezTo>
                    <a:cubicBezTo>
                      <a:pt x="9" y="29"/>
                      <a:pt x="9" y="29"/>
                      <a:pt x="9" y="29"/>
                    </a:cubicBezTo>
                    <a:cubicBezTo>
                      <a:pt x="8" y="30"/>
                      <a:pt x="7" y="30"/>
                      <a:pt x="7" y="31"/>
                    </a:cubicBezTo>
                    <a:cubicBezTo>
                      <a:pt x="6" y="31"/>
                      <a:pt x="6" y="31"/>
                      <a:pt x="6" y="31"/>
                    </a:cubicBezTo>
                    <a:cubicBezTo>
                      <a:pt x="5" y="32"/>
                      <a:pt x="5" y="32"/>
                      <a:pt x="5" y="32"/>
                    </a:cubicBezTo>
                    <a:cubicBezTo>
                      <a:pt x="5" y="32"/>
                      <a:pt x="5" y="32"/>
                      <a:pt x="5" y="32"/>
                    </a:cubicBezTo>
                    <a:cubicBezTo>
                      <a:pt x="5" y="32"/>
                      <a:pt x="5" y="32"/>
                      <a:pt x="5" y="32"/>
                    </a:cubicBezTo>
                    <a:cubicBezTo>
                      <a:pt x="5" y="32"/>
                      <a:pt x="5" y="32"/>
                      <a:pt x="5" y="32"/>
                    </a:cubicBezTo>
                    <a:cubicBezTo>
                      <a:pt x="5" y="32"/>
                      <a:pt x="5" y="32"/>
                      <a:pt x="5" y="32"/>
                    </a:cubicBezTo>
                    <a:cubicBezTo>
                      <a:pt x="4" y="33"/>
                      <a:pt x="4" y="33"/>
                      <a:pt x="4" y="33"/>
                    </a:cubicBezTo>
                    <a:cubicBezTo>
                      <a:pt x="4" y="33"/>
                      <a:pt x="4" y="33"/>
                      <a:pt x="4" y="33"/>
                    </a:cubicBezTo>
                    <a:cubicBezTo>
                      <a:pt x="3" y="34"/>
                      <a:pt x="3" y="34"/>
                      <a:pt x="3" y="34"/>
                    </a:cubicBezTo>
                    <a:cubicBezTo>
                      <a:pt x="3" y="34"/>
                      <a:pt x="3" y="34"/>
                      <a:pt x="3" y="34"/>
                    </a:cubicBezTo>
                    <a:cubicBezTo>
                      <a:pt x="3" y="35"/>
                      <a:pt x="2" y="35"/>
                      <a:pt x="2" y="36"/>
                    </a:cubicBezTo>
                    <a:cubicBezTo>
                      <a:pt x="2" y="36"/>
                      <a:pt x="2" y="36"/>
                      <a:pt x="2" y="37"/>
                    </a:cubicBezTo>
                    <a:cubicBezTo>
                      <a:pt x="1" y="37"/>
                      <a:pt x="1" y="37"/>
                      <a:pt x="1" y="37"/>
                    </a:cubicBezTo>
                    <a:cubicBezTo>
                      <a:pt x="1" y="38"/>
                      <a:pt x="1" y="38"/>
                      <a:pt x="1" y="38"/>
                    </a:cubicBezTo>
                    <a:cubicBezTo>
                      <a:pt x="1" y="38"/>
                      <a:pt x="1" y="38"/>
                      <a:pt x="1" y="38"/>
                    </a:cubicBezTo>
                    <a:cubicBezTo>
                      <a:pt x="1" y="38"/>
                      <a:pt x="1" y="39"/>
                      <a:pt x="1" y="40"/>
                    </a:cubicBezTo>
                    <a:cubicBezTo>
                      <a:pt x="1" y="40"/>
                      <a:pt x="1" y="41"/>
                      <a:pt x="1" y="41"/>
                    </a:cubicBezTo>
                    <a:cubicBezTo>
                      <a:pt x="0" y="42"/>
                      <a:pt x="0" y="42"/>
                      <a:pt x="0" y="43"/>
                    </a:cubicBezTo>
                    <a:cubicBezTo>
                      <a:pt x="0" y="44"/>
                      <a:pt x="0" y="44"/>
                      <a:pt x="0" y="45"/>
                    </a:cubicBezTo>
                    <a:cubicBezTo>
                      <a:pt x="1" y="45"/>
                      <a:pt x="1" y="46"/>
                      <a:pt x="1" y="46"/>
                    </a:cubicBezTo>
                    <a:cubicBezTo>
                      <a:pt x="1" y="47"/>
                      <a:pt x="1" y="47"/>
                      <a:pt x="1" y="48"/>
                    </a:cubicBezTo>
                    <a:cubicBezTo>
                      <a:pt x="1" y="48"/>
                      <a:pt x="1" y="49"/>
                      <a:pt x="1" y="49"/>
                    </a:cubicBezTo>
                    <a:cubicBezTo>
                      <a:pt x="1" y="50"/>
                      <a:pt x="2" y="50"/>
                      <a:pt x="2" y="51"/>
                    </a:cubicBezTo>
                    <a:cubicBezTo>
                      <a:pt x="41" y="156"/>
                      <a:pt x="41" y="156"/>
                      <a:pt x="41" y="156"/>
                    </a:cubicBezTo>
                    <a:cubicBezTo>
                      <a:pt x="45" y="166"/>
                      <a:pt x="54" y="172"/>
                      <a:pt x="62" y="170"/>
                    </a:cubicBezTo>
                    <a:cubicBezTo>
                      <a:pt x="85" y="164"/>
                      <a:pt x="85" y="164"/>
                      <a:pt x="85" y="164"/>
                    </a:cubicBezTo>
                    <a:cubicBezTo>
                      <a:pt x="85" y="164"/>
                      <a:pt x="85" y="164"/>
                      <a:pt x="85" y="164"/>
                    </a:cubicBezTo>
                    <a:cubicBezTo>
                      <a:pt x="112" y="156"/>
                      <a:pt x="112" y="156"/>
                      <a:pt x="112" y="156"/>
                    </a:cubicBezTo>
                    <a:cubicBezTo>
                      <a:pt x="165" y="142"/>
                      <a:pt x="165" y="142"/>
                      <a:pt x="165" y="142"/>
                    </a:cubicBezTo>
                    <a:cubicBezTo>
                      <a:pt x="166" y="142"/>
                      <a:pt x="167" y="142"/>
                      <a:pt x="168" y="141"/>
                    </a:cubicBezTo>
                    <a:cubicBezTo>
                      <a:pt x="174" y="138"/>
                      <a:pt x="176" y="129"/>
                      <a:pt x="173" y="121"/>
                    </a:cubicBezTo>
                    <a:close/>
                    <a:moveTo>
                      <a:pt x="121" y="126"/>
                    </a:moveTo>
                    <a:cubicBezTo>
                      <a:pt x="121" y="127"/>
                      <a:pt x="121" y="127"/>
                      <a:pt x="121" y="127"/>
                    </a:cubicBezTo>
                    <a:cubicBezTo>
                      <a:pt x="121" y="128"/>
                      <a:pt x="121" y="128"/>
                      <a:pt x="121" y="128"/>
                    </a:cubicBezTo>
                    <a:cubicBezTo>
                      <a:pt x="120" y="128"/>
                      <a:pt x="120" y="128"/>
                      <a:pt x="120" y="128"/>
                    </a:cubicBezTo>
                    <a:cubicBezTo>
                      <a:pt x="120" y="128"/>
                      <a:pt x="120" y="128"/>
                      <a:pt x="120" y="128"/>
                    </a:cubicBezTo>
                    <a:cubicBezTo>
                      <a:pt x="120" y="128"/>
                      <a:pt x="120" y="128"/>
                      <a:pt x="120" y="128"/>
                    </a:cubicBezTo>
                    <a:cubicBezTo>
                      <a:pt x="120" y="129"/>
                      <a:pt x="119" y="129"/>
                      <a:pt x="119" y="129"/>
                    </a:cubicBezTo>
                    <a:cubicBezTo>
                      <a:pt x="119" y="130"/>
                      <a:pt x="119" y="130"/>
                      <a:pt x="119" y="130"/>
                    </a:cubicBezTo>
                    <a:cubicBezTo>
                      <a:pt x="118" y="130"/>
                      <a:pt x="118" y="130"/>
                      <a:pt x="118" y="130"/>
                    </a:cubicBezTo>
                    <a:cubicBezTo>
                      <a:pt x="118" y="130"/>
                      <a:pt x="118" y="130"/>
                      <a:pt x="118" y="130"/>
                    </a:cubicBezTo>
                    <a:cubicBezTo>
                      <a:pt x="117" y="130"/>
                      <a:pt x="117" y="130"/>
                      <a:pt x="117" y="130"/>
                    </a:cubicBezTo>
                    <a:cubicBezTo>
                      <a:pt x="110" y="132"/>
                      <a:pt x="110" y="132"/>
                      <a:pt x="110" y="132"/>
                    </a:cubicBezTo>
                    <a:cubicBezTo>
                      <a:pt x="90" y="138"/>
                      <a:pt x="90" y="138"/>
                      <a:pt x="90" y="138"/>
                    </a:cubicBezTo>
                    <a:cubicBezTo>
                      <a:pt x="87" y="138"/>
                      <a:pt x="83" y="136"/>
                      <a:pt x="82" y="133"/>
                    </a:cubicBezTo>
                    <a:cubicBezTo>
                      <a:pt x="82" y="132"/>
                      <a:pt x="81" y="132"/>
                      <a:pt x="81" y="132"/>
                    </a:cubicBezTo>
                    <a:cubicBezTo>
                      <a:pt x="69" y="75"/>
                      <a:pt x="69" y="75"/>
                      <a:pt x="69" y="75"/>
                    </a:cubicBezTo>
                    <a:cubicBezTo>
                      <a:pt x="69" y="74"/>
                      <a:pt x="69" y="74"/>
                      <a:pt x="69" y="74"/>
                    </a:cubicBezTo>
                    <a:cubicBezTo>
                      <a:pt x="69" y="74"/>
                      <a:pt x="69" y="74"/>
                      <a:pt x="69" y="74"/>
                    </a:cubicBezTo>
                    <a:cubicBezTo>
                      <a:pt x="61" y="73"/>
                      <a:pt x="53" y="67"/>
                      <a:pt x="50" y="58"/>
                    </a:cubicBezTo>
                    <a:cubicBezTo>
                      <a:pt x="49" y="58"/>
                      <a:pt x="49" y="58"/>
                      <a:pt x="49" y="58"/>
                    </a:cubicBezTo>
                    <a:cubicBezTo>
                      <a:pt x="49" y="56"/>
                      <a:pt x="49" y="55"/>
                      <a:pt x="48" y="53"/>
                    </a:cubicBezTo>
                    <a:cubicBezTo>
                      <a:pt x="48" y="52"/>
                      <a:pt x="48" y="50"/>
                      <a:pt x="48" y="48"/>
                    </a:cubicBezTo>
                    <a:cubicBezTo>
                      <a:pt x="48" y="47"/>
                      <a:pt x="48" y="47"/>
                      <a:pt x="48" y="47"/>
                    </a:cubicBezTo>
                    <a:cubicBezTo>
                      <a:pt x="48" y="47"/>
                      <a:pt x="48" y="47"/>
                      <a:pt x="48" y="46"/>
                    </a:cubicBezTo>
                    <a:cubicBezTo>
                      <a:pt x="48" y="45"/>
                      <a:pt x="49" y="44"/>
                      <a:pt x="49" y="43"/>
                    </a:cubicBezTo>
                    <a:cubicBezTo>
                      <a:pt x="49" y="42"/>
                      <a:pt x="49" y="42"/>
                      <a:pt x="49" y="42"/>
                    </a:cubicBezTo>
                    <a:cubicBezTo>
                      <a:pt x="49" y="42"/>
                      <a:pt x="49" y="42"/>
                      <a:pt x="49" y="42"/>
                    </a:cubicBezTo>
                    <a:cubicBezTo>
                      <a:pt x="49" y="42"/>
                      <a:pt x="49" y="42"/>
                      <a:pt x="49" y="42"/>
                    </a:cubicBezTo>
                    <a:cubicBezTo>
                      <a:pt x="50" y="41"/>
                      <a:pt x="50" y="41"/>
                      <a:pt x="50" y="41"/>
                    </a:cubicBezTo>
                    <a:cubicBezTo>
                      <a:pt x="50" y="40"/>
                      <a:pt x="50" y="40"/>
                      <a:pt x="50" y="40"/>
                    </a:cubicBezTo>
                    <a:cubicBezTo>
                      <a:pt x="50" y="40"/>
                      <a:pt x="50" y="40"/>
                      <a:pt x="50" y="40"/>
                    </a:cubicBezTo>
                    <a:cubicBezTo>
                      <a:pt x="50" y="39"/>
                      <a:pt x="50" y="39"/>
                      <a:pt x="50" y="39"/>
                    </a:cubicBezTo>
                    <a:cubicBezTo>
                      <a:pt x="51" y="39"/>
                      <a:pt x="51" y="38"/>
                      <a:pt x="51" y="38"/>
                    </a:cubicBezTo>
                    <a:cubicBezTo>
                      <a:pt x="51" y="38"/>
                      <a:pt x="51" y="38"/>
                      <a:pt x="51" y="38"/>
                    </a:cubicBezTo>
                    <a:cubicBezTo>
                      <a:pt x="52" y="37"/>
                      <a:pt x="52" y="37"/>
                      <a:pt x="52" y="37"/>
                    </a:cubicBezTo>
                    <a:cubicBezTo>
                      <a:pt x="52" y="37"/>
                      <a:pt x="52" y="37"/>
                      <a:pt x="52" y="37"/>
                    </a:cubicBezTo>
                    <a:cubicBezTo>
                      <a:pt x="52" y="37"/>
                      <a:pt x="52" y="37"/>
                      <a:pt x="52" y="37"/>
                    </a:cubicBezTo>
                    <a:cubicBezTo>
                      <a:pt x="52" y="37"/>
                      <a:pt x="52" y="37"/>
                      <a:pt x="52" y="37"/>
                    </a:cubicBezTo>
                    <a:cubicBezTo>
                      <a:pt x="53" y="36"/>
                      <a:pt x="53" y="36"/>
                      <a:pt x="53" y="36"/>
                    </a:cubicBezTo>
                    <a:cubicBezTo>
                      <a:pt x="53" y="36"/>
                      <a:pt x="53" y="36"/>
                      <a:pt x="53" y="36"/>
                    </a:cubicBezTo>
                    <a:cubicBezTo>
                      <a:pt x="53" y="36"/>
                      <a:pt x="53" y="36"/>
                      <a:pt x="53" y="36"/>
                    </a:cubicBezTo>
                    <a:cubicBezTo>
                      <a:pt x="53" y="36"/>
                      <a:pt x="53" y="36"/>
                      <a:pt x="53" y="36"/>
                    </a:cubicBezTo>
                    <a:cubicBezTo>
                      <a:pt x="53" y="35"/>
                      <a:pt x="53" y="35"/>
                      <a:pt x="53" y="35"/>
                    </a:cubicBezTo>
                    <a:cubicBezTo>
                      <a:pt x="53" y="35"/>
                      <a:pt x="53" y="35"/>
                      <a:pt x="53" y="35"/>
                    </a:cubicBezTo>
                    <a:cubicBezTo>
                      <a:pt x="54" y="35"/>
                      <a:pt x="54" y="35"/>
                      <a:pt x="54" y="35"/>
                    </a:cubicBezTo>
                    <a:cubicBezTo>
                      <a:pt x="54" y="35"/>
                      <a:pt x="54" y="35"/>
                      <a:pt x="55" y="34"/>
                    </a:cubicBezTo>
                    <a:cubicBezTo>
                      <a:pt x="55" y="34"/>
                      <a:pt x="55" y="34"/>
                      <a:pt x="55" y="34"/>
                    </a:cubicBezTo>
                    <a:cubicBezTo>
                      <a:pt x="56" y="33"/>
                      <a:pt x="56" y="33"/>
                      <a:pt x="56" y="33"/>
                    </a:cubicBezTo>
                    <a:cubicBezTo>
                      <a:pt x="57" y="33"/>
                      <a:pt x="57" y="33"/>
                      <a:pt x="57" y="33"/>
                    </a:cubicBezTo>
                    <a:cubicBezTo>
                      <a:pt x="57" y="33"/>
                      <a:pt x="58" y="32"/>
                      <a:pt x="58" y="32"/>
                    </a:cubicBezTo>
                    <a:cubicBezTo>
                      <a:pt x="59" y="32"/>
                      <a:pt x="59" y="32"/>
                      <a:pt x="59" y="32"/>
                    </a:cubicBezTo>
                    <a:cubicBezTo>
                      <a:pt x="59" y="32"/>
                      <a:pt x="59" y="32"/>
                      <a:pt x="59" y="32"/>
                    </a:cubicBezTo>
                    <a:cubicBezTo>
                      <a:pt x="60" y="32"/>
                      <a:pt x="60" y="32"/>
                      <a:pt x="60" y="32"/>
                    </a:cubicBezTo>
                    <a:cubicBezTo>
                      <a:pt x="60" y="31"/>
                      <a:pt x="61" y="31"/>
                      <a:pt x="61" y="31"/>
                    </a:cubicBezTo>
                    <a:cubicBezTo>
                      <a:pt x="63" y="31"/>
                      <a:pt x="64" y="30"/>
                      <a:pt x="66" y="30"/>
                    </a:cubicBezTo>
                    <a:cubicBezTo>
                      <a:pt x="70" y="30"/>
                      <a:pt x="74" y="31"/>
                      <a:pt x="77" y="34"/>
                    </a:cubicBezTo>
                    <a:cubicBezTo>
                      <a:pt x="82" y="36"/>
                      <a:pt x="86" y="41"/>
                      <a:pt x="89" y="47"/>
                    </a:cubicBezTo>
                    <a:cubicBezTo>
                      <a:pt x="89" y="47"/>
                      <a:pt x="89" y="47"/>
                      <a:pt x="89" y="47"/>
                    </a:cubicBezTo>
                    <a:cubicBezTo>
                      <a:pt x="90" y="51"/>
                      <a:pt x="90" y="54"/>
                      <a:pt x="90" y="57"/>
                    </a:cubicBezTo>
                    <a:cubicBezTo>
                      <a:pt x="90" y="59"/>
                      <a:pt x="90" y="61"/>
                      <a:pt x="89" y="62"/>
                    </a:cubicBezTo>
                    <a:cubicBezTo>
                      <a:pt x="89" y="63"/>
                      <a:pt x="89" y="63"/>
                      <a:pt x="88" y="64"/>
                    </a:cubicBezTo>
                    <a:cubicBezTo>
                      <a:pt x="88" y="64"/>
                      <a:pt x="88" y="64"/>
                      <a:pt x="88" y="64"/>
                    </a:cubicBezTo>
                    <a:cubicBezTo>
                      <a:pt x="88" y="65"/>
                      <a:pt x="88" y="65"/>
                      <a:pt x="88" y="65"/>
                    </a:cubicBezTo>
                    <a:cubicBezTo>
                      <a:pt x="88" y="65"/>
                      <a:pt x="88" y="65"/>
                      <a:pt x="88" y="65"/>
                    </a:cubicBezTo>
                    <a:cubicBezTo>
                      <a:pt x="88" y="65"/>
                      <a:pt x="88" y="65"/>
                      <a:pt x="88" y="65"/>
                    </a:cubicBezTo>
                    <a:cubicBezTo>
                      <a:pt x="87" y="66"/>
                      <a:pt x="87" y="66"/>
                      <a:pt x="87" y="66"/>
                    </a:cubicBezTo>
                    <a:cubicBezTo>
                      <a:pt x="87" y="67"/>
                      <a:pt x="87" y="67"/>
                      <a:pt x="87" y="67"/>
                    </a:cubicBezTo>
                    <a:cubicBezTo>
                      <a:pt x="87" y="67"/>
                      <a:pt x="87" y="67"/>
                      <a:pt x="87" y="67"/>
                    </a:cubicBezTo>
                    <a:cubicBezTo>
                      <a:pt x="86" y="67"/>
                      <a:pt x="86" y="67"/>
                      <a:pt x="86" y="67"/>
                    </a:cubicBezTo>
                    <a:cubicBezTo>
                      <a:pt x="86" y="68"/>
                      <a:pt x="86" y="68"/>
                      <a:pt x="86" y="68"/>
                    </a:cubicBezTo>
                    <a:cubicBezTo>
                      <a:pt x="120" y="121"/>
                      <a:pt x="120" y="121"/>
                      <a:pt x="120" y="121"/>
                    </a:cubicBezTo>
                    <a:cubicBezTo>
                      <a:pt x="120" y="122"/>
                      <a:pt x="120" y="122"/>
                      <a:pt x="120" y="122"/>
                    </a:cubicBezTo>
                    <a:cubicBezTo>
                      <a:pt x="120" y="122"/>
                      <a:pt x="120" y="122"/>
                      <a:pt x="121" y="123"/>
                    </a:cubicBezTo>
                    <a:cubicBezTo>
                      <a:pt x="121" y="124"/>
                      <a:pt x="121" y="125"/>
                      <a:pt x="121" y="126"/>
                    </a:cubicBezTo>
                    <a:close/>
                    <a:moveTo>
                      <a:pt x="49" y="58"/>
                    </a:moveTo>
                    <a:cubicBezTo>
                      <a:pt x="39" y="64"/>
                      <a:pt x="39" y="64"/>
                      <a:pt x="39" y="64"/>
                    </a:cubicBezTo>
                    <a:cubicBezTo>
                      <a:pt x="39" y="64"/>
                      <a:pt x="39" y="64"/>
                      <a:pt x="39" y="64"/>
                    </a:cubicBezTo>
                    <a:cubicBezTo>
                      <a:pt x="50" y="58"/>
                      <a:pt x="50" y="58"/>
                      <a:pt x="50" y="58"/>
                    </a:cubicBezTo>
                    <a:lnTo>
                      <a:pt x="49" y="5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24" name="Google Shape;804;p35">
                <a:extLst>
                  <a:ext uri="{FF2B5EF4-FFF2-40B4-BE49-F238E27FC236}">
                    <a16:creationId xmlns:a16="http://schemas.microsoft.com/office/drawing/2014/main" id="{21DD3A90-F357-CF79-6DA8-ADA19E565A84}"/>
                  </a:ext>
                </a:extLst>
              </p:cNvPr>
              <p:cNvSpPr/>
              <p:nvPr/>
            </p:nvSpPr>
            <p:spPr>
              <a:xfrm>
                <a:off x="2898721" y="1632540"/>
                <a:ext cx="155226" cy="230224"/>
              </a:xfrm>
              <a:custGeom>
                <a:avLst/>
                <a:gdLst/>
                <a:ahLst/>
                <a:cxnLst/>
                <a:rect l="l" t="t" r="r" b="b"/>
                <a:pathLst>
                  <a:path w="69" h="102" extrusionOk="0">
                    <a:moveTo>
                      <a:pt x="69" y="96"/>
                    </a:moveTo>
                    <a:cubicBezTo>
                      <a:pt x="69" y="96"/>
                      <a:pt x="69" y="96"/>
                      <a:pt x="69" y="96"/>
                    </a:cubicBezTo>
                    <a:cubicBezTo>
                      <a:pt x="69" y="97"/>
                      <a:pt x="69" y="97"/>
                      <a:pt x="69" y="97"/>
                    </a:cubicBezTo>
                    <a:cubicBezTo>
                      <a:pt x="69" y="98"/>
                      <a:pt x="69" y="98"/>
                      <a:pt x="69" y="98"/>
                    </a:cubicBezTo>
                    <a:cubicBezTo>
                      <a:pt x="68" y="98"/>
                      <a:pt x="68" y="98"/>
                      <a:pt x="68" y="98"/>
                    </a:cubicBezTo>
                    <a:cubicBezTo>
                      <a:pt x="68" y="98"/>
                      <a:pt x="68" y="98"/>
                      <a:pt x="68" y="98"/>
                    </a:cubicBezTo>
                    <a:cubicBezTo>
                      <a:pt x="68" y="98"/>
                      <a:pt x="68" y="98"/>
                      <a:pt x="68" y="98"/>
                    </a:cubicBezTo>
                    <a:cubicBezTo>
                      <a:pt x="68" y="99"/>
                      <a:pt x="67" y="99"/>
                      <a:pt x="67" y="99"/>
                    </a:cubicBezTo>
                    <a:cubicBezTo>
                      <a:pt x="67" y="100"/>
                      <a:pt x="67" y="100"/>
                      <a:pt x="67" y="100"/>
                    </a:cubicBezTo>
                    <a:cubicBezTo>
                      <a:pt x="66" y="100"/>
                      <a:pt x="66" y="100"/>
                      <a:pt x="66" y="100"/>
                    </a:cubicBezTo>
                    <a:cubicBezTo>
                      <a:pt x="66" y="100"/>
                      <a:pt x="66" y="100"/>
                      <a:pt x="66" y="100"/>
                    </a:cubicBezTo>
                    <a:cubicBezTo>
                      <a:pt x="65" y="100"/>
                      <a:pt x="65" y="100"/>
                      <a:pt x="65" y="100"/>
                    </a:cubicBezTo>
                    <a:cubicBezTo>
                      <a:pt x="58" y="102"/>
                      <a:pt x="58" y="102"/>
                      <a:pt x="58" y="102"/>
                    </a:cubicBezTo>
                    <a:cubicBezTo>
                      <a:pt x="58" y="101"/>
                      <a:pt x="58" y="100"/>
                      <a:pt x="58" y="99"/>
                    </a:cubicBezTo>
                    <a:cubicBezTo>
                      <a:pt x="58" y="99"/>
                      <a:pt x="58" y="98"/>
                      <a:pt x="57" y="98"/>
                    </a:cubicBezTo>
                    <a:cubicBezTo>
                      <a:pt x="23" y="44"/>
                      <a:pt x="23" y="44"/>
                      <a:pt x="23" y="44"/>
                    </a:cubicBezTo>
                    <a:cubicBezTo>
                      <a:pt x="23" y="44"/>
                      <a:pt x="23" y="44"/>
                      <a:pt x="23" y="44"/>
                    </a:cubicBezTo>
                    <a:cubicBezTo>
                      <a:pt x="28" y="39"/>
                      <a:pt x="29" y="31"/>
                      <a:pt x="26" y="23"/>
                    </a:cubicBezTo>
                    <a:cubicBezTo>
                      <a:pt x="26" y="23"/>
                      <a:pt x="26" y="23"/>
                      <a:pt x="26" y="23"/>
                    </a:cubicBezTo>
                    <a:cubicBezTo>
                      <a:pt x="24" y="17"/>
                      <a:pt x="20" y="13"/>
                      <a:pt x="15" y="10"/>
                    </a:cubicBezTo>
                    <a:cubicBezTo>
                      <a:pt x="11" y="8"/>
                      <a:pt x="7" y="6"/>
                      <a:pt x="3" y="7"/>
                    </a:cubicBezTo>
                    <a:cubicBezTo>
                      <a:pt x="2" y="7"/>
                      <a:pt x="1" y="7"/>
                      <a:pt x="0" y="7"/>
                    </a:cubicBezTo>
                    <a:cubicBezTo>
                      <a:pt x="1" y="6"/>
                      <a:pt x="1" y="6"/>
                      <a:pt x="1" y="6"/>
                    </a:cubicBezTo>
                    <a:cubicBezTo>
                      <a:pt x="1" y="6"/>
                      <a:pt x="1" y="6"/>
                      <a:pt x="1" y="6"/>
                    </a:cubicBezTo>
                    <a:cubicBezTo>
                      <a:pt x="1" y="6"/>
                      <a:pt x="1" y="6"/>
                      <a:pt x="1" y="6"/>
                    </a:cubicBezTo>
                    <a:cubicBezTo>
                      <a:pt x="1" y="6"/>
                      <a:pt x="1" y="6"/>
                      <a:pt x="1" y="6"/>
                    </a:cubicBezTo>
                    <a:cubicBezTo>
                      <a:pt x="1" y="5"/>
                      <a:pt x="1" y="5"/>
                      <a:pt x="1" y="5"/>
                    </a:cubicBezTo>
                    <a:cubicBezTo>
                      <a:pt x="1" y="5"/>
                      <a:pt x="1" y="5"/>
                      <a:pt x="1" y="5"/>
                    </a:cubicBezTo>
                    <a:cubicBezTo>
                      <a:pt x="2" y="5"/>
                      <a:pt x="2" y="5"/>
                      <a:pt x="2" y="5"/>
                    </a:cubicBezTo>
                    <a:cubicBezTo>
                      <a:pt x="3" y="4"/>
                      <a:pt x="3" y="4"/>
                      <a:pt x="3" y="4"/>
                    </a:cubicBezTo>
                    <a:cubicBezTo>
                      <a:pt x="4" y="4"/>
                      <a:pt x="4" y="4"/>
                      <a:pt x="4" y="4"/>
                    </a:cubicBezTo>
                    <a:cubicBezTo>
                      <a:pt x="6" y="3"/>
                      <a:pt x="7" y="2"/>
                      <a:pt x="9" y="1"/>
                    </a:cubicBezTo>
                    <a:cubicBezTo>
                      <a:pt x="11" y="1"/>
                      <a:pt x="12" y="0"/>
                      <a:pt x="14" y="0"/>
                    </a:cubicBezTo>
                    <a:cubicBezTo>
                      <a:pt x="18" y="0"/>
                      <a:pt x="22" y="1"/>
                      <a:pt x="25" y="4"/>
                    </a:cubicBezTo>
                    <a:cubicBezTo>
                      <a:pt x="30" y="6"/>
                      <a:pt x="34" y="11"/>
                      <a:pt x="37" y="17"/>
                    </a:cubicBezTo>
                    <a:cubicBezTo>
                      <a:pt x="37" y="17"/>
                      <a:pt x="37" y="17"/>
                      <a:pt x="37" y="17"/>
                    </a:cubicBezTo>
                    <a:cubicBezTo>
                      <a:pt x="38" y="21"/>
                      <a:pt x="38" y="24"/>
                      <a:pt x="38" y="27"/>
                    </a:cubicBezTo>
                    <a:cubicBezTo>
                      <a:pt x="38" y="29"/>
                      <a:pt x="38" y="31"/>
                      <a:pt x="37" y="32"/>
                    </a:cubicBezTo>
                    <a:cubicBezTo>
                      <a:pt x="37" y="33"/>
                      <a:pt x="37" y="33"/>
                      <a:pt x="36" y="34"/>
                    </a:cubicBezTo>
                    <a:cubicBezTo>
                      <a:pt x="36" y="34"/>
                      <a:pt x="36" y="34"/>
                      <a:pt x="36" y="34"/>
                    </a:cubicBezTo>
                    <a:cubicBezTo>
                      <a:pt x="36" y="34"/>
                      <a:pt x="36" y="34"/>
                      <a:pt x="36" y="34"/>
                    </a:cubicBezTo>
                    <a:cubicBezTo>
                      <a:pt x="36" y="35"/>
                      <a:pt x="36" y="35"/>
                      <a:pt x="36" y="35"/>
                    </a:cubicBezTo>
                    <a:cubicBezTo>
                      <a:pt x="36" y="35"/>
                      <a:pt x="36" y="35"/>
                      <a:pt x="36" y="35"/>
                    </a:cubicBezTo>
                    <a:cubicBezTo>
                      <a:pt x="36" y="35"/>
                      <a:pt x="36" y="35"/>
                      <a:pt x="36" y="35"/>
                    </a:cubicBezTo>
                    <a:cubicBezTo>
                      <a:pt x="36" y="35"/>
                      <a:pt x="36" y="35"/>
                      <a:pt x="36" y="35"/>
                    </a:cubicBezTo>
                    <a:cubicBezTo>
                      <a:pt x="35" y="36"/>
                      <a:pt x="35" y="36"/>
                      <a:pt x="35" y="36"/>
                    </a:cubicBezTo>
                    <a:cubicBezTo>
                      <a:pt x="35" y="37"/>
                      <a:pt x="35" y="37"/>
                      <a:pt x="35" y="37"/>
                    </a:cubicBezTo>
                    <a:cubicBezTo>
                      <a:pt x="35" y="37"/>
                      <a:pt x="35" y="37"/>
                      <a:pt x="35" y="37"/>
                    </a:cubicBezTo>
                    <a:cubicBezTo>
                      <a:pt x="34" y="37"/>
                      <a:pt x="34" y="37"/>
                      <a:pt x="34" y="37"/>
                    </a:cubicBezTo>
                    <a:cubicBezTo>
                      <a:pt x="34" y="38"/>
                      <a:pt x="34" y="38"/>
                      <a:pt x="34" y="38"/>
                    </a:cubicBezTo>
                    <a:cubicBezTo>
                      <a:pt x="68" y="91"/>
                      <a:pt x="68" y="91"/>
                      <a:pt x="68" y="91"/>
                    </a:cubicBezTo>
                    <a:cubicBezTo>
                      <a:pt x="68" y="92"/>
                      <a:pt x="68" y="92"/>
                      <a:pt x="68" y="92"/>
                    </a:cubicBezTo>
                    <a:cubicBezTo>
                      <a:pt x="68" y="92"/>
                      <a:pt x="68" y="92"/>
                      <a:pt x="69" y="93"/>
                    </a:cubicBezTo>
                    <a:cubicBezTo>
                      <a:pt x="69" y="94"/>
                      <a:pt x="69" y="95"/>
                      <a:pt x="69" y="9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25" name="Google Shape;805;p35">
                <a:extLst>
                  <a:ext uri="{FF2B5EF4-FFF2-40B4-BE49-F238E27FC236}">
                    <a16:creationId xmlns:a16="http://schemas.microsoft.com/office/drawing/2014/main" id="{D7180C3B-78FC-8FA7-AF2F-F925E63DCFB2}"/>
                  </a:ext>
                </a:extLst>
              </p:cNvPr>
              <p:cNvSpPr/>
              <p:nvPr/>
            </p:nvSpPr>
            <p:spPr>
              <a:xfrm>
                <a:off x="2752216" y="1397084"/>
                <a:ext cx="282546" cy="233713"/>
              </a:xfrm>
              <a:custGeom>
                <a:avLst/>
                <a:gdLst/>
                <a:ahLst/>
                <a:cxnLst/>
                <a:rect l="l" t="t" r="r" b="b"/>
                <a:pathLst>
                  <a:path w="126" h="104" extrusionOk="0">
                    <a:moveTo>
                      <a:pt x="56" y="6"/>
                    </a:moveTo>
                    <a:cubicBezTo>
                      <a:pt x="78" y="0"/>
                      <a:pt x="104" y="17"/>
                      <a:pt x="114" y="43"/>
                    </a:cubicBezTo>
                    <a:cubicBezTo>
                      <a:pt x="126" y="77"/>
                      <a:pt x="126" y="77"/>
                      <a:pt x="126" y="77"/>
                    </a:cubicBezTo>
                    <a:cubicBezTo>
                      <a:pt x="125" y="77"/>
                      <a:pt x="125" y="77"/>
                      <a:pt x="125" y="77"/>
                    </a:cubicBezTo>
                    <a:cubicBezTo>
                      <a:pt x="112" y="80"/>
                      <a:pt x="112" y="80"/>
                      <a:pt x="112" y="80"/>
                    </a:cubicBezTo>
                    <a:cubicBezTo>
                      <a:pt x="100" y="47"/>
                      <a:pt x="100" y="47"/>
                      <a:pt x="100" y="47"/>
                    </a:cubicBezTo>
                    <a:cubicBezTo>
                      <a:pt x="93" y="30"/>
                      <a:pt x="77" y="19"/>
                      <a:pt x="63" y="23"/>
                    </a:cubicBezTo>
                    <a:cubicBezTo>
                      <a:pt x="38" y="30"/>
                      <a:pt x="38" y="30"/>
                      <a:pt x="38" y="30"/>
                    </a:cubicBezTo>
                    <a:cubicBezTo>
                      <a:pt x="24" y="34"/>
                      <a:pt x="18" y="50"/>
                      <a:pt x="24" y="67"/>
                    </a:cubicBezTo>
                    <a:cubicBezTo>
                      <a:pt x="36" y="101"/>
                      <a:pt x="36" y="101"/>
                      <a:pt x="36" y="101"/>
                    </a:cubicBezTo>
                    <a:cubicBezTo>
                      <a:pt x="23" y="104"/>
                      <a:pt x="23" y="104"/>
                      <a:pt x="23" y="104"/>
                    </a:cubicBezTo>
                    <a:cubicBezTo>
                      <a:pt x="22" y="104"/>
                      <a:pt x="22" y="104"/>
                      <a:pt x="22" y="104"/>
                    </a:cubicBezTo>
                    <a:cubicBezTo>
                      <a:pt x="10" y="71"/>
                      <a:pt x="10" y="71"/>
                      <a:pt x="10" y="71"/>
                    </a:cubicBezTo>
                    <a:cubicBezTo>
                      <a:pt x="0" y="45"/>
                      <a:pt x="10" y="19"/>
                      <a:pt x="31" y="13"/>
                    </a:cubicBezTo>
                    <a:lnTo>
                      <a:pt x="56" y="6"/>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26" name="Google Shape;806;p35">
                <a:extLst>
                  <a:ext uri="{FF2B5EF4-FFF2-40B4-BE49-F238E27FC236}">
                    <a16:creationId xmlns:a16="http://schemas.microsoft.com/office/drawing/2014/main" id="{CECB9400-EF35-83BD-B890-BD85DD6CC698}"/>
                  </a:ext>
                </a:extLst>
              </p:cNvPr>
              <p:cNvSpPr/>
              <p:nvPr/>
            </p:nvSpPr>
            <p:spPr>
              <a:xfrm>
                <a:off x="2898721" y="1885438"/>
                <a:ext cx="252896" cy="74998"/>
              </a:xfrm>
              <a:custGeom>
                <a:avLst/>
                <a:gdLst/>
                <a:ahLst/>
                <a:cxnLst/>
                <a:rect l="l" t="t" r="r" b="b"/>
                <a:pathLst>
                  <a:path w="145" h="43" extrusionOk="0">
                    <a:moveTo>
                      <a:pt x="145" y="0"/>
                    </a:moveTo>
                    <a:lnTo>
                      <a:pt x="131" y="9"/>
                    </a:lnTo>
                    <a:lnTo>
                      <a:pt x="0" y="43"/>
                    </a:lnTo>
                    <a:lnTo>
                      <a:pt x="13" y="36"/>
                    </a:lnTo>
                    <a:lnTo>
                      <a:pt x="145"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27" name="Google Shape;807;p35">
                <a:extLst>
                  <a:ext uri="{FF2B5EF4-FFF2-40B4-BE49-F238E27FC236}">
                    <a16:creationId xmlns:a16="http://schemas.microsoft.com/office/drawing/2014/main" id="{A175EBB4-7C54-6A1C-3772-8FC496C24581}"/>
                  </a:ext>
                </a:extLst>
              </p:cNvPr>
              <p:cNvSpPr/>
              <p:nvPr/>
            </p:nvSpPr>
            <p:spPr>
              <a:xfrm>
                <a:off x="2760937" y="1679632"/>
                <a:ext cx="113368" cy="249410"/>
              </a:xfrm>
              <a:custGeom>
                <a:avLst/>
                <a:gdLst/>
                <a:ahLst/>
                <a:cxnLst/>
                <a:rect l="l" t="t" r="r" b="b"/>
                <a:pathLst>
                  <a:path w="65" h="143" extrusionOk="0">
                    <a:moveTo>
                      <a:pt x="65" y="136"/>
                    </a:moveTo>
                    <a:lnTo>
                      <a:pt x="52" y="143"/>
                    </a:lnTo>
                    <a:lnTo>
                      <a:pt x="0" y="8"/>
                    </a:lnTo>
                    <a:lnTo>
                      <a:pt x="14" y="0"/>
                    </a:lnTo>
                    <a:lnTo>
                      <a:pt x="65" y="136"/>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28" name="Google Shape;808;p35">
                <a:extLst>
                  <a:ext uri="{FF2B5EF4-FFF2-40B4-BE49-F238E27FC236}">
                    <a16:creationId xmlns:a16="http://schemas.microsoft.com/office/drawing/2014/main" id="{EEF2570F-A97B-E09E-783B-457CCF14603D}"/>
                  </a:ext>
                </a:extLst>
              </p:cNvPr>
              <p:cNvSpPr/>
              <p:nvPr/>
            </p:nvSpPr>
            <p:spPr>
              <a:xfrm>
                <a:off x="2851630" y="1916833"/>
                <a:ext cx="69764" cy="48835"/>
              </a:xfrm>
              <a:custGeom>
                <a:avLst/>
                <a:gdLst/>
                <a:ahLst/>
                <a:cxnLst/>
                <a:rect l="l" t="t" r="r" b="b"/>
                <a:pathLst>
                  <a:path w="31" h="22" extrusionOk="0">
                    <a:moveTo>
                      <a:pt x="31" y="14"/>
                    </a:moveTo>
                    <a:cubicBezTo>
                      <a:pt x="21" y="20"/>
                      <a:pt x="21" y="20"/>
                      <a:pt x="21" y="20"/>
                    </a:cubicBezTo>
                    <a:cubicBezTo>
                      <a:pt x="13" y="22"/>
                      <a:pt x="3" y="16"/>
                      <a:pt x="0" y="6"/>
                    </a:cubicBezTo>
                    <a:cubicBezTo>
                      <a:pt x="10" y="0"/>
                      <a:pt x="10" y="0"/>
                      <a:pt x="10" y="0"/>
                    </a:cubicBezTo>
                    <a:cubicBezTo>
                      <a:pt x="14" y="10"/>
                      <a:pt x="23" y="16"/>
                      <a:pt x="31" y="1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29" name="Google Shape;809;p35">
                <a:extLst>
                  <a:ext uri="{FF2B5EF4-FFF2-40B4-BE49-F238E27FC236}">
                    <a16:creationId xmlns:a16="http://schemas.microsoft.com/office/drawing/2014/main" id="{47C462FA-C791-E0F6-82C4-7C0E02405940}"/>
                  </a:ext>
                </a:extLst>
              </p:cNvPr>
              <p:cNvSpPr/>
              <p:nvPr/>
            </p:nvSpPr>
            <p:spPr>
              <a:xfrm>
                <a:off x="3226613" y="2176706"/>
                <a:ext cx="24418" cy="17441"/>
              </a:xfrm>
              <a:custGeom>
                <a:avLst/>
                <a:gdLst/>
                <a:ahLst/>
                <a:cxnLst/>
                <a:rect l="l" t="t" r="r" b="b"/>
                <a:pathLst>
                  <a:path w="14" h="10" extrusionOk="0">
                    <a:moveTo>
                      <a:pt x="14" y="3"/>
                    </a:moveTo>
                    <a:lnTo>
                      <a:pt x="0" y="10"/>
                    </a:lnTo>
                    <a:lnTo>
                      <a:pt x="0" y="8"/>
                    </a:lnTo>
                    <a:lnTo>
                      <a:pt x="13" y="0"/>
                    </a:lnTo>
                    <a:lnTo>
                      <a:pt x="14" y="3"/>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30" name="Google Shape;810;p35">
                <a:extLst>
                  <a:ext uri="{FF2B5EF4-FFF2-40B4-BE49-F238E27FC236}">
                    <a16:creationId xmlns:a16="http://schemas.microsoft.com/office/drawing/2014/main" id="{929FF448-4501-F0E9-6101-FCD2E082A178}"/>
                  </a:ext>
                </a:extLst>
              </p:cNvPr>
              <p:cNvSpPr/>
              <p:nvPr/>
            </p:nvSpPr>
            <p:spPr>
              <a:xfrm>
                <a:off x="3221381" y="2174963"/>
                <a:ext cx="27906" cy="15698"/>
              </a:xfrm>
              <a:custGeom>
                <a:avLst/>
                <a:gdLst/>
                <a:ahLst/>
                <a:cxnLst/>
                <a:rect l="l" t="t" r="r" b="b"/>
                <a:pathLst>
                  <a:path w="12" h="7" extrusionOk="0">
                    <a:moveTo>
                      <a:pt x="12" y="1"/>
                    </a:moveTo>
                    <a:cubicBezTo>
                      <a:pt x="2" y="7"/>
                      <a:pt x="2" y="7"/>
                      <a:pt x="2" y="7"/>
                    </a:cubicBezTo>
                    <a:cubicBezTo>
                      <a:pt x="1" y="7"/>
                      <a:pt x="1" y="6"/>
                      <a:pt x="0" y="6"/>
                    </a:cubicBezTo>
                    <a:cubicBezTo>
                      <a:pt x="11" y="0"/>
                      <a:pt x="11" y="0"/>
                      <a:pt x="11" y="0"/>
                    </a:cubicBezTo>
                    <a:cubicBezTo>
                      <a:pt x="12" y="0"/>
                      <a:pt x="12" y="0"/>
                      <a:pt x="12" y="1"/>
                    </a:cubicBez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31" name="Google Shape;811;p35">
                <a:extLst>
                  <a:ext uri="{FF2B5EF4-FFF2-40B4-BE49-F238E27FC236}">
                    <a16:creationId xmlns:a16="http://schemas.microsoft.com/office/drawing/2014/main" id="{CAD34ED8-DADD-1EB3-1417-7B0DDEF4CFE3}"/>
                  </a:ext>
                </a:extLst>
              </p:cNvPr>
              <p:cNvSpPr/>
              <p:nvPr/>
            </p:nvSpPr>
            <p:spPr>
              <a:xfrm>
                <a:off x="3226613" y="2181939"/>
                <a:ext cx="24418" cy="15698"/>
              </a:xfrm>
              <a:custGeom>
                <a:avLst/>
                <a:gdLst/>
                <a:ahLst/>
                <a:cxnLst/>
                <a:rect l="l" t="t" r="r" b="b"/>
                <a:pathLst>
                  <a:path w="11" h="7" extrusionOk="0">
                    <a:moveTo>
                      <a:pt x="11" y="1"/>
                    </a:moveTo>
                    <a:cubicBezTo>
                      <a:pt x="0" y="7"/>
                      <a:pt x="0" y="7"/>
                      <a:pt x="0" y="7"/>
                    </a:cubicBezTo>
                    <a:cubicBezTo>
                      <a:pt x="0" y="7"/>
                      <a:pt x="0" y="6"/>
                      <a:pt x="0" y="6"/>
                    </a:cubicBezTo>
                    <a:cubicBezTo>
                      <a:pt x="11" y="0"/>
                      <a:pt x="11" y="0"/>
                      <a:pt x="11" y="0"/>
                    </a:cubicBezTo>
                    <a:cubicBezTo>
                      <a:pt x="11" y="0"/>
                      <a:pt x="11" y="1"/>
                      <a:pt x="11" y="1"/>
                    </a:cubicBez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32" name="Google Shape;812;p35">
                <a:extLst>
                  <a:ext uri="{FF2B5EF4-FFF2-40B4-BE49-F238E27FC236}">
                    <a16:creationId xmlns:a16="http://schemas.microsoft.com/office/drawing/2014/main" id="{14811BD7-1B8B-9E1B-8C62-7B1A40400535}"/>
                  </a:ext>
                </a:extLst>
              </p:cNvPr>
              <p:cNvSpPr/>
              <p:nvPr/>
            </p:nvSpPr>
            <p:spPr>
              <a:xfrm>
                <a:off x="3226613" y="2183683"/>
                <a:ext cx="24418" cy="13953"/>
              </a:xfrm>
              <a:custGeom>
                <a:avLst/>
                <a:gdLst/>
                <a:ahLst/>
                <a:cxnLst/>
                <a:rect l="l" t="t" r="r" b="b"/>
                <a:pathLst>
                  <a:path w="14" h="8" extrusionOk="0">
                    <a:moveTo>
                      <a:pt x="14" y="0"/>
                    </a:moveTo>
                    <a:lnTo>
                      <a:pt x="0" y="8"/>
                    </a:lnTo>
                    <a:lnTo>
                      <a:pt x="0" y="8"/>
                    </a:lnTo>
                    <a:lnTo>
                      <a:pt x="14" y="0"/>
                    </a:lnTo>
                    <a:lnTo>
                      <a:pt x="14" y="0"/>
                    </a:ln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33" name="Google Shape;813;p35">
                <a:extLst>
                  <a:ext uri="{FF2B5EF4-FFF2-40B4-BE49-F238E27FC236}">
                    <a16:creationId xmlns:a16="http://schemas.microsoft.com/office/drawing/2014/main" id="{BC536D44-19D1-5367-6374-ABA7EB00E399}"/>
                  </a:ext>
                </a:extLst>
              </p:cNvPr>
              <p:cNvSpPr/>
              <p:nvPr/>
            </p:nvSpPr>
            <p:spPr>
              <a:xfrm>
                <a:off x="3305099" y="2326701"/>
                <a:ext cx="47091" cy="20929"/>
              </a:xfrm>
              <a:custGeom>
                <a:avLst/>
                <a:gdLst/>
                <a:ahLst/>
                <a:cxnLst/>
                <a:rect l="l" t="t" r="r" b="b"/>
                <a:pathLst>
                  <a:path w="27" h="12" extrusionOk="0">
                    <a:moveTo>
                      <a:pt x="27" y="0"/>
                    </a:moveTo>
                    <a:lnTo>
                      <a:pt x="13" y="8"/>
                    </a:lnTo>
                    <a:lnTo>
                      <a:pt x="0" y="12"/>
                    </a:lnTo>
                    <a:lnTo>
                      <a:pt x="14" y="4"/>
                    </a:lnTo>
                    <a:lnTo>
                      <a:pt x="27" y="0"/>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34" name="Google Shape;814;p35">
                <a:extLst>
                  <a:ext uri="{FF2B5EF4-FFF2-40B4-BE49-F238E27FC236}">
                    <a16:creationId xmlns:a16="http://schemas.microsoft.com/office/drawing/2014/main" id="{C6A9E0DE-F0CB-D9CF-81CC-1856EBA7AC38}"/>
                  </a:ext>
                </a:extLst>
              </p:cNvPr>
              <p:cNvSpPr/>
              <p:nvPr/>
            </p:nvSpPr>
            <p:spPr>
              <a:xfrm>
                <a:off x="3245799" y="2232518"/>
                <a:ext cx="26162" cy="19186"/>
              </a:xfrm>
              <a:custGeom>
                <a:avLst/>
                <a:gdLst/>
                <a:ahLst/>
                <a:cxnLst/>
                <a:rect l="l" t="t" r="r" b="b"/>
                <a:pathLst>
                  <a:path w="15" h="11" extrusionOk="0">
                    <a:moveTo>
                      <a:pt x="15" y="3"/>
                    </a:moveTo>
                    <a:lnTo>
                      <a:pt x="2" y="11"/>
                    </a:lnTo>
                    <a:lnTo>
                      <a:pt x="0" y="8"/>
                    </a:lnTo>
                    <a:lnTo>
                      <a:pt x="15" y="0"/>
                    </a:lnTo>
                    <a:lnTo>
                      <a:pt x="15" y="3"/>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35" name="Google Shape;815;p35">
                <a:extLst>
                  <a:ext uri="{FF2B5EF4-FFF2-40B4-BE49-F238E27FC236}">
                    <a16:creationId xmlns:a16="http://schemas.microsoft.com/office/drawing/2014/main" id="{F3025A52-035B-6CFB-862E-AFAB3530CAFF}"/>
                  </a:ext>
                </a:extLst>
              </p:cNvPr>
              <p:cNvSpPr/>
              <p:nvPr/>
            </p:nvSpPr>
            <p:spPr>
              <a:xfrm>
                <a:off x="3244054" y="2230775"/>
                <a:ext cx="27906" cy="15698"/>
              </a:xfrm>
              <a:custGeom>
                <a:avLst/>
                <a:gdLst/>
                <a:ahLst/>
                <a:cxnLst/>
                <a:rect l="l" t="t" r="r" b="b"/>
                <a:pathLst>
                  <a:path w="12" h="7" extrusionOk="0">
                    <a:moveTo>
                      <a:pt x="12" y="1"/>
                    </a:moveTo>
                    <a:cubicBezTo>
                      <a:pt x="1" y="7"/>
                      <a:pt x="1" y="7"/>
                      <a:pt x="1" y="7"/>
                    </a:cubicBezTo>
                    <a:cubicBezTo>
                      <a:pt x="1" y="7"/>
                      <a:pt x="0" y="7"/>
                      <a:pt x="0" y="7"/>
                    </a:cubicBezTo>
                    <a:cubicBezTo>
                      <a:pt x="11" y="1"/>
                      <a:pt x="11" y="1"/>
                      <a:pt x="11" y="1"/>
                    </a:cubicBezTo>
                    <a:cubicBezTo>
                      <a:pt x="11" y="0"/>
                      <a:pt x="12" y="1"/>
                      <a:pt x="12" y="1"/>
                    </a:cubicBez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36" name="Google Shape;816;p35">
                <a:extLst>
                  <a:ext uri="{FF2B5EF4-FFF2-40B4-BE49-F238E27FC236}">
                    <a16:creationId xmlns:a16="http://schemas.microsoft.com/office/drawing/2014/main" id="{B26ED6B3-0BAA-5BFA-81F5-063676F42092}"/>
                  </a:ext>
                </a:extLst>
              </p:cNvPr>
              <p:cNvSpPr/>
              <p:nvPr/>
            </p:nvSpPr>
            <p:spPr>
              <a:xfrm>
                <a:off x="3245799" y="2237751"/>
                <a:ext cx="27906" cy="17441"/>
              </a:xfrm>
              <a:custGeom>
                <a:avLst/>
                <a:gdLst/>
                <a:ahLst/>
                <a:cxnLst/>
                <a:rect l="l" t="t" r="r" b="b"/>
                <a:pathLst>
                  <a:path w="12" h="8" extrusionOk="0">
                    <a:moveTo>
                      <a:pt x="11" y="1"/>
                    </a:moveTo>
                    <a:cubicBezTo>
                      <a:pt x="0" y="8"/>
                      <a:pt x="0" y="8"/>
                      <a:pt x="0" y="8"/>
                    </a:cubicBezTo>
                    <a:cubicBezTo>
                      <a:pt x="1" y="7"/>
                      <a:pt x="1" y="7"/>
                      <a:pt x="1" y="6"/>
                    </a:cubicBezTo>
                    <a:cubicBezTo>
                      <a:pt x="11" y="0"/>
                      <a:pt x="11" y="0"/>
                      <a:pt x="11" y="0"/>
                    </a:cubicBezTo>
                    <a:cubicBezTo>
                      <a:pt x="12" y="1"/>
                      <a:pt x="11" y="1"/>
                      <a:pt x="11" y="1"/>
                    </a:cubicBez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37" name="Google Shape;817;p35">
                <a:extLst>
                  <a:ext uri="{FF2B5EF4-FFF2-40B4-BE49-F238E27FC236}">
                    <a16:creationId xmlns:a16="http://schemas.microsoft.com/office/drawing/2014/main" id="{090ABF9A-B4F3-02E6-1C77-5606666E572A}"/>
                  </a:ext>
                </a:extLst>
              </p:cNvPr>
              <p:cNvSpPr/>
              <p:nvPr/>
            </p:nvSpPr>
            <p:spPr>
              <a:xfrm>
                <a:off x="3245799" y="2239495"/>
                <a:ext cx="26162" cy="15698"/>
              </a:xfrm>
              <a:custGeom>
                <a:avLst/>
                <a:gdLst/>
                <a:ahLst/>
                <a:cxnLst/>
                <a:rect l="l" t="t" r="r" b="b"/>
                <a:pathLst>
                  <a:path w="15" h="9" extrusionOk="0">
                    <a:moveTo>
                      <a:pt x="15" y="0"/>
                    </a:moveTo>
                    <a:lnTo>
                      <a:pt x="0" y="9"/>
                    </a:lnTo>
                    <a:lnTo>
                      <a:pt x="0" y="9"/>
                    </a:lnTo>
                    <a:lnTo>
                      <a:pt x="15" y="0"/>
                    </a:lnTo>
                    <a:lnTo>
                      <a:pt x="15" y="0"/>
                    </a:ln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38" name="Google Shape;818;p35">
                <a:extLst>
                  <a:ext uri="{FF2B5EF4-FFF2-40B4-BE49-F238E27FC236}">
                    <a16:creationId xmlns:a16="http://schemas.microsoft.com/office/drawing/2014/main" id="{673A7A49-4897-D472-4AFB-07EED2B48D9E}"/>
                  </a:ext>
                </a:extLst>
              </p:cNvPr>
              <p:cNvSpPr/>
              <p:nvPr/>
            </p:nvSpPr>
            <p:spPr>
              <a:xfrm>
                <a:off x="3249287" y="2270889"/>
                <a:ext cx="80229" cy="76742"/>
              </a:xfrm>
              <a:custGeom>
                <a:avLst/>
                <a:gdLst/>
                <a:ahLst/>
                <a:cxnLst/>
                <a:rect l="l" t="t" r="r" b="b"/>
                <a:pathLst>
                  <a:path w="46" h="44" extrusionOk="0">
                    <a:moveTo>
                      <a:pt x="46" y="36"/>
                    </a:moveTo>
                    <a:lnTo>
                      <a:pt x="32" y="44"/>
                    </a:lnTo>
                    <a:lnTo>
                      <a:pt x="0" y="8"/>
                    </a:lnTo>
                    <a:lnTo>
                      <a:pt x="13" y="0"/>
                    </a:lnTo>
                    <a:lnTo>
                      <a:pt x="46" y="36"/>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39" name="Google Shape;819;p35">
                <a:extLst>
                  <a:ext uri="{FF2B5EF4-FFF2-40B4-BE49-F238E27FC236}">
                    <a16:creationId xmlns:a16="http://schemas.microsoft.com/office/drawing/2014/main" id="{3A6E705F-12FF-2078-6F24-AE0EE01F7B76}"/>
                  </a:ext>
                </a:extLst>
              </p:cNvPr>
              <p:cNvPicPr preferRelativeResize="0"/>
              <p:nvPr/>
            </p:nvPicPr>
            <p:blipFill rotWithShape="1">
              <a:blip r:embed="rId21">
                <a:alphaModFix/>
              </a:blip>
              <a:srcRect/>
              <a:stretch/>
            </p:blipFill>
            <p:spPr>
              <a:xfrm>
                <a:off x="2999879" y="2326701"/>
                <a:ext cx="47091" cy="47092"/>
              </a:xfrm>
              <a:prstGeom prst="rect">
                <a:avLst/>
              </a:prstGeom>
              <a:noFill/>
              <a:ln>
                <a:noFill/>
              </a:ln>
            </p:spPr>
          </p:pic>
          <p:sp>
            <p:nvSpPr>
              <p:cNvPr id="140" name="Google Shape;820;p35">
                <a:extLst>
                  <a:ext uri="{FF2B5EF4-FFF2-40B4-BE49-F238E27FC236}">
                    <a16:creationId xmlns:a16="http://schemas.microsoft.com/office/drawing/2014/main" id="{EC5C2574-0902-953F-395E-D5C70690776B}"/>
                  </a:ext>
                </a:extLst>
              </p:cNvPr>
              <p:cNvSpPr/>
              <p:nvPr/>
            </p:nvSpPr>
            <p:spPr>
              <a:xfrm>
                <a:off x="3010344" y="2270889"/>
                <a:ext cx="261617" cy="78486"/>
              </a:xfrm>
              <a:custGeom>
                <a:avLst/>
                <a:gdLst/>
                <a:ahLst/>
                <a:cxnLst/>
                <a:rect l="l" t="t" r="r" b="b"/>
                <a:pathLst>
                  <a:path w="150" h="45" extrusionOk="0">
                    <a:moveTo>
                      <a:pt x="150" y="0"/>
                    </a:moveTo>
                    <a:lnTo>
                      <a:pt x="137" y="8"/>
                    </a:lnTo>
                    <a:lnTo>
                      <a:pt x="0" y="45"/>
                    </a:lnTo>
                    <a:lnTo>
                      <a:pt x="13" y="37"/>
                    </a:lnTo>
                    <a:lnTo>
                      <a:pt x="150" y="0"/>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1" name="Google Shape;821;p35">
                <a:extLst>
                  <a:ext uri="{FF2B5EF4-FFF2-40B4-BE49-F238E27FC236}">
                    <a16:creationId xmlns:a16="http://schemas.microsoft.com/office/drawing/2014/main" id="{813BE58D-0647-1DA2-DDD6-6392A94677BE}"/>
                  </a:ext>
                </a:extLst>
              </p:cNvPr>
              <p:cNvSpPr/>
              <p:nvPr/>
            </p:nvSpPr>
            <p:spPr>
              <a:xfrm>
                <a:off x="2923138" y="2255193"/>
                <a:ext cx="24418" cy="15698"/>
              </a:xfrm>
              <a:custGeom>
                <a:avLst/>
                <a:gdLst/>
                <a:ahLst/>
                <a:cxnLst/>
                <a:rect l="l" t="t" r="r" b="b"/>
                <a:pathLst>
                  <a:path w="11" h="7" extrusionOk="0">
                    <a:moveTo>
                      <a:pt x="0" y="6"/>
                    </a:moveTo>
                    <a:cubicBezTo>
                      <a:pt x="11" y="0"/>
                      <a:pt x="11" y="0"/>
                      <a:pt x="11" y="0"/>
                    </a:cubicBezTo>
                    <a:cubicBezTo>
                      <a:pt x="11" y="0"/>
                      <a:pt x="11" y="1"/>
                      <a:pt x="11" y="1"/>
                    </a:cubicBezTo>
                    <a:cubicBezTo>
                      <a:pt x="0" y="7"/>
                      <a:pt x="0" y="7"/>
                      <a:pt x="0" y="7"/>
                    </a:cubicBezTo>
                    <a:cubicBezTo>
                      <a:pt x="0" y="7"/>
                      <a:pt x="0" y="6"/>
                      <a:pt x="0" y="6"/>
                    </a:cubicBez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2" name="Google Shape;822;p35">
                <a:extLst>
                  <a:ext uri="{FF2B5EF4-FFF2-40B4-BE49-F238E27FC236}">
                    <a16:creationId xmlns:a16="http://schemas.microsoft.com/office/drawing/2014/main" id="{6283996B-9185-7417-BC2C-6FBCB0FAE55E}"/>
                  </a:ext>
                </a:extLst>
              </p:cNvPr>
              <p:cNvSpPr/>
              <p:nvPr/>
            </p:nvSpPr>
            <p:spPr>
              <a:xfrm>
                <a:off x="2947556" y="2174963"/>
                <a:ext cx="303475" cy="88951"/>
              </a:xfrm>
              <a:custGeom>
                <a:avLst/>
                <a:gdLst/>
                <a:ahLst/>
                <a:cxnLst/>
                <a:rect l="l" t="t" r="r" b="b"/>
                <a:pathLst>
                  <a:path w="135" h="40" extrusionOk="0">
                    <a:moveTo>
                      <a:pt x="133" y="0"/>
                    </a:moveTo>
                    <a:cubicBezTo>
                      <a:pt x="134" y="0"/>
                      <a:pt x="134" y="0"/>
                      <a:pt x="134" y="1"/>
                    </a:cubicBezTo>
                    <a:cubicBezTo>
                      <a:pt x="135" y="3"/>
                      <a:pt x="135" y="3"/>
                      <a:pt x="135" y="3"/>
                    </a:cubicBezTo>
                    <a:cubicBezTo>
                      <a:pt x="135" y="3"/>
                      <a:pt x="135" y="4"/>
                      <a:pt x="135" y="4"/>
                    </a:cubicBezTo>
                    <a:cubicBezTo>
                      <a:pt x="2" y="40"/>
                      <a:pt x="2" y="40"/>
                      <a:pt x="2" y="40"/>
                    </a:cubicBezTo>
                    <a:cubicBezTo>
                      <a:pt x="1" y="40"/>
                      <a:pt x="1" y="40"/>
                      <a:pt x="0" y="39"/>
                    </a:cubicBezTo>
                    <a:cubicBezTo>
                      <a:pt x="0" y="37"/>
                      <a:pt x="0" y="37"/>
                      <a:pt x="0" y="37"/>
                    </a:cubicBezTo>
                    <a:cubicBezTo>
                      <a:pt x="0" y="37"/>
                      <a:pt x="0" y="36"/>
                      <a:pt x="0" y="36"/>
                    </a:cubicBezTo>
                    <a:lnTo>
                      <a:pt x="13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3" name="Google Shape;823;p35">
                <a:extLst>
                  <a:ext uri="{FF2B5EF4-FFF2-40B4-BE49-F238E27FC236}">
                    <a16:creationId xmlns:a16="http://schemas.microsoft.com/office/drawing/2014/main" id="{5DCCB776-85C8-3872-DE21-072810B60DB6}"/>
                  </a:ext>
                </a:extLst>
              </p:cNvPr>
              <p:cNvSpPr/>
              <p:nvPr/>
            </p:nvSpPr>
            <p:spPr>
              <a:xfrm>
                <a:off x="2924883" y="2262169"/>
                <a:ext cx="27906" cy="15698"/>
              </a:xfrm>
              <a:custGeom>
                <a:avLst/>
                <a:gdLst/>
                <a:ahLst/>
                <a:cxnLst/>
                <a:rect l="l" t="t" r="r" b="b"/>
                <a:pathLst>
                  <a:path w="12" h="7" extrusionOk="0">
                    <a:moveTo>
                      <a:pt x="12" y="1"/>
                    </a:moveTo>
                    <a:cubicBezTo>
                      <a:pt x="1" y="7"/>
                      <a:pt x="1" y="7"/>
                      <a:pt x="1" y="7"/>
                    </a:cubicBezTo>
                    <a:cubicBezTo>
                      <a:pt x="1" y="7"/>
                      <a:pt x="0" y="7"/>
                      <a:pt x="0" y="6"/>
                    </a:cubicBezTo>
                    <a:cubicBezTo>
                      <a:pt x="10" y="0"/>
                      <a:pt x="10" y="0"/>
                      <a:pt x="10" y="0"/>
                    </a:cubicBezTo>
                    <a:cubicBezTo>
                      <a:pt x="11" y="1"/>
                      <a:pt x="11" y="1"/>
                      <a:pt x="12" y="1"/>
                    </a:cubicBez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4" name="Google Shape;824;p35">
                <a:extLst>
                  <a:ext uri="{FF2B5EF4-FFF2-40B4-BE49-F238E27FC236}">
                    <a16:creationId xmlns:a16="http://schemas.microsoft.com/office/drawing/2014/main" id="{34D2C297-B4EA-4FA2-33B0-2BD0A61CA34E}"/>
                  </a:ext>
                </a:extLst>
              </p:cNvPr>
              <p:cNvSpPr/>
              <p:nvPr/>
            </p:nvSpPr>
            <p:spPr>
              <a:xfrm>
                <a:off x="2923138" y="2255193"/>
                <a:ext cx="24418" cy="13953"/>
              </a:xfrm>
              <a:custGeom>
                <a:avLst/>
                <a:gdLst/>
                <a:ahLst/>
                <a:cxnLst/>
                <a:rect l="l" t="t" r="r" b="b"/>
                <a:pathLst>
                  <a:path w="14" h="8" extrusionOk="0">
                    <a:moveTo>
                      <a:pt x="0" y="8"/>
                    </a:moveTo>
                    <a:lnTo>
                      <a:pt x="14" y="0"/>
                    </a:lnTo>
                    <a:lnTo>
                      <a:pt x="14" y="0"/>
                    </a:lnTo>
                    <a:lnTo>
                      <a:pt x="1" y="8"/>
                    </a:lnTo>
                    <a:lnTo>
                      <a:pt x="0" y="8"/>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5" name="Google Shape;825;p35">
                <a:extLst>
                  <a:ext uri="{FF2B5EF4-FFF2-40B4-BE49-F238E27FC236}">
                    <a16:creationId xmlns:a16="http://schemas.microsoft.com/office/drawing/2014/main" id="{DC8D472D-46D0-3BE0-BA50-F70E75282CBC}"/>
                  </a:ext>
                </a:extLst>
              </p:cNvPr>
              <p:cNvSpPr/>
              <p:nvPr/>
            </p:nvSpPr>
            <p:spPr>
              <a:xfrm>
                <a:off x="2923138" y="2256936"/>
                <a:ext cx="24418" cy="19186"/>
              </a:xfrm>
              <a:custGeom>
                <a:avLst/>
                <a:gdLst/>
                <a:ahLst/>
                <a:cxnLst/>
                <a:rect l="l" t="t" r="r" b="b"/>
                <a:pathLst>
                  <a:path w="14" h="11" extrusionOk="0">
                    <a:moveTo>
                      <a:pt x="14" y="3"/>
                    </a:moveTo>
                    <a:lnTo>
                      <a:pt x="1" y="11"/>
                    </a:lnTo>
                    <a:lnTo>
                      <a:pt x="0" y="8"/>
                    </a:lnTo>
                    <a:lnTo>
                      <a:pt x="14" y="0"/>
                    </a:lnTo>
                    <a:lnTo>
                      <a:pt x="14" y="3"/>
                    </a:ln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6" name="Google Shape;826;p35">
                <a:extLst>
                  <a:ext uri="{FF2B5EF4-FFF2-40B4-BE49-F238E27FC236}">
                    <a16:creationId xmlns:a16="http://schemas.microsoft.com/office/drawing/2014/main" id="{52E77169-14D3-5A6C-40CA-0A1E880188C8}"/>
                  </a:ext>
                </a:extLst>
              </p:cNvPr>
              <p:cNvSpPr/>
              <p:nvPr/>
            </p:nvSpPr>
            <p:spPr>
              <a:xfrm>
                <a:off x="2944068" y="2311005"/>
                <a:ext cx="24418" cy="19186"/>
              </a:xfrm>
              <a:custGeom>
                <a:avLst/>
                <a:gdLst/>
                <a:ahLst/>
                <a:cxnLst/>
                <a:rect l="l" t="t" r="r" b="b"/>
                <a:pathLst>
                  <a:path w="11" h="8" extrusionOk="0">
                    <a:moveTo>
                      <a:pt x="1" y="6"/>
                    </a:moveTo>
                    <a:cubicBezTo>
                      <a:pt x="11" y="0"/>
                      <a:pt x="11" y="0"/>
                      <a:pt x="11" y="0"/>
                    </a:cubicBezTo>
                    <a:cubicBezTo>
                      <a:pt x="11" y="0"/>
                      <a:pt x="11" y="1"/>
                      <a:pt x="11" y="1"/>
                    </a:cubicBezTo>
                    <a:cubicBezTo>
                      <a:pt x="1" y="8"/>
                      <a:pt x="1" y="8"/>
                      <a:pt x="1" y="8"/>
                    </a:cubicBezTo>
                    <a:cubicBezTo>
                      <a:pt x="0" y="7"/>
                      <a:pt x="0" y="7"/>
                      <a:pt x="1" y="6"/>
                    </a:cubicBez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7" name="Google Shape;827;p35">
                <a:extLst>
                  <a:ext uri="{FF2B5EF4-FFF2-40B4-BE49-F238E27FC236}">
                    <a16:creationId xmlns:a16="http://schemas.microsoft.com/office/drawing/2014/main" id="{1AB1C969-47C6-2BD1-6C26-A3C82AE09B99}"/>
                  </a:ext>
                </a:extLst>
              </p:cNvPr>
              <p:cNvSpPr/>
              <p:nvPr/>
            </p:nvSpPr>
            <p:spPr>
              <a:xfrm>
                <a:off x="2968485" y="2230775"/>
                <a:ext cx="305220" cy="88951"/>
              </a:xfrm>
              <a:custGeom>
                <a:avLst/>
                <a:gdLst/>
                <a:ahLst/>
                <a:cxnLst/>
                <a:rect l="l" t="t" r="r" b="b"/>
                <a:pathLst>
                  <a:path w="136" h="40" extrusionOk="0">
                    <a:moveTo>
                      <a:pt x="134" y="1"/>
                    </a:moveTo>
                    <a:cubicBezTo>
                      <a:pt x="134" y="0"/>
                      <a:pt x="135" y="1"/>
                      <a:pt x="135" y="1"/>
                    </a:cubicBezTo>
                    <a:cubicBezTo>
                      <a:pt x="135" y="3"/>
                      <a:pt x="135" y="3"/>
                      <a:pt x="135" y="3"/>
                    </a:cubicBezTo>
                    <a:cubicBezTo>
                      <a:pt x="136" y="4"/>
                      <a:pt x="135" y="4"/>
                      <a:pt x="135" y="4"/>
                    </a:cubicBezTo>
                    <a:cubicBezTo>
                      <a:pt x="2" y="40"/>
                      <a:pt x="2" y="40"/>
                      <a:pt x="2" y="40"/>
                    </a:cubicBezTo>
                    <a:cubicBezTo>
                      <a:pt x="2" y="40"/>
                      <a:pt x="1" y="40"/>
                      <a:pt x="1" y="39"/>
                    </a:cubicBezTo>
                    <a:cubicBezTo>
                      <a:pt x="0" y="37"/>
                      <a:pt x="0" y="37"/>
                      <a:pt x="0" y="37"/>
                    </a:cubicBezTo>
                    <a:cubicBezTo>
                      <a:pt x="0" y="37"/>
                      <a:pt x="0" y="36"/>
                      <a:pt x="1" y="36"/>
                    </a:cubicBezTo>
                    <a:lnTo>
                      <a:pt x="134" y="1"/>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8" name="Google Shape;828;p35">
                <a:extLst>
                  <a:ext uri="{FF2B5EF4-FFF2-40B4-BE49-F238E27FC236}">
                    <a16:creationId xmlns:a16="http://schemas.microsoft.com/office/drawing/2014/main" id="{72E77539-E8C2-3C79-EAA9-58B873BB3525}"/>
                  </a:ext>
                </a:extLst>
              </p:cNvPr>
              <p:cNvSpPr/>
              <p:nvPr/>
            </p:nvSpPr>
            <p:spPr>
              <a:xfrm>
                <a:off x="2945812" y="2317981"/>
                <a:ext cx="26162" cy="15698"/>
              </a:xfrm>
              <a:custGeom>
                <a:avLst/>
                <a:gdLst/>
                <a:ahLst/>
                <a:cxnLst/>
                <a:rect l="l" t="t" r="r" b="b"/>
                <a:pathLst>
                  <a:path w="12" h="7" extrusionOk="0">
                    <a:moveTo>
                      <a:pt x="12" y="1"/>
                    </a:moveTo>
                    <a:cubicBezTo>
                      <a:pt x="1" y="7"/>
                      <a:pt x="1" y="7"/>
                      <a:pt x="1" y="7"/>
                    </a:cubicBezTo>
                    <a:cubicBezTo>
                      <a:pt x="1" y="7"/>
                      <a:pt x="0" y="7"/>
                      <a:pt x="0" y="6"/>
                    </a:cubicBezTo>
                    <a:cubicBezTo>
                      <a:pt x="11" y="0"/>
                      <a:pt x="11" y="0"/>
                      <a:pt x="11" y="0"/>
                    </a:cubicBezTo>
                    <a:cubicBezTo>
                      <a:pt x="11" y="1"/>
                      <a:pt x="12" y="1"/>
                      <a:pt x="12" y="1"/>
                    </a:cubicBez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9" name="Google Shape;829;p35">
                <a:extLst>
                  <a:ext uri="{FF2B5EF4-FFF2-40B4-BE49-F238E27FC236}">
                    <a16:creationId xmlns:a16="http://schemas.microsoft.com/office/drawing/2014/main" id="{66DA6184-F7AE-7797-86F3-33D478AC0679}"/>
                  </a:ext>
                </a:extLst>
              </p:cNvPr>
              <p:cNvSpPr/>
              <p:nvPr/>
            </p:nvSpPr>
            <p:spPr>
              <a:xfrm>
                <a:off x="2945812" y="2311005"/>
                <a:ext cx="24418" cy="13953"/>
              </a:xfrm>
              <a:custGeom>
                <a:avLst/>
                <a:gdLst/>
                <a:ahLst/>
                <a:cxnLst/>
                <a:rect l="l" t="t" r="r" b="b"/>
                <a:pathLst>
                  <a:path w="14" h="8" extrusionOk="0">
                    <a:moveTo>
                      <a:pt x="0" y="8"/>
                    </a:moveTo>
                    <a:lnTo>
                      <a:pt x="13" y="0"/>
                    </a:lnTo>
                    <a:lnTo>
                      <a:pt x="14" y="0"/>
                    </a:lnTo>
                    <a:lnTo>
                      <a:pt x="0" y="8"/>
                    </a:lnTo>
                    <a:lnTo>
                      <a:pt x="0" y="8"/>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0" name="Google Shape;830;p35">
                <a:extLst>
                  <a:ext uri="{FF2B5EF4-FFF2-40B4-BE49-F238E27FC236}">
                    <a16:creationId xmlns:a16="http://schemas.microsoft.com/office/drawing/2014/main" id="{AAA8E49A-72F9-364F-4A20-0DE48B033DAF}"/>
                  </a:ext>
                </a:extLst>
              </p:cNvPr>
              <p:cNvSpPr/>
              <p:nvPr/>
            </p:nvSpPr>
            <p:spPr>
              <a:xfrm>
                <a:off x="2945812" y="2314493"/>
                <a:ext cx="24418" cy="17441"/>
              </a:xfrm>
              <a:custGeom>
                <a:avLst/>
                <a:gdLst/>
                <a:ahLst/>
                <a:cxnLst/>
                <a:rect l="l" t="t" r="r" b="b"/>
                <a:pathLst>
                  <a:path w="14" h="10" extrusionOk="0">
                    <a:moveTo>
                      <a:pt x="14" y="2"/>
                    </a:moveTo>
                    <a:lnTo>
                      <a:pt x="0" y="10"/>
                    </a:lnTo>
                    <a:lnTo>
                      <a:pt x="0" y="9"/>
                    </a:lnTo>
                    <a:lnTo>
                      <a:pt x="13" y="0"/>
                    </a:lnTo>
                    <a:lnTo>
                      <a:pt x="14" y="2"/>
                    </a:ln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51" name="Google Shape;831;p35">
                <a:extLst>
                  <a:ext uri="{FF2B5EF4-FFF2-40B4-BE49-F238E27FC236}">
                    <a16:creationId xmlns:a16="http://schemas.microsoft.com/office/drawing/2014/main" id="{5C751311-F83B-D32B-68DA-0FAADBD3E9DD}"/>
                  </a:ext>
                </a:extLst>
              </p:cNvPr>
              <p:cNvPicPr preferRelativeResize="0"/>
              <p:nvPr/>
            </p:nvPicPr>
            <p:blipFill rotWithShape="1">
              <a:blip r:embed="rId22">
                <a:alphaModFix/>
              </a:blip>
              <a:srcRect/>
              <a:stretch/>
            </p:blipFill>
            <p:spPr>
              <a:xfrm>
                <a:off x="3001624" y="2345887"/>
                <a:ext cx="68021" cy="249410"/>
              </a:xfrm>
              <a:prstGeom prst="rect">
                <a:avLst/>
              </a:prstGeom>
              <a:noFill/>
              <a:ln>
                <a:noFill/>
              </a:ln>
            </p:spPr>
          </p:pic>
          <p:pic>
            <p:nvPicPr>
              <p:cNvPr id="152" name="Google Shape;832;p35">
                <a:extLst>
                  <a:ext uri="{FF2B5EF4-FFF2-40B4-BE49-F238E27FC236}">
                    <a16:creationId xmlns:a16="http://schemas.microsoft.com/office/drawing/2014/main" id="{C090C912-FDE4-CF94-141F-1B71F0217802}"/>
                  </a:ext>
                </a:extLst>
              </p:cNvPr>
              <p:cNvPicPr preferRelativeResize="0"/>
              <p:nvPr/>
            </p:nvPicPr>
            <p:blipFill rotWithShape="1">
              <a:blip r:embed="rId23">
                <a:alphaModFix/>
              </a:blip>
              <a:srcRect/>
              <a:stretch/>
            </p:blipFill>
            <p:spPr>
              <a:xfrm>
                <a:off x="3026041" y="2560414"/>
                <a:ext cx="54068" cy="148251"/>
              </a:xfrm>
              <a:prstGeom prst="rect">
                <a:avLst/>
              </a:prstGeom>
              <a:noFill/>
              <a:ln>
                <a:noFill/>
              </a:ln>
            </p:spPr>
          </p:pic>
          <p:sp>
            <p:nvSpPr>
              <p:cNvPr id="153" name="Google Shape;833;p35">
                <a:extLst>
                  <a:ext uri="{FF2B5EF4-FFF2-40B4-BE49-F238E27FC236}">
                    <a16:creationId xmlns:a16="http://schemas.microsoft.com/office/drawing/2014/main" id="{A2818844-8BF2-D512-DCB9-910E99628065}"/>
                  </a:ext>
                </a:extLst>
              </p:cNvPr>
              <p:cNvSpPr/>
              <p:nvPr/>
            </p:nvSpPr>
            <p:spPr>
              <a:xfrm>
                <a:off x="2896977" y="2112174"/>
                <a:ext cx="455213" cy="577306"/>
              </a:xfrm>
              <a:custGeom>
                <a:avLst/>
                <a:gdLst/>
                <a:ahLst/>
                <a:cxnLst/>
                <a:rect l="l" t="t" r="r" b="b"/>
                <a:pathLst>
                  <a:path w="203" h="257" extrusionOk="0">
                    <a:moveTo>
                      <a:pt x="0" y="45"/>
                    </a:moveTo>
                    <a:cubicBezTo>
                      <a:pt x="167" y="0"/>
                      <a:pt x="167" y="0"/>
                      <a:pt x="167" y="0"/>
                    </a:cubicBezTo>
                    <a:cubicBezTo>
                      <a:pt x="203" y="96"/>
                      <a:pt x="203" y="96"/>
                      <a:pt x="203" y="96"/>
                    </a:cubicBezTo>
                    <a:cubicBezTo>
                      <a:pt x="193" y="99"/>
                      <a:pt x="193" y="99"/>
                      <a:pt x="193" y="99"/>
                    </a:cubicBezTo>
                    <a:cubicBezTo>
                      <a:pt x="167" y="71"/>
                      <a:pt x="167" y="71"/>
                      <a:pt x="167" y="71"/>
                    </a:cubicBezTo>
                    <a:cubicBezTo>
                      <a:pt x="61" y="100"/>
                      <a:pt x="61" y="100"/>
                      <a:pt x="61" y="100"/>
                    </a:cubicBezTo>
                    <a:cubicBezTo>
                      <a:pt x="62" y="107"/>
                      <a:pt x="62" y="107"/>
                      <a:pt x="62" y="107"/>
                    </a:cubicBezTo>
                    <a:cubicBezTo>
                      <a:pt x="73" y="205"/>
                      <a:pt x="73" y="205"/>
                      <a:pt x="73" y="205"/>
                    </a:cubicBezTo>
                    <a:cubicBezTo>
                      <a:pt x="79" y="257"/>
                      <a:pt x="79" y="257"/>
                      <a:pt x="79" y="257"/>
                    </a:cubicBezTo>
                    <a:cubicBezTo>
                      <a:pt x="26" y="117"/>
                      <a:pt x="26" y="117"/>
                      <a:pt x="26" y="117"/>
                    </a:cubicBezTo>
                    <a:lnTo>
                      <a:pt x="0" y="45"/>
                    </a:lnTo>
                    <a:close/>
                    <a:moveTo>
                      <a:pt x="167" y="56"/>
                    </a:moveTo>
                    <a:cubicBezTo>
                      <a:pt x="167" y="54"/>
                      <a:pt x="167" y="54"/>
                      <a:pt x="167" y="54"/>
                    </a:cubicBezTo>
                    <a:cubicBezTo>
                      <a:pt x="167" y="54"/>
                      <a:pt x="166" y="53"/>
                      <a:pt x="166" y="54"/>
                    </a:cubicBezTo>
                    <a:cubicBezTo>
                      <a:pt x="33" y="89"/>
                      <a:pt x="33" y="89"/>
                      <a:pt x="33" y="89"/>
                    </a:cubicBezTo>
                    <a:cubicBezTo>
                      <a:pt x="32" y="89"/>
                      <a:pt x="32" y="90"/>
                      <a:pt x="32" y="90"/>
                    </a:cubicBezTo>
                    <a:cubicBezTo>
                      <a:pt x="33" y="92"/>
                      <a:pt x="33" y="92"/>
                      <a:pt x="33" y="92"/>
                    </a:cubicBezTo>
                    <a:cubicBezTo>
                      <a:pt x="33" y="93"/>
                      <a:pt x="34" y="93"/>
                      <a:pt x="34" y="93"/>
                    </a:cubicBezTo>
                    <a:cubicBezTo>
                      <a:pt x="167" y="57"/>
                      <a:pt x="167" y="57"/>
                      <a:pt x="167" y="57"/>
                    </a:cubicBezTo>
                    <a:cubicBezTo>
                      <a:pt x="167" y="57"/>
                      <a:pt x="168" y="57"/>
                      <a:pt x="167" y="56"/>
                    </a:cubicBezTo>
                    <a:moveTo>
                      <a:pt x="158" y="31"/>
                    </a:moveTo>
                    <a:cubicBezTo>
                      <a:pt x="157" y="29"/>
                      <a:pt x="157" y="29"/>
                      <a:pt x="157" y="29"/>
                    </a:cubicBezTo>
                    <a:cubicBezTo>
                      <a:pt x="157" y="28"/>
                      <a:pt x="157" y="28"/>
                      <a:pt x="156" y="28"/>
                    </a:cubicBezTo>
                    <a:cubicBezTo>
                      <a:pt x="23" y="64"/>
                      <a:pt x="23" y="64"/>
                      <a:pt x="23" y="64"/>
                    </a:cubicBezTo>
                    <a:cubicBezTo>
                      <a:pt x="23" y="64"/>
                      <a:pt x="23" y="65"/>
                      <a:pt x="23" y="65"/>
                    </a:cubicBezTo>
                    <a:cubicBezTo>
                      <a:pt x="23" y="67"/>
                      <a:pt x="23" y="67"/>
                      <a:pt x="23" y="67"/>
                    </a:cubicBezTo>
                    <a:cubicBezTo>
                      <a:pt x="24" y="68"/>
                      <a:pt x="24" y="68"/>
                      <a:pt x="25" y="68"/>
                    </a:cubicBezTo>
                    <a:cubicBezTo>
                      <a:pt x="158" y="32"/>
                      <a:pt x="158" y="32"/>
                      <a:pt x="158" y="32"/>
                    </a:cubicBezTo>
                    <a:cubicBezTo>
                      <a:pt x="158" y="32"/>
                      <a:pt x="158" y="31"/>
                      <a:pt x="158" y="31"/>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4" name="Google Shape;834;p35">
                <a:extLst>
                  <a:ext uri="{FF2B5EF4-FFF2-40B4-BE49-F238E27FC236}">
                    <a16:creationId xmlns:a16="http://schemas.microsoft.com/office/drawing/2014/main" id="{D0D6FE43-B9AA-6FE4-B84F-CB1AC9B062DF}"/>
                  </a:ext>
                </a:extLst>
              </p:cNvPr>
              <p:cNvSpPr/>
              <p:nvPr/>
            </p:nvSpPr>
            <p:spPr>
              <a:xfrm>
                <a:off x="2931859" y="2373793"/>
                <a:ext cx="141273" cy="327896"/>
              </a:xfrm>
              <a:custGeom>
                <a:avLst/>
                <a:gdLst/>
                <a:ahLst/>
                <a:cxnLst/>
                <a:rect l="l" t="t" r="r" b="b"/>
                <a:pathLst>
                  <a:path w="81" h="188" extrusionOk="0">
                    <a:moveTo>
                      <a:pt x="81" y="181"/>
                    </a:moveTo>
                    <a:lnTo>
                      <a:pt x="67" y="188"/>
                    </a:lnTo>
                    <a:lnTo>
                      <a:pt x="0" y="8"/>
                    </a:lnTo>
                    <a:lnTo>
                      <a:pt x="13" y="0"/>
                    </a:lnTo>
                    <a:lnTo>
                      <a:pt x="81" y="181"/>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5" name="Google Shape;835;p35">
                <a:extLst>
                  <a:ext uri="{FF2B5EF4-FFF2-40B4-BE49-F238E27FC236}">
                    <a16:creationId xmlns:a16="http://schemas.microsoft.com/office/drawing/2014/main" id="{E729292A-CE0D-2F79-AFFA-8676124A04F7}"/>
                  </a:ext>
                </a:extLst>
              </p:cNvPr>
              <p:cNvSpPr/>
              <p:nvPr/>
            </p:nvSpPr>
            <p:spPr>
              <a:xfrm>
                <a:off x="2869071" y="2389490"/>
                <a:ext cx="211038" cy="380219"/>
              </a:xfrm>
              <a:custGeom>
                <a:avLst/>
                <a:gdLst/>
                <a:ahLst/>
                <a:cxnLst/>
                <a:rect l="l" t="t" r="r" b="b"/>
                <a:pathLst>
                  <a:path w="121" h="218" extrusionOk="0">
                    <a:moveTo>
                      <a:pt x="121" y="210"/>
                    </a:moveTo>
                    <a:lnTo>
                      <a:pt x="107" y="218"/>
                    </a:lnTo>
                    <a:lnTo>
                      <a:pt x="0" y="8"/>
                    </a:lnTo>
                    <a:lnTo>
                      <a:pt x="14" y="0"/>
                    </a:lnTo>
                    <a:lnTo>
                      <a:pt x="121" y="21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6" name="Google Shape;836;p35">
                <a:extLst>
                  <a:ext uri="{FF2B5EF4-FFF2-40B4-BE49-F238E27FC236}">
                    <a16:creationId xmlns:a16="http://schemas.microsoft.com/office/drawing/2014/main" id="{A5EC0E7C-0F73-D2F4-2DB1-8615C729E503}"/>
                  </a:ext>
                </a:extLst>
              </p:cNvPr>
              <p:cNvSpPr/>
              <p:nvPr/>
            </p:nvSpPr>
            <p:spPr>
              <a:xfrm>
                <a:off x="3033018" y="2270889"/>
                <a:ext cx="514513" cy="484867"/>
              </a:xfrm>
              <a:custGeom>
                <a:avLst/>
                <a:gdLst/>
                <a:ahLst/>
                <a:cxnLst/>
                <a:rect l="l" t="t" r="r" b="b"/>
                <a:pathLst>
                  <a:path w="295" h="278" extrusionOk="0">
                    <a:moveTo>
                      <a:pt x="137" y="0"/>
                    </a:moveTo>
                    <a:lnTo>
                      <a:pt x="170" y="36"/>
                    </a:lnTo>
                    <a:lnTo>
                      <a:pt x="183" y="32"/>
                    </a:lnTo>
                    <a:lnTo>
                      <a:pt x="282" y="5"/>
                    </a:lnTo>
                    <a:lnTo>
                      <a:pt x="295" y="206"/>
                    </a:lnTo>
                    <a:lnTo>
                      <a:pt x="27" y="278"/>
                    </a:lnTo>
                    <a:lnTo>
                      <a:pt x="23" y="240"/>
                    </a:lnTo>
                    <a:lnTo>
                      <a:pt x="16" y="173"/>
                    </a:lnTo>
                    <a:lnTo>
                      <a:pt x="1" y="46"/>
                    </a:lnTo>
                    <a:lnTo>
                      <a:pt x="0" y="37"/>
                    </a:lnTo>
                    <a:lnTo>
                      <a:pt x="137"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7" name="Google Shape;837;p35">
                <a:extLst>
                  <a:ext uri="{FF2B5EF4-FFF2-40B4-BE49-F238E27FC236}">
                    <a16:creationId xmlns:a16="http://schemas.microsoft.com/office/drawing/2014/main" id="{FC39BF4E-E10F-D202-F1AE-3F310BACE2CF}"/>
                  </a:ext>
                </a:extLst>
              </p:cNvPr>
              <p:cNvSpPr/>
              <p:nvPr/>
            </p:nvSpPr>
            <p:spPr>
              <a:xfrm>
                <a:off x="3055691" y="2630179"/>
                <a:ext cx="491839" cy="139530"/>
              </a:xfrm>
              <a:custGeom>
                <a:avLst/>
                <a:gdLst/>
                <a:ahLst/>
                <a:cxnLst/>
                <a:rect l="l" t="t" r="r" b="b"/>
                <a:pathLst>
                  <a:path w="282" h="80" extrusionOk="0">
                    <a:moveTo>
                      <a:pt x="282" y="0"/>
                    </a:moveTo>
                    <a:lnTo>
                      <a:pt x="268" y="8"/>
                    </a:lnTo>
                    <a:lnTo>
                      <a:pt x="0" y="80"/>
                    </a:lnTo>
                    <a:lnTo>
                      <a:pt x="14" y="72"/>
                    </a:lnTo>
                    <a:lnTo>
                      <a:pt x="282"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8" name="Google Shape;838;p35">
                <a:extLst>
                  <a:ext uri="{FF2B5EF4-FFF2-40B4-BE49-F238E27FC236}">
                    <a16:creationId xmlns:a16="http://schemas.microsoft.com/office/drawing/2014/main" id="{7B604DA2-3CC1-C825-CC05-7630B6DA0A11}"/>
                  </a:ext>
                </a:extLst>
              </p:cNvPr>
              <p:cNvSpPr/>
              <p:nvPr/>
            </p:nvSpPr>
            <p:spPr>
              <a:xfrm>
                <a:off x="2893489" y="2373793"/>
                <a:ext cx="186620" cy="381964"/>
              </a:xfrm>
              <a:custGeom>
                <a:avLst/>
                <a:gdLst/>
                <a:ahLst/>
                <a:cxnLst/>
                <a:rect l="l" t="t" r="r" b="b"/>
                <a:pathLst>
                  <a:path w="107" h="219" extrusionOk="0">
                    <a:moveTo>
                      <a:pt x="35" y="0"/>
                    </a:moveTo>
                    <a:lnTo>
                      <a:pt x="103" y="181"/>
                    </a:lnTo>
                    <a:lnTo>
                      <a:pt x="107" y="219"/>
                    </a:lnTo>
                    <a:lnTo>
                      <a:pt x="0" y="9"/>
                    </a:lnTo>
                    <a:lnTo>
                      <a:pt x="35"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9" name="Google Shape;839;p35">
                <a:extLst>
                  <a:ext uri="{FF2B5EF4-FFF2-40B4-BE49-F238E27FC236}">
                    <a16:creationId xmlns:a16="http://schemas.microsoft.com/office/drawing/2014/main" id="{5818CF25-C2AC-1044-3E85-C4B4A034CBDC}"/>
                  </a:ext>
                </a:extLst>
              </p:cNvPr>
              <p:cNvSpPr/>
              <p:nvPr/>
            </p:nvSpPr>
            <p:spPr>
              <a:xfrm>
                <a:off x="3531833" y="3535380"/>
                <a:ext cx="26162" cy="15698"/>
              </a:xfrm>
              <a:custGeom>
                <a:avLst/>
                <a:gdLst/>
                <a:ahLst/>
                <a:cxnLst/>
                <a:rect l="l" t="t" r="r" b="b"/>
                <a:pathLst>
                  <a:path w="15" h="9" extrusionOk="0">
                    <a:moveTo>
                      <a:pt x="15" y="0"/>
                    </a:moveTo>
                    <a:lnTo>
                      <a:pt x="1" y="8"/>
                    </a:lnTo>
                    <a:lnTo>
                      <a:pt x="0" y="9"/>
                    </a:lnTo>
                    <a:lnTo>
                      <a:pt x="14" y="1"/>
                    </a:lnTo>
                    <a:lnTo>
                      <a:pt x="15" y="0"/>
                    </a:ln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0" name="Google Shape;840;p35">
                <a:extLst>
                  <a:ext uri="{FF2B5EF4-FFF2-40B4-BE49-F238E27FC236}">
                    <a16:creationId xmlns:a16="http://schemas.microsoft.com/office/drawing/2014/main" id="{505C1FA7-D8AA-831B-B8DF-6FDD5A2866A2}"/>
                  </a:ext>
                </a:extLst>
              </p:cNvPr>
              <p:cNvSpPr/>
              <p:nvPr/>
            </p:nvSpPr>
            <p:spPr>
              <a:xfrm>
                <a:off x="3531833" y="3418523"/>
                <a:ext cx="45347" cy="132553"/>
              </a:xfrm>
              <a:custGeom>
                <a:avLst/>
                <a:gdLst/>
                <a:ahLst/>
                <a:cxnLst/>
                <a:rect l="l" t="t" r="r" b="b"/>
                <a:pathLst>
                  <a:path w="20" h="59" extrusionOk="0">
                    <a:moveTo>
                      <a:pt x="11" y="53"/>
                    </a:moveTo>
                    <a:cubicBezTo>
                      <a:pt x="0" y="59"/>
                      <a:pt x="0" y="59"/>
                      <a:pt x="0" y="59"/>
                    </a:cubicBezTo>
                    <a:cubicBezTo>
                      <a:pt x="5" y="42"/>
                      <a:pt x="8" y="24"/>
                      <a:pt x="9" y="6"/>
                    </a:cubicBezTo>
                    <a:cubicBezTo>
                      <a:pt x="20" y="0"/>
                      <a:pt x="20" y="0"/>
                      <a:pt x="20" y="0"/>
                    </a:cubicBezTo>
                    <a:cubicBezTo>
                      <a:pt x="18" y="18"/>
                      <a:pt x="15" y="36"/>
                      <a:pt x="11" y="5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1" name="Google Shape;841;p35">
                <a:extLst>
                  <a:ext uri="{FF2B5EF4-FFF2-40B4-BE49-F238E27FC236}">
                    <a16:creationId xmlns:a16="http://schemas.microsoft.com/office/drawing/2014/main" id="{99C2AEE1-A7B4-77EA-75D1-B124027634E2}"/>
                  </a:ext>
                </a:extLst>
              </p:cNvPr>
              <p:cNvSpPr/>
              <p:nvPr/>
            </p:nvSpPr>
            <p:spPr>
              <a:xfrm>
                <a:off x="3209172" y="2942377"/>
                <a:ext cx="368008" cy="511029"/>
              </a:xfrm>
              <a:custGeom>
                <a:avLst/>
                <a:gdLst/>
                <a:ahLst/>
                <a:cxnLst/>
                <a:rect l="l" t="t" r="r" b="b"/>
                <a:pathLst>
                  <a:path w="164" h="227" extrusionOk="0">
                    <a:moveTo>
                      <a:pt x="58" y="6"/>
                    </a:moveTo>
                    <a:cubicBezTo>
                      <a:pt x="68" y="0"/>
                      <a:pt x="68" y="0"/>
                      <a:pt x="68" y="0"/>
                    </a:cubicBezTo>
                    <a:cubicBezTo>
                      <a:pt x="28" y="23"/>
                      <a:pt x="11" y="75"/>
                      <a:pt x="30" y="127"/>
                    </a:cubicBezTo>
                    <a:cubicBezTo>
                      <a:pt x="52" y="185"/>
                      <a:pt x="110" y="221"/>
                      <a:pt x="164" y="212"/>
                    </a:cubicBezTo>
                    <a:cubicBezTo>
                      <a:pt x="153" y="218"/>
                      <a:pt x="153" y="218"/>
                      <a:pt x="153" y="218"/>
                    </a:cubicBezTo>
                    <a:cubicBezTo>
                      <a:pt x="99" y="227"/>
                      <a:pt x="41" y="191"/>
                      <a:pt x="20" y="133"/>
                    </a:cubicBezTo>
                    <a:cubicBezTo>
                      <a:pt x="0" y="81"/>
                      <a:pt x="17" y="29"/>
                      <a:pt x="58" y="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2" name="Google Shape;842;p35">
                <a:extLst>
                  <a:ext uri="{FF2B5EF4-FFF2-40B4-BE49-F238E27FC236}">
                    <a16:creationId xmlns:a16="http://schemas.microsoft.com/office/drawing/2014/main" id="{59A21980-FC26-F778-CAE3-C5251CE4D556}"/>
                  </a:ext>
                </a:extLst>
              </p:cNvPr>
              <p:cNvSpPr/>
              <p:nvPr/>
            </p:nvSpPr>
            <p:spPr>
              <a:xfrm>
                <a:off x="3226613" y="2888309"/>
                <a:ext cx="540674" cy="648814"/>
              </a:xfrm>
              <a:custGeom>
                <a:avLst/>
                <a:gdLst/>
                <a:ahLst/>
                <a:cxnLst/>
                <a:rect l="l" t="t" r="r" b="b"/>
                <a:pathLst>
                  <a:path w="241" h="289" extrusionOk="0">
                    <a:moveTo>
                      <a:pt x="82" y="15"/>
                    </a:moveTo>
                    <a:cubicBezTo>
                      <a:pt x="138" y="0"/>
                      <a:pt x="201" y="37"/>
                      <a:pt x="224" y="97"/>
                    </a:cubicBezTo>
                    <a:cubicBezTo>
                      <a:pt x="241" y="143"/>
                      <a:pt x="230" y="189"/>
                      <a:pt x="200" y="215"/>
                    </a:cubicBezTo>
                    <a:cubicBezTo>
                      <a:pt x="198" y="221"/>
                      <a:pt x="195" y="227"/>
                      <a:pt x="193" y="233"/>
                    </a:cubicBezTo>
                    <a:cubicBezTo>
                      <a:pt x="184" y="254"/>
                      <a:pt x="152" y="287"/>
                      <a:pt x="147" y="289"/>
                    </a:cubicBezTo>
                    <a:cubicBezTo>
                      <a:pt x="151" y="272"/>
                      <a:pt x="154" y="254"/>
                      <a:pt x="156" y="236"/>
                    </a:cubicBezTo>
                    <a:cubicBezTo>
                      <a:pt x="102" y="245"/>
                      <a:pt x="44" y="209"/>
                      <a:pt x="22" y="151"/>
                    </a:cubicBezTo>
                    <a:cubicBezTo>
                      <a:pt x="0" y="91"/>
                      <a:pt x="26" y="30"/>
                      <a:pt x="82" y="15"/>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3" name="Google Shape;843;p35">
                <a:extLst>
                  <a:ext uri="{FF2B5EF4-FFF2-40B4-BE49-F238E27FC236}">
                    <a16:creationId xmlns:a16="http://schemas.microsoft.com/office/drawing/2014/main" id="{13FE4BBC-5B54-18C0-7229-8074558B0EAB}"/>
                  </a:ext>
                </a:extLst>
              </p:cNvPr>
              <p:cNvSpPr/>
              <p:nvPr/>
            </p:nvSpPr>
            <p:spPr>
              <a:xfrm>
                <a:off x="2748727" y="3183066"/>
                <a:ext cx="163946" cy="202318"/>
              </a:xfrm>
              <a:custGeom>
                <a:avLst/>
                <a:gdLst/>
                <a:ahLst/>
                <a:cxnLst/>
                <a:rect l="l" t="t" r="r" b="b"/>
                <a:pathLst>
                  <a:path w="73" h="90" extrusionOk="0">
                    <a:moveTo>
                      <a:pt x="54" y="84"/>
                    </a:moveTo>
                    <a:cubicBezTo>
                      <a:pt x="43" y="90"/>
                      <a:pt x="43" y="90"/>
                      <a:pt x="43" y="90"/>
                    </a:cubicBezTo>
                    <a:cubicBezTo>
                      <a:pt x="57" y="82"/>
                      <a:pt x="62" y="63"/>
                      <a:pt x="55" y="43"/>
                    </a:cubicBezTo>
                    <a:cubicBezTo>
                      <a:pt x="47" y="21"/>
                      <a:pt x="25" y="7"/>
                      <a:pt x="6" y="12"/>
                    </a:cubicBezTo>
                    <a:cubicBezTo>
                      <a:pt x="4" y="12"/>
                      <a:pt x="2" y="13"/>
                      <a:pt x="0" y="14"/>
                    </a:cubicBezTo>
                    <a:cubicBezTo>
                      <a:pt x="10" y="8"/>
                      <a:pt x="10" y="8"/>
                      <a:pt x="10" y="8"/>
                    </a:cubicBezTo>
                    <a:cubicBezTo>
                      <a:pt x="12" y="7"/>
                      <a:pt x="14" y="6"/>
                      <a:pt x="17" y="5"/>
                    </a:cubicBezTo>
                    <a:cubicBezTo>
                      <a:pt x="36" y="0"/>
                      <a:pt x="57" y="15"/>
                      <a:pt x="66" y="37"/>
                    </a:cubicBezTo>
                    <a:cubicBezTo>
                      <a:pt x="73" y="57"/>
                      <a:pt x="68" y="76"/>
                      <a:pt x="54" y="8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4" name="Google Shape;844;p35">
                <a:extLst>
                  <a:ext uri="{FF2B5EF4-FFF2-40B4-BE49-F238E27FC236}">
                    <a16:creationId xmlns:a16="http://schemas.microsoft.com/office/drawing/2014/main" id="{7599B1DD-5BBD-B1FB-F45F-03E21DA44AA6}"/>
                  </a:ext>
                </a:extLst>
              </p:cNvPr>
              <p:cNvSpPr/>
              <p:nvPr/>
            </p:nvSpPr>
            <p:spPr>
              <a:xfrm>
                <a:off x="2588269" y="3095860"/>
                <a:ext cx="122088" cy="258130"/>
              </a:xfrm>
              <a:custGeom>
                <a:avLst/>
                <a:gdLst/>
                <a:ahLst/>
                <a:cxnLst/>
                <a:rect l="l" t="t" r="r" b="b"/>
                <a:pathLst>
                  <a:path w="54" h="115" extrusionOk="0">
                    <a:moveTo>
                      <a:pt x="44" y="6"/>
                    </a:moveTo>
                    <a:cubicBezTo>
                      <a:pt x="54" y="0"/>
                      <a:pt x="54" y="0"/>
                      <a:pt x="54" y="0"/>
                    </a:cubicBezTo>
                    <a:cubicBezTo>
                      <a:pt x="23" y="18"/>
                      <a:pt x="11" y="61"/>
                      <a:pt x="27" y="105"/>
                    </a:cubicBezTo>
                    <a:cubicBezTo>
                      <a:pt x="27" y="105"/>
                      <a:pt x="28" y="106"/>
                      <a:pt x="29" y="109"/>
                    </a:cubicBezTo>
                    <a:cubicBezTo>
                      <a:pt x="18" y="115"/>
                      <a:pt x="18" y="115"/>
                      <a:pt x="18" y="115"/>
                    </a:cubicBezTo>
                    <a:cubicBezTo>
                      <a:pt x="17" y="112"/>
                      <a:pt x="17" y="112"/>
                      <a:pt x="17" y="112"/>
                    </a:cubicBezTo>
                    <a:cubicBezTo>
                      <a:pt x="0" y="68"/>
                      <a:pt x="12" y="24"/>
                      <a:pt x="44" y="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5" name="Google Shape;845;p35">
                <a:extLst>
                  <a:ext uri="{FF2B5EF4-FFF2-40B4-BE49-F238E27FC236}">
                    <a16:creationId xmlns:a16="http://schemas.microsoft.com/office/drawing/2014/main" id="{F2EF8E46-B950-F98F-DDBD-CFD7378C405C}"/>
                  </a:ext>
                </a:extLst>
              </p:cNvPr>
              <p:cNvSpPr/>
              <p:nvPr/>
            </p:nvSpPr>
            <p:spPr>
              <a:xfrm>
                <a:off x="2628383" y="3340038"/>
                <a:ext cx="24418" cy="15698"/>
              </a:xfrm>
              <a:custGeom>
                <a:avLst/>
                <a:gdLst/>
                <a:ahLst/>
                <a:cxnLst/>
                <a:rect l="l" t="t" r="r" b="b"/>
                <a:pathLst>
                  <a:path w="14" h="9" extrusionOk="0">
                    <a:moveTo>
                      <a:pt x="14" y="1"/>
                    </a:moveTo>
                    <a:lnTo>
                      <a:pt x="0" y="9"/>
                    </a:lnTo>
                    <a:lnTo>
                      <a:pt x="0" y="8"/>
                    </a:lnTo>
                    <a:lnTo>
                      <a:pt x="14" y="0"/>
                    </a:lnTo>
                    <a:lnTo>
                      <a:pt x="14" y="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6" name="Google Shape;846;p35">
                <a:extLst>
                  <a:ext uri="{FF2B5EF4-FFF2-40B4-BE49-F238E27FC236}">
                    <a16:creationId xmlns:a16="http://schemas.microsoft.com/office/drawing/2014/main" id="{0B89150C-7DF3-5FDF-9DB3-8E6FFBB257C5}"/>
                  </a:ext>
                </a:extLst>
              </p:cNvPr>
              <p:cNvSpPr/>
              <p:nvPr/>
            </p:nvSpPr>
            <p:spPr>
              <a:xfrm>
                <a:off x="2628383" y="3341781"/>
                <a:ext cx="27906" cy="15698"/>
              </a:xfrm>
              <a:custGeom>
                <a:avLst/>
                <a:gdLst/>
                <a:ahLst/>
                <a:cxnLst/>
                <a:rect l="l" t="t" r="r" b="b"/>
                <a:pathLst>
                  <a:path w="16" h="9" extrusionOk="0">
                    <a:moveTo>
                      <a:pt x="16" y="2"/>
                    </a:moveTo>
                    <a:lnTo>
                      <a:pt x="2" y="9"/>
                    </a:lnTo>
                    <a:lnTo>
                      <a:pt x="0" y="8"/>
                    </a:lnTo>
                    <a:lnTo>
                      <a:pt x="14" y="0"/>
                    </a:lnTo>
                    <a:lnTo>
                      <a:pt x="16" y="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7" name="Google Shape;847;p35">
                <a:extLst>
                  <a:ext uri="{FF2B5EF4-FFF2-40B4-BE49-F238E27FC236}">
                    <a16:creationId xmlns:a16="http://schemas.microsoft.com/office/drawing/2014/main" id="{3E181A38-103A-2A20-DC4C-3C21D18BCB1F}"/>
                  </a:ext>
                </a:extLst>
              </p:cNvPr>
              <p:cNvSpPr/>
              <p:nvPr/>
            </p:nvSpPr>
            <p:spPr>
              <a:xfrm>
                <a:off x="2631871" y="3345269"/>
                <a:ext cx="27906" cy="26162"/>
              </a:xfrm>
              <a:custGeom>
                <a:avLst/>
                <a:gdLst/>
                <a:ahLst/>
                <a:cxnLst/>
                <a:rect l="l" t="t" r="r" b="b"/>
                <a:pathLst>
                  <a:path w="13" h="12" extrusionOk="0">
                    <a:moveTo>
                      <a:pt x="13" y="6"/>
                    </a:moveTo>
                    <a:cubicBezTo>
                      <a:pt x="3" y="12"/>
                      <a:pt x="3" y="12"/>
                      <a:pt x="3" y="12"/>
                    </a:cubicBezTo>
                    <a:cubicBezTo>
                      <a:pt x="2" y="10"/>
                      <a:pt x="1" y="8"/>
                      <a:pt x="0" y="6"/>
                    </a:cubicBezTo>
                    <a:cubicBezTo>
                      <a:pt x="11" y="0"/>
                      <a:pt x="11" y="0"/>
                      <a:pt x="11" y="0"/>
                    </a:cubicBezTo>
                    <a:cubicBezTo>
                      <a:pt x="11" y="2"/>
                      <a:pt x="12" y="4"/>
                      <a:pt x="13" y="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8" name="Google Shape;848;p35">
                <a:extLst>
                  <a:ext uri="{FF2B5EF4-FFF2-40B4-BE49-F238E27FC236}">
                    <a16:creationId xmlns:a16="http://schemas.microsoft.com/office/drawing/2014/main" id="{03DC73DF-B3B7-C5E6-9C78-8387F4ABDB7B}"/>
                  </a:ext>
                </a:extLst>
              </p:cNvPr>
              <p:cNvSpPr/>
              <p:nvPr/>
            </p:nvSpPr>
            <p:spPr>
              <a:xfrm>
                <a:off x="2637104" y="3357479"/>
                <a:ext cx="26162" cy="19186"/>
              </a:xfrm>
              <a:custGeom>
                <a:avLst/>
                <a:gdLst/>
                <a:ahLst/>
                <a:cxnLst/>
                <a:rect l="l" t="t" r="r" b="b"/>
                <a:pathLst>
                  <a:path w="11" h="8" extrusionOk="0">
                    <a:moveTo>
                      <a:pt x="11" y="2"/>
                    </a:moveTo>
                    <a:cubicBezTo>
                      <a:pt x="1" y="8"/>
                      <a:pt x="1" y="8"/>
                      <a:pt x="1" y="8"/>
                    </a:cubicBezTo>
                    <a:cubicBezTo>
                      <a:pt x="0" y="7"/>
                      <a:pt x="0" y="7"/>
                      <a:pt x="0" y="6"/>
                    </a:cubicBezTo>
                    <a:cubicBezTo>
                      <a:pt x="10" y="0"/>
                      <a:pt x="10" y="0"/>
                      <a:pt x="10" y="0"/>
                    </a:cubicBezTo>
                    <a:cubicBezTo>
                      <a:pt x="11" y="1"/>
                      <a:pt x="11" y="1"/>
                      <a:pt x="11"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9" name="Google Shape;849;p35">
                <a:extLst>
                  <a:ext uri="{FF2B5EF4-FFF2-40B4-BE49-F238E27FC236}">
                    <a16:creationId xmlns:a16="http://schemas.microsoft.com/office/drawing/2014/main" id="{0A73E8A7-F866-B57C-AF74-0F69E360EB1B}"/>
                  </a:ext>
                </a:extLst>
              </p:cNvPr>
              <p:cNvSpPr/>
              <p:nvPr/>
            </p:nvSpPr>
            <p:spPr>
              <a:xfrm>
                <a:off x="2640593" y="3362711"/>
                <a:ext cx="324405" cy="326151"/>
              </a:xfrm>
              <a:custGeom>
                <a:avLst/>
                <a:gdLst/>
                <a:ahLst/>
                <a:cxnLst/>
                <a:rect l="l" t="t" r="r" b="b"/>
                <a:pathLst>
                  <a:path w="145" h="145" extrusionOk="0">
                    <a:moveTo>
                      <a:pt x="145" y="139"/>
                    </a:moveTo>
                    <a:cubicBezTo>
                      <a:pt x="134" y="145"/>
                      <a:pt x="134" y="145"/>
                      <a:pt x="134" y="145"/>
                    </a:cubicBezTo>
                    <a:cubicBezTo>
                      <a:pt x="53" y="100"/>
                      <a:pt x="13" y="34"/>
                      <a:pt x="0" y="6"/>
                    </a:cubicBezTo>
                    <a:cubicBezTo>
                      <a:pt x="10" y="0"/>
                      <a:pt x="10" y="0"/>
                      <a:pt x="10" y="0"/>
                    </a:cubicBezTo>
                    <a:cubicBezTo>
                      <a:pt x="24" y="28"/>
                      <a:pt x="63" y="94"/>
                      <a:pt x="145" y="13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70" name="Google Shape;850;p35">
                <a:extLst>
                  <a:ext uri="{FF2B5EF4-FFF2-40B4-BE49-F238E27FC236}">
                    <a16:creationId xmlns:a16="http://schemas.microsoft.com/office/drawing/2014/main" id="{33C86AAE-0508-5A8B-8076-28068F2531B1}"/>
                  </a:ext>
                </a:extLst>
              </p:cNvPr>
              <p:cNvSpPr/>
              <p:nvPr/>
            </p:nvSpPr>
            <p:spPr>
              <a:xfrm>
                <a:off x="2609199" y="3057490"/>
                <a:ext cx="439516" cy="617420"/>
              </a:xfrm>
              <a:custGeom>
                <a:avLst/>
                <a:gdLst/>
                <a:ahLst/>
                <a:cxnLst/>
                <a:rect l="l" t="t" r="r" b="b"/>
                <a:pathLst>
                  <a:path w="196" h="275" extrusionOk="0">
                    <a:moveTo>
                      <a:pt x="170" y="82"/>
                    </a:moveTo>
                    <a:cubicBezTo>
                      <a:pt x="196" y="145"/>
                      <a:pt x="160" y="269"/>
                      <a:pt x="159" y="275"/>
                    </a:cubicBezTo>
                    <a:cubicBezTo>
                      <a:pt x="77" y="230"/>
                      <a:pt x="38" y="164"/>
                      <a:pt x="24" y="136"/>
                    </a:cubicBezTo>
                    <a:cubicBezTo>
                      <a:pt x="24" y="135"/>
                      <a:pt x="24" y="135"/>
                      <a:pt x="23" y="134"/>
                    </a:cubicBezTo>
                    <a:cubicBezTo>
                      <a:pt x="22" y="132"/>
                      <a:pt x="21" y="130"/>
                      <a:pt x="21" y="128"/>
                    </a:cubicBezTo>
                    <a:cubicBezTo>
                      <a:pt x="20" y="127"/>
                      <a:pt x="20" y="127"/>
                      <a:pt x="20" y="127"/>
                    </a:cubicBezTo>
                    <a:cubicBezTo>
                      <a:pt x="20" y="126"/>
                      <a:pt x="20" y="126"/>
                      <a:pt x="20" y="126"/>
                    </a:cubicBezTo>
                    <a:cubicBezTo>
                      <a:pt x="19" y="123"/>
                      <a:pt x="18" y="122"/>
                      <a:pt x="18" y="122"/>
                    </a:cubicBezTo>
                    <a:cubicBezTo>
                      <a:pt x="0" y="72"/>
                      <a:pt x="18" y="22"/>
                      <a:pt x="60" y="11"/>
                    </a:cubicBezTo>
                    <a:cubicBezTo>
                      <a:pt x="102" y="0"/>
                      <a:pt x="151" y="31"/>
                      <a:pt x="170" y="82"/>
                    </a:cubicBezTo>
                    <a:close/>
                    <a:moveTo>
                      <a:pt x="109" y="143"/>
                    </a:moveTo>
                    <a:cubicBezTo>
                      <a:pt x="128" y="138"/>
                      <a:pt x="136" y="116"/>
                      <a:pt x="128" y="93"/>
                    </a:cubicBezTo>
                    <a:cubicBezTo>
                      <a:pt x="119" y="71"/>
                      <a:pt x="98" y="56"/>
                      <a:pt x="79" y="61"/>
                    </a:cubicBezTo>
                    <a:cubicBezTo>
                      <a:pt x="60" y="66"/>
                      <a:pt x="52" y="89"/>
                      <a:pt x="60" y="111"/>
                    </a:cubicBezTo>
                    <a:cubicBezTo>
                      <a:pt x="69" y="134"/>
                      <a:pt x="91" y="148"/>
                      <a:pt x="109" y="143"/>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71" name="Google Shape;851;p35">
                <a:extLst>
                  <a:ext uri="{FF2B5EF4-FFF2-40B4-BE49-F238E27FC236}">
                    <a16:creationId xmlns:a16="http://schemas.microsoft.com/office/drawing/2014/main" id="{E4C9FFDD-9DC8-C9C3-CF33-3E17078DE537}"/>
                  </a:ext>
                </a:extLst>
              </p:cNvPr>
              <p:cNvSpPr/>
              <p:nvPr/>
            </p:nvSpPr>
            <p:spPr>
              <a:xfrm>
                <a:off x="2457461" y="1772070"/>
                <a:ext cx="106391" cy="230224"/>
              </a:xfrm>
              <a:custGeom>
                <a:avLst/>
                <a:gdLst/>
                <a:ahLst/>
                <a:cxnLst/>
                <a:rect l="l" t="t" r="r" b="b"/>
                <a:pathLst>
                  <a:path w="61" h="132" extrusionOk="0">
                    <a:moveTo>
                      <a:pt x="61" y="124"/>
                    </a:moveTo>
                    <a:lnTo>
                      <a:pt x="47" y="132"/>
                    </a:lnTo>
                    <a:lnTo>
                      <a:pt x="0" y="8"/>
                    </a:lnTo>
                    <a:lnTo>
                      <a:pt x="15" y="0"/>
                    </a:lnTo>
                    <a:lnTo>
                      <a:pt x="61" y="124"/>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72" name="Google Shape;852;p35">
                <a:extLst>
                  <a:ext uri="{FF2B5EF4-FFF2-40B4-BE49-F238E27FC236}">
                    <a16:creationId xmlns:a16="http://schemas.microsoft.com/office/drawing/2014/main" id="{636D6198-35C2-A7E5-4DAB-9D9A4EB97B16}"/>
                  </a:ext>
                </a:extLst>
              </p:cNvPr>
              <p:cNvSpPr/>
              <p:nvPr/>
            </p:nvSpPr>
            <p:spPr>
              <a:xfrm>
                <a:off x="2539434" y="1988341"/>
                <a:ext cx="66276" cy="132553"/>
              </a:xfrm>
              <a:custGeom>
                <a:avLst/>
                <a:gdLst/>
                <a:ahLst/>
                <a:cxnLst/>
                <a:rect l="l" t="t" r="r" b="b"/>
                <a:pathLst>
                  <a:path w="38" h="76" extrusionOk="0">
                    <a:moveTo>
                      <a:pt x="38" y="68"/>
                    </a:moveTo>
                    <a:lnTo>
                      <a:pt x="26" y="76"/>
                    </a:lnTo>
                    <a:lnTo>
                      <a:pt x="0" y="8"/>
                    </a:lnTo>
                    <a:lnTo>
                      <a:pt x="14" y="0"/>
                    </a:lnTo>
                    <a:lnTo>
                      <a:pt x="38" y="68"/>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73" name="Google Shape;853;p35">
                <a:extLst>
                  <a:ext uri="{FF2B5EF4-FFF2-40B4-BE49-F238E27FC236}">
                    <a16:creationId xmlns:a16="http://schemas.microsoft.com/office/drawing/2014/main" id="{57D3C1FE-F32C-17E4-0FBA-9C054E9CE3B6}"/>
                  </a:ext>
                </a:extLst>
              </p:cNvPr>
              <p:cNvPicPr preferRelativeResize="0"/>
              <p:nvPr/>
            </p:nvPicPr>
            <p:blipFill rotWithShape="1">
              <a:blip r:embed="rId24">
                <a:alphaModFix/>
              </a:blip>
              <a:srcRect/>
              <a:stretch/>
            </p:blipFill>
            <p:spPr>
              <a:xfrm>
                <a:off x="2471413" y="1942994"/>
                <a:ext cx="101158" cy="68021"/>
              </a:xfrm>
              <a:prstGeom prst="rect">
                <a:avLst/>
              </a:prstGeom>
              <a:noFill/>
              <a:ln>
                <a:noFill/>
              </a:ln>
            </p:spPr>
          </p:pic>
          <p:pic>
            <p:nvPicPr>
              <p:cNvPr id="174" name="Google Shape;854;p35">
                <a:extLst>
                  <a:ext uri="{FF2B5EF4-FFF2-40B4-BE49-F238E27FC236}">
                    <a16:creationId xmlns:a16="http://schemas.microsoft.com/office/drawing/2014/main" id="{690DD6BE-F2EE-FC81-D8FD-94F8FF0CCA0F}"/>
                  </a:ext>
                </a:extLst>
              </p:cNvPr>
              <p:cNvPicPr preferRelativeResize="0"/>
              <p:nvPr/>
            </p:nvPicPr>
            <p:blipFill rotWithShape="1">
              <a:blip r:embed="rId25">
                <a:alphaModFix/>
              </a:blip>
              <a:srcRect/>
              <a:stretch/>
            </p:blipFill>
            <p:spPr>
              <a:xfrm>
                <a:off x="2440019" y="1941250"/>
                <a:ext cx="74997" cy="33139"/>
              </a:xfrm>
              <a:prstGeom prst="rect">
                <a:avLst/>
              </a:prstGeom>
              <a:noFill/>
              <a:ln>
                <a:noFill/>
              </a:ln>
            </p:spPr>
          </p:pic>
          <p:pic>
            <p:nvPicPr>
              <p:cNvPr id="175" name="Google Shape;855;p35">
                <a:extLst>
                  <a:ext uri="{FF2B5EF4-FFF2-40B4-BE49-F238E27FC236}">
                    <a16:creationId xmlns:a16="http://schemas.microsoft.com/office/drawing/2014/main" id="{09393402-7A2C-EF56-2A33-439C47055E37}"/>
                  </a:ext>
                </a:extLst>
              </p:cNvPr>
              <p:cNvPicPr preferRelativeResize="0"/>
              <p:nvPr/>
            </p:nvPicPr>
            <p:blipFill rotWithShape="1">
              <a:blip r:embed="rId26">
                <a:alphaModFix/>
              </a:blip>
              <a:srcRect/>
              <a:stretch/>
            </p:blipFill>
            <p:spPr>
              <a:xfrm>
                <a:off x="2433043" y="1942994"/>
                <a:ext cx="47091" cy="33139"/>
              </a:xfrm>
              <a:prstGeom prst="rect">
                <a:avLst/>
              </a:prstGeom>
              <a:noFill/>
              <a:ln>
                <a:noFill/>
              </a:ln>
            </p:spPr>
          </p:pic>
          <p:pic>
            <p:nvPicPr>
              <p:cNvPr id="176" name="Google Shape;856;p35">
                <a:extLst>
                  <a:ext uri="{FF2B5EF4-FFF2-40B4-BE49-F238E27FC236}">
                    <a16:creationId xmlns:a16="http://schemas.microsoft.com/office/drawing/2014/main" id="{9B7B2CB0-1F08-11AE-AE13-53BA85031E1B}"/>
                  </a:ext>
                </a:extLst>
              </p:cNvPr>
              <p:cNvPicPr preferRelativeResize="0"/>
              <p:nvPr/>
            </p:nvPicPr>
            <p:blipFill rotWithShape="1">
              <a:blip r:embed="rId27">
                <a:alphaModFix/>
              </a:blip>
              <a:srcRect/>
              <a:stretch/>
            </p:blipFill>
            <p:spPr>
              <a:xfrm>
                <a:off x="2424323" y="1944739"/>
                <a:ext cx="54068" cy="34882"/>
              </a:xfrm>
              <a:prstGeom prst="rect">
                <a:avLst/>
              </a:prstGeom>
              <a:noFill/>
              <a:ln>
                <a:noFill/>
              </a:ln>
            </p:spPr>
          </p:pic>
          <p:pic>
            <p:nvPicPr>
              <p:cNvPr id="177" name="Google Shape;857;p35">
                <a:extLst>
                  <a:ext uri="{FF2B5EF4-FFF2-40B4-BE49-F238E27FC236}">
                    <a16:creationId xmlns:a16="http://schemas.microsoft.com/office/drawing/2014/main" id="{72AAA7C4-0C9C-9888-0516-03B7F5E5AA27}"/>
                  </a:ext>
                </a:extLst>
              </p:cNvPr>
              <p:cNvPicPr preferRelativeResize="0"/>
              <p:nvPr/>
            </p:nvPicPr>
            <p:blipFill rotWithShape="1">
              <a:blip r:embed="rId28">
                <a:alphaModFix/>
              </a:blip>
              <a:srcRect/>
              <a:stretch/>
            </p:blipFill>
            <p:spPr>
              <a:xfrm>
                <a:off x="2424323" y="2134847"/>
                <a:ext cx="47091" cy="33139"/>
              </a:xfrm>
              <a:prstGeom prst="rect">
                <a:avLst/>
              </a:prstGeom>
              <a:noFill/>
              <a:ln>
                <a:noFill/>
              </a:ln>
            </p:spPr>
          </p:pic>
          <p:pic>
            <p:nvPicPr>
              <p:cNvPr id="178" name="Google Shape;858;p35">
                <a:extLst>
                  <a:ext uri="{FF2B5EF4-FFF2-40B4-BE49-F238E27FC236}">
                    <a16:creationId xmlns:a16="http://schemas.microsoft.com/office/drawing/2014/main" id="{35037423-DDF1-694F-8B10-AC7C8B1C02A9}"/>
                  </a:ext>
                </a:extLst>
              </p:cNvPr>
              <p:cNvPicPr preferRelativeResize="0"/>
              <p:nvPr/>
            </p:nvPicPr>
            <p:blipFill rotWithShape="1">
              <a:blip r:embed="rId29">
                <a:alphaModFix/>
              </a:blip>
              <a:srcRect/>
              <a:stretch/>
            </p:blipFill>
            <p:spPr>
              <a:xfrm>
                <a:off x="2354559" y="1949970"/>
                <a:ext cx="108135" cy="162204"/>
              </a:xfrm>
              <a:prstGeom prst="rect">
                <a:avLst/>
              </a:prstGeom>
              <a:noFill/>
              <a:ln>
                <a:noFill/>
              </a:ln>
            </p:spPr>
          </p:pic>
          <p:pic>
            <p:nvPicPr>
              <p:cNvPr id="179" name="Google Shape;859;p35">
                <a:extLst>
                  <a:ext uri="{FF2B5EF4-FFF2-40B4-BE49-F238E27FC236}">
                    <a16:creationId xmlns:a16="http://schemas.microsoft.com/office/drawing/2014/main" id="{54F2F2E6-7959-AF67-0B6E-590947D2E9D7}"/>
                  </a:ext>
                </a:extLst>
              </p:cNvPr>
              <p:cNvPicPr preferRelativeResize="0"/>
              <p:nvPr/>
            </p:nvPicPr>
            <p:blipFill rotWithShape="1">
              <a:blip r:embed="rId30">
                <a:alphaModFix/>
              </a:blip>
              <a:srcRect/>
              <a:stretch/>
            </p:blipFill>
            <p:spPr>
              <a:xfrm>
                <a:off x="2354559" y="2077292"/>
                <a:ext cx="40115" cy="34882"/>
              </a:xfrm>
              <a:prstGeom prst="rect">
                <a:avLst/>
              </a:prstGeom>
              <a:noFill/>
              <a:ln>
                <a:noFill/>
              </a:ln>
            </p:spPr>
          </p:pic>
          <p:pic>
            <p:nvPicPr>
              <p:cNvPr id="180" name="Google Shape;860;p35">
                <a:extLst>
                  <a:ext uri="{FF2B5EF4-FFF2-40B4-BE49-F238E27FC236}">
                    <a16:creationId xmlns:a16="http://schemas.microsoft.com/office/drawing/2014/main" id="{B323983D-038C-792E-F03C-709D2F4D9F80}"/>
                  </a:ext>
                </a:extLst>
              </p:cNvPr>
              <p:cNvPicPr preferRelativeResize="0"/>
              <p:nvPr/>
            </p:nvPicPr>
            <p:blipFill rotWithShape="1">
              <a:blip r:embed="rId31">
                <a:alphaModFix/>
              </a:blip>
              <a:srcRect/>
              <a:stretch/>
            </p:blipFill>
            <p:spPr>
              <a:xfrm>
                <a:off x="2354559" y="2080780"/>
                <a:ext cx="108135" cy="80230"/>
              </a:xfrm>
              <a:prstGeom prst="rect">
                <a:avLst/>
              </a:prstGeom>
              <a:noFill/>
              <a:ln>
                <a:noFill/>
              </a:ln>
            </p:spPr>
          </p:pic>
          <p:pic>
            <p:nvPicPr>
              <p:cNvPr id="181" name="Google Shape;861;p35">
                <a:extLst>
                  <a:ext uri="{FF2B5EF4-FFF2-40B4-BE49-F238E27FC236}">
                    <a16:creationId xmlns:a16="http://schemas.microsoft.com/office/drawing/2014/main" id="{717B91E8-D2A4-3039-610A-FED4684F9915}"/>
                  </a:ext>
                </a:extLst>
              </p:cNvPr>
              <p:cNvPicPr preferRelativeResize="0"/>
              <p:nvPr/>
            </p:nvPicPr>
            <p:blipFill rotWithShape="1">
              <a:blip r:embed="rId32">
                <a:alphaModFix/>
              </a:blip>
              <a:srcRect/>
              <a:stretch/>
            </p:blipFill>
            <p:spPr>
              <a:xfrm>
                <a:off x="2246424" y="1904623"/>
                <a:ext cx="74997" cy="108136"/>
              </a:xfrm>
              <a:prstGeom prst="rect">
                <a:avLst/>
              </a:prstGeom>
              <a:noFill/>
              <a:ln>
                <a:noFill/>
              </a:ln>
            </p:spPr>
          </p:pic>
          <p:pic>
            <p:nvPicPr>
              <p:cNvPr id="182" name="Google Shape;862;p35">
                <a:extLst>
                  <a:ext uri="{FF2B5EF4-FFF2-40B4-BE49-F238E27FC236}">
                    <a16:creationId xmlns:a16="http://schemas.microsoft.com/office/drawing/2014/main" id="{BB022F74-BB18-ED0E-39E1-34BF32FE0B71}"/>
                  </a:ext>
                </a:extLst>
              </p:cNvPr>
              <p:cNvPicPr preferRelativeResize="0"/>
              <p:nvPr/>
            </p:nvPicPr>
            <p:blipFill rotWithShape="1">
              <a:blip r:embed="rId33">
                <a:alphaModFix/>
              </a:blip>
              <a:srcRect/>
              <a:stretch/>
            </p:blipFill>
            <p:spPr>
              <a:xfrm>
                <a:off x="2180148" y="1850556"/>
                <a:ext cx="127321" cy="87206"/>
              </a:xfrm>
              <a:prstGeom prst="rect">
                <a:avLst/>
              </a:prstGeom>
              <a:noFill/>
              <a:ln>
                <a:noFill/>
              </a:ln>
            </p:spPr>
          </p:pic>
          <p:pic>
            <p:nvPicPr>
              <p:cNvPr id="183" name="Google Shape;863;p35">
                <a:extLst>
                  <a:ext uri="{FF2B5EF4-FFF2-40B4-BE49-F238E27FC236}">
                    <a16:creationId xmlns:a16="http://schemas.microsoft.com/office/drawing/2014/main" id="{DC80EB9A-8449-FD85-2814-8E6BF4BFD598}"/>
                  </a:ext>
                </a:extLst>
              </p:cNvPr>
              <p:cNvPicPr preferRelativeResize="0"/>
              <p:nvPr/>
            </p:nvPicPr>
            <p:blipFill rotWithShape="1">
              <a:blip r:embed="rId34">
                <a:alphaModFix/>
              </a:blip>
              <a:srcRect/>
              <a:stretch/>
            </p:blipFill>
            <p:spPr>
              <a:xfrm>
                <a:off x="2239447" y="2023224"/>
                <a:ext cx="155226" cy="88951"/>
              </a:xfrm>
              <a:prstGeom prst="rect">
                <a:avLst/>
              </a:prstGeom>
              <a:noFill/>
              <a:ln>
                <a:noFill/>
              </a:ln>
            </p:spPr>
          </p:pic>
          <p:pic>
            <p:nvPicPr>
              <p:cNvPr id="184" name="Google Shape;864;p35">
                <a:extLst>
                  <a:ext uri="{FF2B5EF4-FFF2-40B4-BE49-F238E27FC236}">
                    <a16:creationId xmlns:a16="http://schemas.microsoft.com/office/drawing/2014/main" id="{9777E21E-6670-DA39-4824-0FF3C6AD27CA}"/>
                  </a:ext>
                </a:extLst>
              </p:cNvPr>
              <p:cNvPicPr preferRelativeResize="0"/>
              <p:nvPr/>
            </p:nvPicPr>
            <p:blipFill rotWithShape="1">
              <a:blip r:embed="rId35">
                <a:alphaModFix/>
              </a:blip>
              <a:srcRect/>
              <a:stretch/>
            </p:blipFill>
            <p:spPr>
              <a:xfrm>
                <a:off x="2239447" y="2023224"/>
                <a:ext cx="41859" cy="34882"/>
              </a:xfrm>
              <a:prstGeom prst="rect">
                <a:avLst/>
              </a:prstGeom>
              <a:noFill/>
              <a:ln>
                <a:noFill/>
              </a:ln>
            </p:spPr>
          </p:pic>
          <p:pic>
            <p:nvPicPr>
              <p:cNvPr id="185" name="Google Shape;865;p35">
                <a:extLst>
                  <a:ext uri="{FF2B5EF4-FFF2-40B4-BE49-F238E27FC236}">
                    <a16:creationId xmlns:a16="http://schemas.microsoft.com/office/drawing/2014/main" id="{AF7B4973-2C6F-1F51-F648-32FBAA72E2E2}"/>
                  </a:ext>
                </a:extLst>
              </p:cNvPr>
              <p:cNvPicPr preferRelativeResize="0"/>
              <p:nvPr/>
            </p:nvPicPr>
            <p:blipFill rotWithShape="1">
              <a:blip r:embed="rId36">
                <a:alphaModFix/>
              </a:blip>
              <a:srcRect/>
              <a:stretch/>
            </p:blipFill>
            <p:spPr>
              <a:xfrm>
                <a:off x="2230726" y="2028456"/>
                <a:ext cx="54068" cy="33139"/>
              </a:xfrm>
              <a:prstGeom prst="rect">
                <a:avLst/>
              </a:prstGeom>
              <a:noFill/>
              <a:ln>
                <a:noFill/>
              </a:ln>
            </p:spPr>
          </p:pic>
          <p:sp>
            <p:nvSpPr>
              <p:cNvPr id="186" name="Google Shape;866;p35">
                <a:extLst>
                  <a:ext uri="{FF2B5EF4-FFF2-40B4-BE49-F238E27FC236}">
                    <a16:creationId xmlns:a16="http://schemas.microsoft.com/office/drawing/2014/main" id="{8E14E543-99AE-D358-ACDC-B8DD5179AF06}"/>
                  </a:ext>
                </a:extLst>
              </p:cNvPr>
              <p:cNvSpPr/>
              <p:nvPr/>
            </p:nvSpPr>
            <p:spPr>
              <a:xfrm>
                <a:off x="2159218" y="1871485"/>
                <a:ext cx="54068" cy="87206"/>
              </a:xfrm>
              <a:custGeom>
                <a:avLst/>
                <a:gdLst/>
                <a:ahLst/>
                <a:cxnLst/>
                <a:rect l="l" t="t" r="r" b="b"/>
                <a:pathLst>
                  <a:path w="24" h="39" extrusionOk="0">
                    <a:moveTo>
                      <a:pt x="14" y="6"/>
                    </a:moveTo>
                    <a:cubicBezTo>
                      <a:pt x="24" y="0"/>
                      <a:pt x="24" y="0"/>
                      <a:pt x="24" y="0"/>
                    </a:cubicBezTo>
                    <a:cubicBezTo>
                      <a:pt x="15" y="6"/>
                      <a:pt x="11" y="19"/>
                      <a:pt x="16" y="33"/>
                    </a:cubicBezTo>
                    <a:cubicBezTo>
                      <a:pt x="5" y="39"/>
                      <a:pt x="5" y="39"/>
                      <a:pt x="5" y="39"/>
                    </a:cubicBezTo>
                    <a:cubicBezTo>
                      <a:pt x="0" y="25"/>
                      <a:pt x="4" y="12"/>
                      <a:pt x="14" y="6"/>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87" name="Google Shape;867;p35">
                <a:extLst>
                  <a:ext uri="{FF2B5EF4-FFF2-40B4-BE49-F238E27FC236}">
                    <a16:creationId xmlns:a16="http://schemas.microsoft.com/office/drawing/2014/main" id="{4ABF4C4D-8DD7-E7E2-FCD0-7437AF4C1537}"/>
                  </a:ext>
                </a:extLst>
              </p:cNvPr>
              <p:cNvSpPr/>
              <p:nvPr/>
            </p:nvSpPr>
            <p:spPr>
              <a:xfrm>
                <a:off x="2171427" y="1944739"/>
                <a:ext cx="111623" cy="73253"/>
              </a:xfrm>
              <a:custGeom>
                <a:avLst/>
                <a:gdLst/>
                <a:ahLst/>
                <a:cxnLst/>
                <a:rect l="l" t="t" r="r" b="b"/>
                <a:pathLst>
                  <a:path w="50" h="32" extrusionOk="0">
                    <a:moveTo>
                      <a:pt x="50" y="20"/>
                    </a:moveTo>
                    <a:cubicBezTo>
                      <a:pt x="39" y="26"/>
                      <a:pt x="39" y="26"/>
                      <a:pt x="39" y="26"/>
                    </a:cubicBezTo>
                    <a:cubicBezTo>
                      <a:pt x="37" y="27"/>
                      <a:pt x="36" y="28"/>
                      <a:pt x="34" y="28"/>
                    </a:cubicBezTo>
                    <a:cubicBezTo>
                      <a:pt x="21" y="32"/>
                      <a:pt x="6" y="22"/>
                      <a:pt x="0" y="6"/>
                    </a:cubicBezTo>
                    <a:cubicBezTo>
                      <a:pt x="11" y="0"/>
                      <a:pt x="11" y="0"/>
                      <a:pt x="11" y="0"/>
                    </a:cubicBezTo>
                    <a:cubicBezTo>
                      <a:pt x="17" y="16"/>
                      <a:pt x="32" y="26"/>
                      <a:pt x="45" y="22"/>
                    </a:cubicBezTo>
                    <a:cubicBezTo>
                      <a:pt x="47" y="22"/>
                      <a:pt x="48" y="21"/>
                      <a:pt x="50" y="2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88" name="Google Shape;868;p35">
                <a:extLst>
                  <a:ext uri="{FF2B5EF4-FFF2-40B4-BE49-F238E27FC236}">
                    <a16:creationId xmlns:a16="http://schemas.microsoft.com/office/drawing/2014/main" id="{03AF5DDF-A881-DEF8-08B3-A2A7FC4AC3AB}"/>
                  </a:ext>
                </a:extLst>
              </p:cNvPr>
              <p:cNvSpPr/>
              <p:nvPr/>
            </p:nvSpPr>
            <p:spPr>
              <a:xfrm>
                <a:off x="2181891" y="1859276"/>
                <a:ext cx="132552" cy="144763"/>
              </a:xfrm>
              <a:custGeom>
                <a:avLst/>
                <a:gdLst/>
                <a:ahLst/>
                <a:cxnLst/>
                <a:rect l="l" t="t" r="r" b="b"/>
                <a:pathLst>
                  <a:path w="59" h="64" extrusionOk="0">
                    <a:moveTo>
                      <a:pt x="19" y="3"/>
                    </a:moveTo>
                    <a:cubicBezTo>
                      <a:pt x="32" y="0"/>
                      <a:pt x="47" y="10"/>
                      <a:pt x="53" y="25"/>
                    </a:cubicBezTo>
                    <a:cubicBezTo>
                      <a:pt x="59" y="41"/>
                      <a:pt x="53" y="57"/>
                      <a:pt x="40" y="60"/>
                    </a:cubicBezTo>
                    <a:cubicBezTo>
                      <a:pt x="27" y="64"/>
                      <a:pt x="12" y="54"/>
                      <a:pt x="6" y="38"/>
                    </a:cubicBezTo>
                    <a:cubicBezTo>
                      <a:pt x="0" y="22"/>
                      <a:pt x="6" y="7"/>
                      <a:pt x="19" y="3"/>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89" name="Google Shape;869;p35">
                <a:extLst>
                  <a:ext uri="{FF2B5EF4-FFF2-40B4-BE49-F238E27FC236}">
                    <a16:creationId xmlns:a16="http://schemas.microsoft.com/office/drawing/2014/main" id="{B53C0703-D0FB-5C09-60DB-325EDD6E271C}"/>
                  </a:ext>
                </a:extLst>
              </p:cNvPr>
              <p:cNvPicPr preferRelativeResize="0"/>
              <p:nvPr/>
            </p:nvPicPr>
            <p:blipFill rotWithShape="1">
              <a:blip r:embed="rId37">
                <a:alphaModFix/>
              </a:blip>
              <a:srcRect/>
              <a:stretch/>
            </p:blipFill>
            <p:spPr>
              <a:xfrm>
                <a:off x="2208053" y="2030200"/>
                <a:ext cx="68021" cy="54068"/>
              </a:xfrm>
              <a:prstGeom prst="rect">
                <a:avLst/>
              </a:prstGeom>
              <a:noFill/>
              <a:ln>
                <a:noFill/>
              </a:ln>
            </p:spPr>
          </p:pic>
          <p:sp>
            <p:nvSpPr>
              <p:cNvPr id="190" name="Google Shape;870;p35">
                <a:extLst>
                  <a:ext uri="{FF2B5EF4-FFF2-40B4-BE49-F238E27FC236}">
                    <a16:creationId xmlns:a16="http://schemas.microsoft.com/office/drawing/2014/main" id="{90CF1704-2A1E-6D1B-CB81-CF608ABA72EB}"/>
                  </a:ext>
                </a:extLst>
              </p:cNvPr>
              <p:cNvSpPr/>
              <p:nvPr/>
            </p:nvSpPr>
            <p:spPr>
              <a:xfrm>
                <a:off x="2080733" y="1772070"/>
                <a:ext cx="402890" cy="115112"/>
              </a:xfrm>
              <a:custGeom>
                <a:avLst/>
                <a:gdLst/>
                <a:ahLst/>
                <a:cxnLst/>
                <a:rect l="l" t="t" r="r" b="b"/>
                <a:pathLst>
                  <a:path w="231" h="66" extrusionOk="0">
                    <a:moveTo>
                      <a:pt x="231" y="0"/>
                    </a:moveTo>
                    <a:lnTo>
                      <a:pt x="216" y="8"/>
                    </a:lnTo>
                    <a:lnTo>
                      <a:pt x="0" y="66"/>
                    </a:lnTo>
                    <a:lnTo>
                      <a:pt x="13" y="58"/>
                    </a:lnTo>
                    <a:lnTo>
                      <a:pt x="231" y="0"/>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91" name="Google Shape;871;p35">
                <a:extLst>
                  <a:ext uri="{FF2B5EF4-FFF2-40B4-BE49-F238E27FC236}">
                    <a16:creationId xmlns:a16="http://schemas.microsoft.com/office/drawing/2014/main" id="{F0E2F86F-CE42-99E9-0CB8-4CCD885E0684}"/>
                  </a:ext>
                </a:extLst>
              </p:cNvPr>
              <p:cNvPicPr preferRelativeResize="0"/>
              <p:nvPr/>
            </p:nvPicPr>
            <p:blipFill rotWithShape="1">
              <a:blip r:embed="rId38">
                <a:alphaModFix/>
              </a:blip>
              <a:srcRect/>
              <a:stretch/>
            </p:blipFill>
            <p:spPr>
              <a:xfrm>
                <a:off x="2173171" y="2054618"/>
                <a:ext cx="80229" cy="115112"/>
              </a:xfrm>
              <a:prstGeom prst="rect">
                <a:avLst/>
              </a:prstGeom>
              <a:noFill/>
              <a:ln>
                <a:noFill/>
              </a:ln>
            </p:spPr>
          </p:pic>
          <p:sp>
            <p:nvSpPr>
              <p:cNvPr id="192" name="Google Shape;872;p35">
                <a:extLst>
                  <a:ext uri="{FF2B5EF4-FFF2-40B4-BE49-F238E27FC236}">
                    <a16:creationId xmlns:a16="http://schemas.microsoft.com/office/drawing/2014/main" id="{5A986567-5B06-A0FB-8710-F92D7C78A38D}"/>
                  </a:ext>
                </a:extLst>
              </p:cNvPr>
              <p:cNvSpPr/>
              <p:nvPr/>
            </p:nvSpPr>
            <p:spPr>
              <a:xfrm>
                <a:off x="2072013" y="1742420"/>
                <a:ext cx="572068" cy="498820"/>
              </a:xfrm>
              <a:custGeom>
                <a:avLst/>
                <a:gdLst/>
                <a:ahLst/>
                <a:cxnLst/>
                <a:rect l="l" t="t" r="r" b="b"/>
                <a:pathLst>
                  <a:path w="328" h="286" extrusionOk="0">
                    <a:moveTo>
                      <a:pt x="0" y="66"/>
                    </a:moveTo>
                    <a:lnTo>
                      <a:pt x="246" y="0"/>
                    </a:lnTo>
                    <a:lnTo>
                      <a:pt x="328" y="221"/>
                    </a:lnTo>
                    <a:lnTo>
                      <a:pt x="82" y="286"/>
                    </a:lnTo>
                    <a:lnTo>
                      <a:pt x="0" y="66"/>
                    </a:lnTo>
                    <a:close/>
                    <a:moveTo>
                      <a:pt x="282" y="141"/>
                    </a:moveTo>
                    <a:lnTo>
                      <a:pt x="236" y="17"/>
                    </a:lnTo>
                    <a:lnTo>
                      <a:pt x="18" y="75"/>
                    </a:lnTo>
                    <a:lnTo>
                      <a:pt x="77" y="234"/>
                    </a:lnTo>
                    <a:lnTo>
                      <a:pt x="90" y="267"/>
                    </a:lnTo>
                    <a:lnTo>
                      <a:pt x="223" y="231"/>
                    </a:lnTo>
                    <a:lnTo>
                      <a:pt x="306" y="209"/>
                    </a:lnTo>
                    <a:lnTo>
                      <a:pt x="282" y="14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93" name="Google Shape;873;p35">
                <a:extLst>
                  <a:ext uri="{FF2B5EF4-FFF2-40B4-BE49-F238E27FC236}">
                    <a16:creationId xmlns:a16="http://schemas.microsoft.com/office/drawing/2014/main" id="{531692EB-F5C0-8585-78D5-9C888E01A367}"/>
                  </a:ext>
                </a:extLst>
              </p:cNvPr>
              <p:cNvSpPr/>
              <p:nvPr/>
            </p:nvSpPr>
            <p:spPr>
              <a:xfrm>
                <a:off x="2072013" y="1742420"/>
                <a:ext cx="572068" cy="498820"/>
              </a:xfrm>
              <a:custGeom>
                <a:avLst/>
                <a:gdLst/>
                <a:ahLst/>
                <a:cxnLst/>
                <a:rect l="l" t="t" r="r" b="b"/>
                <a:pathLst>
                  <a:path w="328" h="286" extrusionOk="0">
                    <a:moveTo>
                      <a:pt x="0" y="66"/>
                    </a:moveTo>
                    <a:lnTo>
                      <a:pt x="246" y="0"/>
                    </a:lnTo>
                    <a:lnTo>
                      <a:pt x="328" y="221"/>
                    </a:lnTo>
                    <a:lnTo>
                      <a:pt x="82" y="286"/>
                    </a:lnTo>
                    <a:lnTo>
                      <a:pt x="0" y="66"/>
                    </a:lnTo>
                    <a:moveTo>
                      <a:pt x="282" y="141"/>
                    </a:moveTo>
                    <a:lnTo>
                      <a:pt x="236" y="17"/>
                    </a:lnTo>
                    <a:lnTo>
                      <a:pt x="18" y="75"/>
                    </a:lnTo>
                    <a:lnTo>
                      <a:pt x="77" y="234"/>
                    </a:lnTo>
                    <a:lnTo>
                      <a:pt x="90" y="267"/>
                    </a:lnTo>
                    <a:lnTo>
                      <a:pt x="223" y="231"/>
                    </a:lnTo>
                    <a:lnTo>
                      <a:pt x="306" y="209"/>
                    </a:lnTo>
                    <a:lnTo>
                      <a:pt x="282" y="141"/>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94" name="Google Shape;874;p35">
                <a:extLst>
                  <a:ext uri="{FF2B5EF4-FFF2-40B4-BE49-F238E27FC236}">
                    <a16:creationId xmlns:a16="http://schemas.microsoft.com/office/drawing/2014/main" id="{F61FF40E-98C1-4009-3433-E6611D636F9A}"/>
                  </a:ext>
                </a:extLst>
              </p:cNvPr>
              <p:cNvSpPr/>
              <p:nvPr/>
            </p:nvSpPr>
            <p:spPr>
              <a:xfrm>
                <a:off x="2387696" y="1949970"/>
                <a:ext cx="218014" cy="195342"/>
              </a:xfrm>
              <a:custGeom>
                <a:avLst/>
                <a:gdLst/>
                <a:ahLst/>
                <a:cxnLst/>
                <a:rect l="l" t="t" r="r" b="b"/>
                <a:pathLst>
                  <a:path w="97" h="87" extrusionOk="0">
                    <a:moveTo>
                      <a:pt x="38" y="1"/>
                    </a:moveTo>
                    <a:cubicBezTo>
                      <a:pt x="42" y="0"/>
                      <a:pt x="46" y="0"/>
                      <a:pt x="50" y="1"/>
                    </a:cubicBezTo>
                    <a:cubicBezTo>
                      <a:pt x="51" y="1"/>
                      <a:pt x="51" y="1"/>
                      <a:pt x="52" y="1"/>
                    </a:cubicBezTo>
                    <a:cubicBezTo>
                      <a:pt x="52" y="2"/>
                      <a:pt x="52" y="2"/>
                      <a:pt x="52" y="2"/>
                    </a:cubicBezTo>
                    <a:cubicBezTo>
                      <a:pt x="56" y="3"/>
                      <a:pt x="61" y="6"/>
                      <a:pt x="65" y="9"/>
                    </a:cubicBezTo>
                    <a:cubicBezTo>
                      <a:pt x="69" y="11"/>
                      <a:pt x="73" y="14"/>
                      <a:pt x="78" y="17"/>
                    </a:cubicBezTo>
                    <a:cubicBezTo>
                      <a:pt x="97" y="70"/>
                      <a:pt x="97" y="70"/>
                      <a:pt x="97" y="70"/>
                    </a:cubicBezTo>
                    <a:cubicBezTo>
                      <a:pt x="32" y="87"/>
                      <a:pt x="32" y="87"/>
                      <a:pt x="32" y="87"/>
                    </a:cubicBezTo>
                    <a:cubicBezTo>
                      <a:pt x="31" y="85"/>
                      <a:pt x="31" y="85"/>
                      <a:pt x="31" y="85"/>
                    </a:cubicBezTo>
                    <a:cubicBezTo>
                      <a:pt x="21" y="77"/>
                      <a:pt x="11" y="70"/>
                      <a:pt x="0" y="63"/>
                    </a:cubicBezTo>
                    <a:cubicBezTo>
                      <a:pt x="1" y="62"/>
                      <a:pt x="1" y="62"/>
                      <a:pt x="1" y="62"/>
                    </a:cubicBezTo>
                    <a:cubicBezTo>
                      <a:pt x="3" y="54"/>
                      <a:pt x="6" y="47"/>
                      <a:pt x="9" y="39"/>
                    </a:cubicBezTo>
                    <a:cubicBezTo>
                      <a:pt x="12" y="29"/>
                      <a:pt x="16" y="18"/>
                      <a:pt x="23" y="10"/>
                    </a:cubicBezTo>
                    <a:cubicBezTo>
                      <a:pt x="24" y="10"/>
                      <a:pt x="24" y="9"/>
                      <a:pt x="25" y="9"/>
                    </a:cubicBezTo>
                    <a:cubicBezTo>
                      <a:pt x="28" y="6"/>
                      <a:pt x="31" y="3"/>
                      <a:pt x="35" y="2"/>
                    </a:cubicBezTo>
                    <a:cubicBezTo>
                      <a:pt x="36" y="2"/>
                      <a:pt x="37" y="1"/>
                      <a:pt x="38" y="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95" name="Google Shape;875;p35">
                <a:extLst>
                  <a:ext uri="{FF2B5EF4-FFF2-40B4-BE49-F238E27FC236}">
                    <a16:creationId xmlns:a16="http://schemas.microsoft.com/office/drawing/2014/main" id="{209F1DDD-C4C3-CE68-2F6F-1B046A5F19C2}"/>
                  </a:ext>
                </a:extLst>
              </p:cNvPr>
              <p:cNvSpPr/>
              <p:nvPr/>
            </p:nvSpPr>
            <p:spPr>
              <a:xfrm>
                <a:off x="2103407" y="1772070"/>
                <a:ext cx="460445" cy="378476"/>
              </a:xfrm>
              <a:custGeom>
                <a:avLst/>
                <a:gdLst/>
                <a:ahLst/>
                <a:cxnLst/>
                <a:rect l="l" t="t" r="r" b="b"/>
                <a:pathLst>
                  <a:path w="205" h="168" extrusionOk="0">
                    <a:moveTo>
                      <a:pt x="0" y="45"/>
                    </a:moveTo>
                    <a:cubicBezTo>
                      <a:pt x="169" y="0"/>
                      <a:pt x="169" y="0"/>
                      <a:pt x="169" y="0"/>
                    </a:cubicBezTo>
                    <a:cubicBezTo>
                      <a:pt x="205" y="96"/>
                      <a:pt x="205" y="96"/>
                      <a:pt x="205" y="96"/>
                    </a:cubicBezTo>
                    <a:cubicBezTo>
                      <a:pt x="200" y="93"/>
                      <a:pt x="196" y="90"/>
                      <a:pt x="192" y="88"/>
                    </a:cubicBezTo>
                    <a:cubicBezTo>
                      <a:pt x="188" y="85"/>
                      <a:pt x="183" y="82"/>
                      <a:pt x="179" y="81"/>
                    </a:cubicBezTo>
                    <a:cubicBezTo>
                      <a:pt x="178" y="80"/>
                      <a:pt x="178" y="80"/>
                      <a:pt x="177" y="80"/>
                    </a:cubicBezTo>
                    <a:cubicBezTo>
                      <a:pt x="173" y="79"/>
                      <a:pt x="169" y="79"/>
                      <a:pt x="165" y="80"/>
                    </a:cubicBezTo>
                    <a:cubicBezTo>
                      <a:pt x="164" y="80"/>
                      <a:pt x="163" y="81"/>
                      <a:pt x="162" y="81"/>
                    </a:cubicBezTo>
                    <a:cubicBezTo>
                      <a:pt x="158" y="82"/>
                      <a:pt x="155" y="85"/>
                      <a:pt x="152" y="88"/>
                    </a:cubicBezTo>
                    <a:cubicBezTo>
                      <a:pt x="151" y="88"/>
                      <a:pt x="151" y="89"/>
                      <a:pt x="150" y="89"/>
                    </a:cubicBezTo>
                    <a:cubicBezTo>
                      <a:pt x="143" y="97"/>
                      <a:pt x="139" y="108"/>
                      <a:pt x="136" y="118"/>
                    </a:cubicBezTo>
                    <a:cubicBezTo>
                      <a:pt x="133" y="126"/>
                      <a:pt x="130" y="133"/>
                      <a:pt x="128" y="141"/>
                    </a:cubicBezTo>
                    <a:cubicBezTo>
                      <a:pt x="127" y="142"/>
                      <a:pt x="127" y="142"/>
                      <a:pt x="127" y="142"/>
                    </a:cubicBezTo>
                    <a:cubicBezTo>
                      <a:pt x="119" y="136"/>
                      <a:pt x="111" y="131"/>
                      <a:pt x="103" y="126"/>
                    </a:cubicBezTo>
                    <a:cubicBezTo>
                      <a:pt x="94" y="121"/>
                      <a:pt x="85" y="116"/>
                      <a:pt x="76" y="118"/>
                    </a:cubicBezTo>
                    <a:cubicBezTo>
                      <a:pt x="76" y="118"/>
                      <a:pt x="76" y="118"/>
                      <a:pt x="76" y="118"/>
                    </a:cubicBezTo>
                    <a:cubicBezTo>
                      <a:pt x="73" y="118"/>
                      <a:pt x="71" y="120"/>
                      <a:pt x="69" y="121"/>
                    </a:cubicBezTo>
                    <a:cubicBezTo>
                      <a:pt x="67" y="123"/>
                      <a:pt x="64" y="126"/>
                      <a:pt x="62" y="130"/>
                    </a:cubicBezTo>
                    <a:cubicBezTo>
                      <a:pt x="55" y="141"/>
                      <a:pt x="49" y="154"/>
                      <a:pt x="46" y="168"/>
                    </a:cubicBezTo>
                    <a:lnTo>
                      <a:pt x="0" y="45"/>
                    </a:lnTo>
                    <a:close/>
                    <a:moveTo>
                      <a:pt x="75" y="99"/>
                    </a:moveTo>
                    <a:cubicBezTo>
                      <a:pt x="88" y="96"/>
                      <a:pt x="94" y="80"/>
                      <a:pt x="88" y="64"/>
                    </a:cubicBezTo>
                    <a:cubicBezTo>
                      <a:pt x="82" y="49"/>
                      <a:pt x="67" y="39"/>
                      <a:pt x="54" y="42"/>
                    </a:cubicBezTo>
                    <a:cubicBezTo>
                      <a:pt x="41" y="46"/>
                      <a:pt x="35" y="61"/>
                      <a:pt x="41" y="77"/>
                    </a:cubicBezTo>
                    <a:cubicBezTo>
                      <a:pt x="47" y="93"/>
                      <a:pt x="62" y="103"/>
                      <a:pt x="75" y="99"/>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96" name="Google Shape;876;p35">
                <a:extLst>
                  <a:ext uri="{FF2B5EF4-FFF2-40B4-BE49-F238E27FC236}">
                    <a16:creationId xmlns:a16="http://schemas.microsoft.com/office/drawing/2014/main" id="{041B9156-997A-F5BC-28BF-5C095503CB30}"/>
                  </a:ext>
                </a:extLst>
              </p:cNvPr>
              <p:cNvSpPr/>
              <p:nvPr/>
            </p:nvSpPr>
            <p:spPr>
              <a:xfrm>
                <a:off x="2206309" y="2033688"/>
                <a:ext cx="254640" cy="174412"/>
              </a:xfrm>
              <a:custGeom>
                <a:avLst/>
                <a:gdLst/>
                <a:ahLst/>
                <a:cxnLst/>
                <a:rect l="l" t="t" r="r" b="b"/>
                <a:pathLst>
                  <a:path w="113" h="78" extrusionOk="0">
                    <a:moveTo>
                      <a:pt x="30" y="2"/>
                    </a:moveTo>
                    <a:cubicBezTo>
                      <a:pt x="30" y="2"/>
                      <a:pt x="30" y="2"/>
                      <a:pt x="30" y="2"/>
                    </a:cubicBezTo>
                    <a:cubicBezTo>
                      <a:pt x="39" y="0"/>
                      <a:pt x="48" y="5"/>
                      <a:pt x="57" y="10"/>
                    </a:cubicBezTo>
                    <a:cubicBezTo>
                      <a:pt x="65" y="15"/>
                      <a:pt x="73" y="20"/>
                      <a:pt x="81" y="26"/>
                    </a:cubicBezTo>
                    <a:cubicBezTo>
                      <a:pt x="92" y="33"/>
                      <a:pt x="102" y="40"/>
                      <a:pt x="112" y="48"/>
                    </a:cubicBezTo>
                    <a:cubicBezTo>
                      <a:pt x="113" y="50"/>
                      <a:pt x="113" y="50"/>
                      <a:pt x="113" y="50"/>
                    </a:cubicBezTo>
                    <a:cubicBezTo>
                      <a:pt x="10" y="78"/>
                      <a:pt x="10" y="78"/>
                      <a:pt x="10" y="78"/>
                    </a:cubicBezTo>
                    <a:cubicBezTo>
                      <a:pt x="0" y="52"/>
                      <a:pt x="0" y="52"/>
                      <a:pt x="0" y="52"/>
                    </a:cubicBezTo>
                    <a:cubicBezTo>
                      <a:pt x="3" y="38"/>
                      <a:pt x="9" y="25"/>
                      <a:pt x="16" y="14"/>
                    </a:cubicBezTo>
                    <a:cubicBezTo>
                      <a:pt x="18" y="10"/>
                      <a:pt x="21" y="7"/>
                      <a:pt x="23" y="5"/>
                    </a:cubicBezTo>
                    <a:cubicBezTo>
                      <a:pt x="25" y="4"/>
                      <a:pt x="27" y="2"/>
                      <a:pt x="30" y="2"/>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97" name="Google Shape;877;p35">
                <a:extLst>
                  <a:ext uri="{FF2B5EF4-FFF2-40B4-BE49-F238E27FC236}">
                    <a16:creationId xmlns:a16="http://schemas.microsoft.com/office/drawing/2014/main" id="{E9A22663-A0B4-7A13-C0B2-69979CD6C4DD}"/>
                  </a:ext>
                </a:extLst>
              </p:cNvPr>
              <p:cNvSpPr/>
              <p:nvPr/>
            </p:nvSpPr>
            <p:spPr>
              <a:xfrm>
                <a:off x="2049339" y="1857532"/>
                <a:ext cx="165691" cy="399405"/>
              </a:xfrm>
              <a:custGeom>
                <a:avLst/>
                <a:gdLst/>
                <a:ahLst/>
                <a:cxnLst/>
                <a:rect l="l" t="t" r="r" b="b"/>
                <a:pathLst>
                  <a:path w="95" h="229" extrusionOk="0">
                    <a:moveTo>
                      <a:pt x="95" y="220"/>
                    </a:moveTo>
                    <a:lnTo>
                      <a:pt x="82" y="229"/>
                    </a:lnTo>
                    <a:lnTo>
                      <a:pt x="0" y="8"/>
                    </a:lnTo>
                    <a:lnTo>
                      <a:pt x="13" y="0"/>
                    </a:lnTo>
                    <a:lnTo>
                      <a:pt x="95" y="22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98" name="Google Shape;878;p35">
                <a:extLst>
                  <a:ext uri="{FF2B5EF4-FFF2-40B4-BE49-F238E27FC236}">
                    <a16:creationId xmlns:a16="http://schemas.microsoft.com/office/drawing/2014/main" id="{9754CDDA-F637-642E-E454-74E77FCF7B81}"/>
                  </a:ext>
                </a:extLst>
              </p:cNvPr>
              <p:cNvSpPr/>
              <p:nvPr/>
            </p:nvSpPr>
            <p:spPr>
              <a:xfrm>
                <a:off x="2192356" y="2127871"/>
                <a:ext cx="451725" cy="129065"/>
              </a:xfrm>
              <a:custGeom>
                <a:avLst/>
                <a:gdLst/>
                <a:ahLst/>
                <a:cxnLst/>
                <a:rect l="l" t="t" r="r" b="b"/>
                <a:pathLst>
                  <a:path w="259" h="74" extrusionOk="0">
                    <a:moveTo>
                      <a:pt x="259" y="0"/>
                    </a:moveTo>
                    <a:lnTo>
                      <a:pt x="245" y="7"/>
                    </a:lnTo>
                    <a:lnTo>
                      <a:pt x="0" y="74"/>
                    </a:lnTo>
                    <a:lnTo>
                      <a:pt x="13" y="65"/>
                    </a:lnTo>
                    <a:lnTo>
                      <a:pt x="25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26464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1A9CD-C5A9-CB22-AA1A-C6628A7F4C37}"/>
              </a:ext>
            </a:extLst>
          </p:cNvPr>
          <p:cNvSpPr>
            <a:spLocks noGrp="1"/>
          </p:cNvSpPr>
          <p:nvPr>
            <p:ph type="title"/>
          </p:nvPr>
        </p:nvSpPr>
        <p:spPr>
          <a:xfrm>
            <a:off x="673565" y="259287"/>
            <a:ext cx="7704000" cy="572700"/>
          </a:xfrm>
        </p:spPr>
        <p:txBody>
          <a:bodyPr/>
          <a:lstStyle/>
          <a:p>
            <a:r>
              <a:rPr lang="en-US" dirty="0"/>
              <a:t>Technologies </a:t>
            </a:r>
          </a:p>
        </p:txBody>
      </p:sp>
      <p:sp>
        <p:nvSpPr>
          <p:cNvPr id="6" name="TextBox 5">
            <a:extLst>
              <a:ext uri="{FF2B5EF4-FFF2-40B4-BE49-F238E27FC236}">
                <a16:creationId xmlns:a16="http://schemas.microsoft.com/office/drawing/2014/main" id="{F1CCB87C-F31B-67BC-DD6A-AFD0EE3F9E6D}"/>
              </a:ext>
            </a:extLst>
          </p:cNvPr>
          <p:cNvSpPr txBox="1"/>
          <p:nvPr/>
        </p:nvSpPr>
        <p:spPr>
          <a:xfrm>
            <a:off x="673565" y="831987"/>
            <a:ext cx="8151020" cy="738664"/>
          </a:xfrm>
          <a:prstGeom prst="rect">
            <a:avLst/>
          </a:prstGeom>
          <a:noFill/>
        </p:spPr>
        <p:txBody>
          <a:bodyPr wrap="square">
            <a:spAutoFit/>
          </a:bodyPr>
          <a:lstStyle/>
          <a:p>
            <a:r>
              <a:rPr lang="en-US" b="0" i="0" dirty="0">
                <a:solidFill>
                  <a:srgbClr val="FFFFFF"/>
                </a:solidFill>
                <a:effectLst/>
                <a:latin typeface="Amasis MT Pro Medium" panose="02040604050005020304" pitchFamily="18" charset="0"/>
              </a:rPr>
              <a:t>SUB is developed as an Android application using Android Studio, Java or Kotlin for logic, XML or Jetpack Compose for interface design, local database storage for user data, and APK packaging for installation and demonstration</a:t>
            </a:r>
            <a:endParaRPr lang="en-US" dirty="0">
              <a:latin typeface="Amasis MT Pro Medium" panose="02040604050005020304" pitchFamily="18" charset="0"/>
            </a:endParaRPr>
          </a:p>
        </p:txBody>
      </p:sp>
      <p:graphicFrame>
        <p:nvGraphicFramePr>
          <p:cNvPr id="7" name="Table 6">
            <a:extLst>
              <a:ext uri="{FF2B5EF4-FFF2-40B4-BE49-F238E27FC236}">
                <a16:creationId xmlns:a16="http://schemas.microsoft.com/office/drawing/2014/main" id="{E066AEFB-444A-4269-1C6A-8FAF8C08E726}"/>
              </a:ext>
            </a:extLst>
          </p:cNvPr>
          <p:cNvGraphicFramePr>
            <a:graphicFrameLocks noGrp="1"/>
          </p:cNvGraphicFramePr>
          <p:nvPr>
            <p:extLst>
              <p:ext uri="{D42A27DB-BD31-4B8C-83A1-F6EECF244321}">
                <p14:modId xmlns:p14="http://schemas.microsoft.com/office/powerpoint/2010/main" val="3698802215"/>
              </p:ext>
            </p:extLst>
          </p:nvPr>
        </p:nvGraphicFramePr>
        <p:xfrm>
          <a:off x="720000" y="1806323"/>
          <a:ext cx="7595325" cy="2600075"/>
        </p:xfrm>
        <a:graphic>
          <a:graphicData uri="http://schemas.openxmlformats.org/drawingml/2006/table">
            <a:tbl>
              <a:tblPr>
                <a:tableStyleId>{8A9CCEAF-05A5-4AC6-A117-1434CEC1453C}</a:tableStyleId>
              </a:tblPr>
              <a:tblGrid>
                <a:gridCol w="2937452">
                  <a:extLst>
                    <a:ext uri="{9D8B030D-6E8A-4147-A177-3AD203B41FA5}">
                      <a16:colId xmlns:a16="http://schemas.microsoft.com/office/drawing/2014/main" val="2559057215"/>
                    </a:ext>
                  </a:extLst>
                </a:gridCol>
                <a:gridCol w="4657873">
                  <a:extLst>
                    <a:ext uri="{9D8B030D-6E8A-4147-A177-3AD203B41FA5}">
                      <a16:colId xmlns:a16="http://schemas.microsoft.com/office/drawing/2014/main" val="1146898948"/>
                    </a:ext>
                  </a:extLst>
                </a:gridCol>
              </a:tblGrid>
              <a:tr h="188092">
                <a:tc>
                  <a:txBody>
                    <a:bodyPr/>
                    <a:lstStyle/>
                    <a:p>
                      <a:pPr algn="l" fontAlgn="t">
                        <a:buNone/>
                      </a:pPr>
                      <a:r>
                        <a:rPr lang="en-US" sz="1600" b="1" dirty="0">
                          <a:solidFill>
                            <a:schemeClr val="tx1"/>
                          </a:solidFill>
                          <a:effectLst/>
                          <a:latin typeface="Aptos Black" panose="020F0502020204030204" pitchFamily="34" charset="0"/>
                        </a:rPr>
                        <a:t>Technology</a:t>
                      </a:r>
                    </a:p>
                  </a:txBody>
                  <a:tcPr marL="28234" marR="28234" marT="28234" marB="28234"/>
                </a:tc>
                <a:tc>
                  <a:txBody>
                    <a:bodyPr/>
                    <a:lstStyle/>
                    <a:p>
                      <a:pPr algn="l" fontAlgn="t">
                        <a:buNone/>
                      </a:pPr>
                      <a:r>
                        <a:rPr lang="en-US" sz="1600" b="1" dirty="0">
                          <a:solidFill>
                            <a:schemeClr val="tx1"/>
                          </a:solidFill>
                          <a:effectLst/>
                          <a:latin typeface="Aptos Black" panose="020F0502020204030204" pitchFamily="34" charset="0"/>
                        </a:rPr>
                        <a:t>Use</a:t>
                      </a:r>
                    </a:p>
                  </a:txBody>
                  <a:tcPr marL="28234" marR="28234" marT="28234" marB="28234"/>
                </a:tc>
                <a:extLst>
                  <a:ext uri="{0D108BD9-81ED-4DB2-BD59-A6C34878D82A}">
                    <a16:rowId xmlns:a16="http://schemas.microsoft.com/office/drawing/2014/main" val="2131577950"/>
                  </a:ext>
                </a:extLst>
              </a:tr>
              <a:tr h="261398">
                <a:tc>
                  <a:txBody>
                    <a:bodyPr/>
                    <a:lstStyle/>
                    <a:p>
                      <a:pPr fontAlgn="t">
                        <a:buNone/>
                      </a:pPr>
                      <a:r>
                        <a:rPr lang="en-US" sz="1300" b="1" dirty="0">
                          <a:solidFill>
                            <a:schemeClr val="tx1"/>
                          </a:solidFill>
                          <a:effectLst/>
                          <a:latin typeface="Amasis MT Pro Light" panose="02040304050005020304" pitchFamily="18" charset="0"/>
                        </a:rPr>
                        <a:t>Android Studio</a:t>
                      </a:r>
                    </a:p>
                  </a:txBody>
                  <a:tcPr marL="28234" marR="28234" marT="28234" marB="28234"/>
                </a:tc>
                <a:tc>
                  <a:txBody>
                    <a:bodyPr/>
                    <a:lstStyle/>
                    <a:p>
                      <a:pPr fontAlgn="t">
                        <a:buNone/>
                      </a:pPr>
                      <a:r>
                        <a:rPr lang="en-US" sz="1300" b="1" dirty="0">
                          <a:solidFill>
                            <a:schemeClr val="tx1"/>
                          </a:solidFill>
                          <a:effectLst/>
                          <a:latin typeface="Amasis MT Pro Light" panose="02040304050005020304" pitchFamily="18" charset="0"/>
                        </a:rPr>
                        <a:t>Main software used to build and test the Android app</a:t>
                      </a:r>
                    </a:p>
                  </a:txBody>
                  <a:tcPr marL="28234" marR="28234" marT="28234" marB="28234"/>
                </a:tc>
                <a:extLst>
                  <a:ext uri="{0D108BD9-81ED-4DB2-BD59-A6C34878D82A}">
                    <a16:rowId xmlns:a16="http://schemas.microsoft.com/office/drawing/2014/main" val="1973102276"/>
                  </a:ext>
                </a:extLst>
              </a:tr>
              <a:tr h="261398">
                <a:tc>
                  <a:txBody>
                    <a:bodyPr/>
                    <a:lstStyle/>
                    <a:p>
                      <a:pPr fontAlgn="t">
                        <a:buNone/>
                      </a:pPr>
                      <a:r>
                        <a:rPr lang="en-US" sz="1300" b="1" dirty="0">
                          <a:solidFill>
                            <a:schemeClr val="tx1"/>
                          </a:solidFill>
                          <a:effectLst/>
                          <a:latin typeface="Amasis MT Pro Light" panose="02040304050005020304" pitchFamily="18" charset="0"/>
                        </a:rPr>
                        <a:t>Java / Kotlin</a:t>
                      </a:r>
                    </a:p>
                  </a:txBody>
                  <a:tcPr marL="28234" marR="28234" marT="28234" marB="28234"/>
                </a:tc>
                <a:tc>
                  <a:txBody>
                    <a:bodyPr/>
                    <a:lstStyle/>
                    <a:p>
                      <a:pPr fontAlgn="t">
                        <a:buNone/>
                      </a:pPr>
                      <a:r>
                        <a:rPr lang="en-US" sz="1300" b="1" dirty="0">
                          <a:solidFill>
                            <a:schemeClr val="tx1"/>
                          </a:solidFill>
                          <a:effectLst/>
                          <a:latin typeface="Amasis MT Pro Light" panose="02040304050005020304" pitchFamily="18" charset="0"/>
                        </a:rPr>
                        <a:t>Programming language for app logic and features</a:t>
                      </a:r>
                    </a:p>
                  </a:txBody>
                  <a:tcPr marL="28234" marR="28234" marT="28234" marB="28234"/>
                </a:tc>
                <a:extLst>
                  <a:ext uri="{0D108BD9-81ED-4DB2-BD59-A6C34878D82A}">
                    <a16:rowId xmlns:a16="http://schemas.microsoft.com/office/drawing/2014/main" val="2148771384"/>
                  </a:ext>
                </a:extLst>
              </a:tr>
              <a:tr h="261398">
                <a:tc>
                  <a:txBody>
                    <a:bodyPr/>
                    <a:lstStyle/>
                    <a:p>
                      <a:pPr fontAlgn="t">
                        <a:buNone/>
                      </a:pPr>
                      <a:r>
                        <a:rPr lang="en-US" sz="1300" b="1" dirty="0">
                          <a:solidFill>
                            <a:schemeClr val="tx1"/>
                          </a:solidFill>
                          <a:effectLst/>
                          <a:latin typeface="Amasis MT Pro Light" panose="02040304050005020304" pitchFamily="18" charset="0"/>
                        </a:rPr>
                        <a:t>XML Layouts / Jetpack Compose</a:t>
                      </a:r>
                    </a:p>
                  </a:txBody>
                  <a:tcPr marL="28234" marR="28234" marT="28234" marB="28234"/>
                </a:tc>
                <a:tc>
                  <a:txBody>
                    <a:bodyPr/>
                    <a:lstStyle/>
                    <a:p>
                      <a:pPr fontAlgn="t">
                        <a:buNone/>
                      </a:pPr>
                      <a:r>
                        <a:rPr lang="en-US" sz="1300" b="1" dirty="0">
                          <a:solidFill>
                            <a:schemeClr val="tx1"/>
                          </a:solidFill>
                          <a:effectLst/>
                          <a:latin typeface="Amasis MT Pro Light" panose="02040304050005020304" pitchFamily="18" charset="0"/>
                        </a:rPr>
                        <a:t>Used to design app screens and user interface</a:t>
                      </a:r>
                    </a:p>
                  </a:txBody>
                  <a:tcPr marL="28234" marR="28234" marT="28234" marB="28234"/>
                </a:tc>
                <a:extLst>
                  <a:ext uri="{0D108BD9-81ED-4DB2-BD59-A6C34878D82A}">
                    <a16:rowId xmlns:a16="http://schemas.microsoft.com/office/drawing/2014/main" val="3738619687"/>
                  </a:ext>
                </a:extLst>
              </a:tr>
              <a:tr h="334464">
                <a:tc>
                  <a:txBody>
                    <a:bodyPr/>
                    <a:lstStyle/>
                    <a:p>
                      <a:pPr fontAlgn="t">
                        <a:buNone/>
                      </a:pPr>
                      <a:r>
                        <a:rPr lang="en-US" sz="1300" b="1" dirty="0">
                          <a:solidFill>
                            <a:schemeClr val="tx1"/>
                          </a:solidFill>
                          <a:effectLst/>
                          <a:latin typeface="Amasis MT Pro Light" panose="02040304050005020304" pitchFamily="18" charset="0"/>
                        </a:rPr>
                        <a:t>SQLite / Room Database</a:t>
                      </a:r>
                    </a:p>
                  </a:txBody>
                  <a:tcPr marL="28234" marR="28234" marT="28234" marB="28234"/>
                </a:tc>
                <a:tc>
                  <a:txBody>
                    <a:bodyPr/>
                    <a:lstStyle/>
                    <a:p>
                      <a:pPr fontAlgn="t">
                        <a:buNone/>
                      </a:pPr>
                      <a:r>
                        <a:rPr lang="en-US" sz="1300" b="1" dirty="0">
                          <a:solidFill>
                            <a:schemeClr val="tx1"/>
                          </a:solidFill>
                          <a:effectLst/>
                          <a:latin typeface="Amasis MT Pro Light" panose="02040304050005020304" pitchFamily="18" charset="0"/>
                        </a:rPr>
                        <a:t>Used to save tasks, schedules, budget data, and scores locally</a:t>
                      </a:r>
                    </a:p>
                  </a:txBody>
                  <a:tcPr marL="28234" marR="28234" marT="28234" marB="28234"/>
                </a:tc>
                <a:extLst>
                  <a:ext uri="{0D108BD9-81ED-4DB2-BD59-A6C34878D82A}">
                    <a16:rowId xmlns:a16="http://schemas.microsoft.com/office/drawing/2014/main" val="3269468883"/>
                  </a:ext>
                </a:extLst>
              </a:tr>
              <a:tr h="306173">
                <a:tc>
                  <a:txBody>
                    <a:bodyPr/>
                    <a:lstStyle/>
                    <a:p>
                      <a:pPr fontAlgn="t">
                        <a:buNone/>
                      </a:pPr>
                      <a:r>
                        <a:rPr lang="en-US" sz="1300" b="1" dirty="0">
                          <a:solidFill>
                            <a:schemeClr val="tx1"/>
                          </a:solidFill>
                          <a:effectLst/>
                          <a:latin typeface="Amasis MT Pro Light" panose="02040304050005020304" pitchFamily="18" charset="0"/>
                        </a:rPr>
                        <a:t>GitHub</a:t>
                      </a:r>
                    </a:p>
                  </a:txBody>
                  <a:tcPr marL="28234" marR="28234" marT="28234" marB="28234"/>
                </a:tc>
                <a:tc>
                  <a:txBody>
                    <a:bodyPr/>
                    <a:lstStyle/>
                    <a:p>
                      <a:pPr fontAlgn="t">
                        <a:buNone/>
                      </a:pPr>
                      <a:r>
                        <a:rPr lang="en-US" sz="1300" b="1" dirty="0">
                          <a:solidFill>
                            <a:schemeClr val="tx1"/>
                          </a:solidFill>
                          <a:effectLst/>
                          <a:latin typeface="Amasis MT Pro Light" panose="02040304050005020304" pitchFamily="18" charset="0"/>
                        </a:rPr>
                        <a:t>Version Control</a:t>
                      </a:r>
                    </a:p>
                  </a:txBody>
                  <a:tcPr marL="28234" marR="28234" marT="28234" marB="28234"/>
                </a:tc>
                <a:extLst>
                  <a:ext uri="{0D108BD9-81ED-4DB2-BD59-A6C34878D82A}">
                    <a16:rowId xmlns:a16="http://schemas.microsoft.com/office/drawing/2014/main" val="2060290436"/>
                  </a:ext>
                </a:extLst>
              </a:tr>
              <a:tr h="247764">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1200" b="1" dirty="0">
                          <a:solidFill>
                            <a:schemeClr val="tx1"/>
                          </a:solidFill>
                          <a:effectLst/>
                          <a:latin typeface="Amasis MT Pro Light" panose="02040304050005020304" pitchFamily="18" charset="0"/>
                        </a:rPr>
                        <a:t>Firebase Authentication</a:t>
                      </a:r>
                    </a:p>
                    <a:p>
                      <a:pPr fontAlgn="t">
                        <a:buNone/>
                      </a:pPr>
                      <a:endParaRPr lang="en-US" sz="1300" b="1" dirty="0">
                        <a:solidFill>
                          <a:schemeClr val="tx1"/>
                        </a:solidFill>
                        <a:effectLst/>
                        <a:latin typeface="Amasis MT Pro Light" panose="02040304050005020304" pitchFamily="18" charset="0"/>
                      </a:endParaRPr>
                    </a:p>
                  </a:txBody>
                  <a:tcPr marL="28234" marR="28234" marT="28234" marB="28234"/>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1200" b="1" dirty="0">
                          <a:solidFill>
                            <a:schemeClr val="tx1"/>
                          </a:solidFill>
                          <a:effectLst/>
                          <a:latin typeface="Amasis MT Pro Light" panose="02040304050005020304" pitchFamily="18" charset="0"/>
                        </a:rPr>
                        <a:t>User login, registration, password reset, Google sign-in</a:t>
                      </a:r>
                    </a:p>
                    <a:p>
                      <a:pPr fontAlgn="t">
                        <a:buNone/>
                      </a:pPr>
                      <a:endParaRPr lang="en-US" sz="1300" b="1" dirty="0">
                        <a:solidFill>
                          <a:schemeClr val="tx1"/>
                        </a:solidFill>
                        <a:effectLst/>
                        <a:latin typeface="Amasis MT Pro Light" panose="02040304050005020304" pitchFamily="18" charset="0"/>
                      </a:endParaRPr>
                    </a:p>
                  </a:txBody>
                  <a:tcPr marL="28234" marR="28234" marT="28234" marB="28234"/>
                </a:tc>
                <a:extLst>
                  <a:ext uri="{0D108BD9-81ED-4DB2-BD59-A6C34878D82A}">
                    <a16:rowId xmlns:a16="http://schemas.microsoft.com/office/drawing/2014/main" val="1956581895"/>
                  </a:ext>
                </a:extLst>
              </a:tr>
              <a:tr h="247764">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1200" b="1" dirty="0">
                          <a:solidFill>
                            <a:schemeClr val="tx1"/>
                          </a:solidFill>
                          <a:effectLst/>
                          <a:latin typeface="Amasis MT Pro Light" panose="02040304050005020304" pitchFamily="18" charset="0"/>
                        </a:rPr>
                        <a:t>Firebase </a:t>
                      </a:r>
                      <a:r>
                        <a:rPr lang="en-US" sz="1200" b="1" dirty="0" err="1">
                          <a:solidFill>
                            <a:schemeClr val="tx1"/>
                          </a:solidFill>
                          <a:effectLst/>
                          <a:latin typeface="Amasis MT Pro Light" panose="02040304050005020304" pitchFamily="18" charset="0"/>
                        </a:rPr>
                        <a:t>Firestore</a:t>
                      </a:r>
                      <a:r>
                        <a:rPr lang="en-US" sz="1200" b="1" dirty="0">
                          <a:solidFill>
                            <a:schemeClr val="tx1"/>
                          </a:solidFill>
                          <a:effectLst/>
                          <a:latin typeface="Amasis MT Pro Light" panose="02040304050005020304" pitchFamily="18" charset="0"/>
                        </a:rPr>
                        <a:t> / Realtime Database</a:t>
                      </a:r>
                    </a:p>
                    <a:p>
                      <a:pPr fontAlgn="t">
                        <a:buNone/>
                      </a:pPr>
                      <a:endParaRPr lang="en-US" sz="1300" b="1" dirty="0">
                        <a:solidFill>
                          <a:schemeClr val="tx1"/>
                        </a:solidFill>
                        <a:effectLst/>
                        <a:latin typeface="Amasis MT Pro Light" panose="02040304050005020304" pitchFamily="18" charset="0"/>
                      </a:endParaRPr>
                    </a:p>
                  </a:txBody>
                  <a:tcPr marL="28234" marR="28234" marT="28234" marB="28234"/>
                </a:tc>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1200" b="1" dirty="0">
                          <a:solidFill>
                            <a:schemeClr val="tx1"/>
                          </a:solidFill>
                          <a:effectLst/>
                          <a:latin typeface="Amasis MT Pro Light" panose="02040304050005020304" pitchFamily="18" charset="0"/>
                        </a:rPr>
                        <a:t>Store user profile data online</a:t>
                      </a:r>
                    </a:p>
                    <a:p>
                      <a:pPr fontAlgn="t">
                        <a:buNone/>
                      </a:pPr>
                      <a:endParaRPr lang="en-US" sz="1300" b="1" dirty="0">
                        <a:solidFill>
                          <a:schemeClr val="tx1"/>
                        </a:solidFill>
                        <a:effectLst/>
                        <a:latin typeface="Amasis MT Pro Light" panose="02040304050005020304" pitchFamily="18" charset="0"/>
                      </a:endParaRPr>
                    </a:p>
                  </a:txBody>
                  <a:tcPr marL="28234" marR="28234" marT="28234" marB="28234"/>
                </a:tc>
                <a:extLst>
                  <a:ext uri="{0D108BD9-81ED-4DB2-BD59-A6C34878D82A}">
                    <a16:rowId xmlns:a16="http://schemas.microsoft.com/office/drawing/2014/main" val="1525745587"/>
                  </a:ext>
                </a:extLst>
              </a:tr>
            </a:tbl>
          </a:graphicData>
        </a:graphic>
      </p:graphicFrame>
    </p:spTree>
    <p:extLst>
      <p:ext uri="{BB962C8B-B14F-4D97-AF65-F5344CB8AC3E}">
        <p14:creationId xmlns:p14="http://schemas.microsoft.com/office/powerpoint/2010/main" val="961227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35"/>
          <p:cNvSpPr txBox="1">
            <a:spLocks noGrp="1"/>
          </p:cNvSpPr>
          <p:nvPr>
            <p:ph type="title"/>
          </p:nvPr>
        </p:nvSpPr>
        <p:spPr>
          <a:xfrm>
            <a:off x="1486224" y="2716899"/>
            <a:ext cx="7447913" cy="1672953"/>
          </a:xfrm>
          <a:prstGeom prst="rect">
            <a:avLst/>
          </a:prstGeom>
        </p:spPr>
        <p:txBody>
          <a:bodyPr spcFirstLastPara="1" wrap="square" lIns="91425" tIns="91425" rIns="91425" bIns="91425" anchor="t" anchorCtr="0">
            <a:noAutofit/>
          </a:bodyPr>
          <a:lstStyle/>
          <a:p>
            <a:r>
              <a:rPr lang="en-US" sz="3600" b="1" dirty="0">
                <a:solidFill>
                  <a:schemeClr val="tx1"/>
                </a:solidFill>
                <a:latin typeface="Assistant" pitchFamily="2" charset="-79"/>
                <a:cs typeface="Assistant" pitchFamily="2" charset="-79"/>
              </a:rPr>
              <a:t>System Logic Diagram</a:t>
            </a:r>
            <a:br>
              <a:rPr lang="en-US" sz="3600" dirty="0"/>
            </a:br>
            <a:endParaRPr sz="3600" dirty="0"/>
          </a:p>
        </p:txBody>
      </p:sp>
      <p:sp>
        <p:nvSpPr>
          <p:cNvPr id="684" name="Google Shape;684;p35"/>
          <p:cNvSpPr txBox="1">
            <a:spLocks noGrp="1"/>
          </p:cNvSpPr>
          <p:nvPr>
            <p:ph type="title" idx="2"/>
          </p:nvPr>
        </p:nvSpPr>
        <p:spPr>
          <a:xfrm>
            <a:off x="6168500" y="1414113"/>
            <a:ext cx="1228500" cy="1189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5</a:t>
            </a:r>
            <a:endParaRPr dirty="0"/>
          </a:p>
        </p:txBody>
      </p:sp>
      <p:sp>
        <p:nvSpPr>
          <p:cNvPr id="685" name="Google Shape;685;p35"/>
          <p:cNvSpPr/>
          <p:nvPr/>
        </p:nvSpPr>
        <p:spPr>
          <a:xfrm>
            <a:off x="1238025" y="3517013"/>
            <a:ext cx="2722800" cy="27228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686" name="Google Shape;686;p35"/>
          <p:cNvSpPr/>
          <p:nvPr/>
        </p:nvSpPr>
        <p:spPr>
          <a:xfrm rot="6944244" flipH="1">
            <a:off x="3838174" y="4523811"/>
            <a:ext cx="169382" cy="169373"/>
          </a:xfrm>
          <a:custGeom>
            <a:avLst/>
            <a:gdLst/>
            <a:ahLst/>
            <a:cxnLst/>
            <a:rect l="l" t="t" r="r" b="b"/>
            <a:pathLst>
              <a:path w="99" h="99" extrusionOk="0">
                <a:moveTo>
                  <a:pt x="64" y="47"/>
                </a:moveTo>
                <a:lnTo>
                  <a:pt x="99" y="85"/>
                </a:lnTo>
                <a:lnTo>
                  <a:pt x="52" y="64"/>
                </a:lnTo>
                <a:lnTo>
                  <a:pt x="13" y="99"/>
                </a:lnTo>
                <a:lnTo>
                  <a:pt x="35" y="51"/>
                </a:lnTo>
                <a:lnTo>
                  <a:pt x="0" y="13"/>
                </a:lnTo>
                <a:lnTo>
                  <a:pt x="47" y="35"/>
                </a:lnTo>
                <a:lnTo>
                  <a:pt x="86" y="0"/>
                </a:lnTo>
                <a:lnTo>
                  <a:pt x="64" y="4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87" name="Google Shape;687;p35"/>
          <p:cNvSpPr/>
          <p:nvPr/>
        </p:nvSpPr>
        <p:spPr>
          <a:xfrm>
            <a:off x="965950" y="551298"/>
            <a:ext cx="194190" cy="192685"/>
          </a:xfrm>
          <a:custGeom>
            <a:avLst/>
            <a:gdLst/>
            <a:ahLst/>
            <a:cxnLst/>
            <a:rect l="l" t="t" r="r" b="b"/>
            <a:pathLst>
              <a:path w="129" h="128" extrusionOk="0">
                <a:moveTo>
                  <a:pt x="129" y="52"/>
                </a:moveTo>
                <a:lnTo>
                  <a:pt x="76" y="128"/>
                </a:lnTo>
                <a:lnTo>
                  <a:pt x="0" y="76"/>
                </a:lnTo>
                <a:lnTo>
                  <a:pt x="53" y="0"/>
                </a:lnTo>
                <a:lnTo>
                  <a:pt x="129" y="52"/>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nvGrpSpPr>
          <p:cNvPr id="688" name="Google Shape;688;p35"/>
          <p:cNvGrpSpPr/>
          <p:nvPr/>
        </p:nvGrpSpPr>
        <p:grpSpPr>
          <a:xfrm rot="6107558">
            <a:off x="1465782" y="1506190"/>
            <a:ext cx="219906" cy="194211"/>
            <a:chOff x="8617855" y="966235"/>
            <a:chExt cx="62230" cy="54957"/>
          </a:xfrm>
        </p:grpSpPr>
        <p:sp>
          <p:nvSpPr>
            <p:cNvPr id="689" name="Google Shape;689;p35"/>
            <p:cNvSpPr/>
            <p:nvPr/>
          </p:nvSpPr>
          <p:spPr>
            <a:xfrm>
              <a:off x="8646141" y="966235"/>
              <a:ext cx="33944" cy="34752"/>
            </a:xfrm>
            <a:custGeom>
              <a:avLst/>
              <a:gdLst/>
              <a:ahLst/>
              <a:cxnLst/>
              <a:rect l="l" t="t" r="r" b="b"/>
              <a:pathLst>
                <a:path w="42" h="43" extrusionOk="0">
                  <a:moveTo>
                    <a:pt x="21" y="14"/>
                  </a:moveTo>
                  <a:lnTo>
                    <a:pt x="42" y="0"/>
                  </a:lnTo>
                  <a:lnTo>
                    <a:pt x="29" y="22"/>
                  </a:lnTo>
                  <a:lnTo>
                    <a:pt x="42" y="43"/>
                  </a:lnTo>
                  <a:lnTo>
                    <a:pt x="21" y="28"/>
                  </a:lnTo>
                  <a:lnTo>
                    <a:pt x="0" y="43"/>
                  </a:lnTo>
                  <a:lnTo>
                    <a:pt x="14" y="22"/>
                  </a:lnTo>
                  <a:lnTo>
                    <a:pt x="0" y="0"/>
                  </a:lnTo>
                  <a:lnTo>
                    <a:pt x="21" y="1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90" name="Google Shape;690;p35"/>
            <p:cNvSpPr/>
            <p:nvPr/>
          </p:nvSpPr>
          <p:spPr>
            <a:xfrm>
              <a:off x="8617855" y="998563"/>
              <a:ext cx="23437" cy="22629"/>
            </a:xfrm>
            <a:custGeom>
              <a:avLst/>
              <a:gdLst/>
              <a:ahLst/>
              <a:cxnLst/>
              <a:rect l="l" t="t" r="r" b="b"/>
              <a:pathLst>
                <a:path w="29" h="28" extrusionOk="0">
                  <a:moveTo>
                    <a:pt x="16" y="17"/>
                  </a:moveTo>
                  <a:lnTo>
                    <a:pt x="9" y="28"/>
                  </a:lnTo>
                  <a:lnTo>
                    <a:pt x="12" y="15"/>
                  </a:lnTo>
                  <a:lnTo>
                    <a:pt x="0" y="7"/>
                  </a:lnTo>
                  <a:lnTo>
                    <a:pt x="13" y="10"/>
                  </a:lnTo>
                  <a:lnTo>
                    <a:pt x="21" y="0"/>
                  </a:lnTo>
                  <a:lnTo>
                    <a:pt x="18" y="12"/>
                  </a:lnTo>
                  <a:lnTo>
                    <a:pt x="29" y="20"/>
                  </a:lnTo>
                  <a:lnTo>
                    <a:pt x="16" y="1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nvGrpSpPr>
          <p:cNvPr id="691" name="Google Shape;691;p35"/>
          <p:cNvGrpSpPr/>
          <p:nvPr/>
        </p:nvGrpSpPr>
        <p:grpSpPr>
          <a:xfrm>
            <a:off x="1160142" y="1208198"/>
            <a:ext cx="2800692" cy="3180875"/>
            <a:chOff x="1160142" y="1208198"/>
            <a:chExt cx="2800692" cy="3180875"/>
          </a:xfrm>
        </p:grpSpPr>
        <p:grpSp>
          <p:nvGrpSpPr>
            <p:cNvPr id="692" name="Google Shape;692;p35"/>
            <p:cNvGrpSpPr/>
            <p:nvPr/>
          </p:nvGrpSpPr>
          <p:grpSpPr>
            <a:xfrm rot="-1799981">
              <a:off x="3174589" y="3306884"/>
              <a:ext cx="219909" cy="194209"/>
              <a:chOff x="8617855" y="966235"/>
              <a:chExt cx="62230" cy="54957"/>
            </a:xfrm>
          </p:grpSpPr>
          <p:sp>
            <p:nvSpPr>
              <p:cNvPr id="693" name="Google Shape;693;p35"/>
              <p:cNvSpPr/>
              <p:nvPr/>
            </p:nvSpPr>
            <p:spPr>
              <a:xfrm>
                <a:off x="8646141" y="966235"/>
                <a:ext cx="33944" cy="34752"/>
              </a:xfrm>
              <a:custGeom>
                <a:avLst/>
                <a:gdLst/>
                <a:ahLst/>
                <a:cxnLst/>
                <a:rect l="l" t="t" r="r" b="b"/>
                <a:pathLst>
                  <a:path w="42" h="43" extrusionOk="0">
                    <a:moveTo>
                      <a:pt x="21" y="14"/>
                    </a:moveTo>
                    <a:lnTo>
                      <a:pt x="42" y="0"/>
                    </a:lnTo>
                    <a:lnTo>
                      <a:pt x="29" y="22"/>
                    </a:lnTo>
                    <a:lnTo>
                      <a:pt x="42" y="43"/>
                    </a:lnTo>
                    <a:lnTo>
                      <a:pt x="21" y="28"/>
                    </a:lnTo>
                    <a:lnTo>
                      <a:pt x="0" y="43"/>
                    </a:lnTo>
                    <a:lnTo>
                      <a:pt x="14" y="22"/>
                    </a:lnTo>
                    <a:lnTo>
                      <a:pt x="0" y="0"/>
                    </a:lnTo>
                    <a:lnTo>
                      <a:pt x="21" y="1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94" name="Google Shape;694;p35"/>
              <p:cNvSpPr/>
              <p:nvPr/>
            </p:nvSpPr>
            <p:spPr>
              <a:xfrm>
                <a:off x="8617855" y="998563"/>
                <a:ext cx="23437" cy="22629"/>
              </a:xfrm>
              <a:custGeom>
                <a:avLst/>
                <a:gdLst/>
                <a:ahLst/>
                <a:cxnLst/>
                <a:rect l="l" t="t" r="r" b="b"/>
                <a:pathLst>
                  <a:path w="29" h="28" extrusionOk="0">
                    <a:moveTo>
                      <a:pt x="16" y="17"/>
                    </a:moveTo>
                    <a:lnTo>
                      <a:pt x="9" y="28"/>
                    </a:lnTo>
                    <a:lnTo>
                      <a:pt x="12" y="15"/>
                    </a:lnTo>
                    <a:lnTo>
                      <a:pt x="0" y="7"/>
                    </a:lnTo>
                    <a:lnTo>
                      <a:pt x="13" y="10"/>
                    </a:lnTo>
                    <a:lnTo>
                      <a:pt x="21" y="0"/>
                    </a:lnTo>
                    <a:lnTo>
                      <a:pt x="18" y="12"/>
                    </a:lnTo>
                    <a:lnTo>
                      <a:pt x="29" y="20"/>
                    </a:lnTo>
                    <a:lnTo>
                      <a:pt x="16" y="17"/>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nvGrpSpPr>
            <p:cNvPr id="695" name="Google Shape;695;p35"/>
            <p:cNvGrpSpPr/>
            <p:nvPr/>
          </p:nvGrpSpPr>
          <p:grpSpPr>
            <a:xfrm rot="921106">
              <a:off x="1479658" y="1446081"/>
              <a:ext cx="2161660" cy="2705109"/>
              <a:chOff x="1262746" y="1133720"/>
              <a:chExt cx="2504541" cy="3134191"/>
            </a:xfrm>
          </p:grpSpPr>
          <p:sp>
            <p:nvSpPr>
              <p:cNvPr id="696" name="Google Shape;696;p35"/>
              <p:cNvSpPr/>
              <p:nvPr/>
            </p:nvSpPr>
            <p:spPr>
              <a:xfrm>
                <a:off x="1356928" y="1281971"/>
                <a:ext cx="800546" cy="1177284"/>
              </a:xfrm>
              <a:custGeom>
                <a:avLst/>
                <a:gdLst/>
                <a:ahLst/>
                <a:cxnLst/>
                <a:rect l="l" t="t" r="r" b="b"/>
                <a:pathLst>
                  <a:path w="356" h="524" extrusionOk="0">
                    <a:moveTo>
                      <a:pt x="356" y="0"/>
                    </a:moveTo>
                    <a:cubicBezTo>
                      <a:pt x="183" y="505"/>
                      <a:pt x="183" y="505"/>
                      <a:pt x="183" y="505"/>
                    </a:cubicBezTo>
                    <a:cubicBezTo>
                      <a:pt x="150" y="524"/>
                      <a:pt x="150" y="524"/>
                      <a:pt x="150" y="524"/>
                    </a:cubicBezTo>
                    <a:cubicBezTo>
                      <a:pt x="6" y="164"/>
                      <a:pt x="6" y="164"/>
                      <a:pt x="6" y="164"/>
                    </a:cubicBezTo>
                    <a:cubicBezTo>
                      <a:pt x="0" y="151"/>
                      <a:pt x="0" y="137"/>
                      <a:pt x="4" y="126"/>
                    </a:cubicBezTo>
                    <a:cubicBezTo>
                      <a:pt x="7" y="118"/>
                      <a:pt x="12" y="112"/>
                      <a:pt x="18" y="107"/>
                    </a:cubicBezTo>
                    <a:cubicBezTo>
                      <a:pt x="51" y="88"/>
                      <a:pt x="51" y="88"/>
                      <a:pt x="51" y="88"/>
                    </a:cubicBezTo>
                    <a:cubicBezTo>
                      <a:pt x="53" y="86"/>
                      <a:pt x="56" y="85"/>
                      <a:pt x="59" y="84"/>
                    </a:cubicBezTo>
                    <a:cubicBezTo>
                      <a:pt x="159" y="56"/>
                      <a:pt x="159" y="56"/>
                      <a:pt x="159" y="56"/>
                    </a:cubicBezTo>
                    <a:cubicBezTo>
                      <a:pt x="160" y="56"/>
                      <a:pt x="178" y="55"/>
                      <a:pt x="186" y="74"/>
                    </a:cubicBezTo>
                    <a:cubicBezTo>
                      <a:pt x="194" y="93"/>
                      <a:pt x="208" y="93"/>
                      <a:pt x="220" y="89"/>
                    </a:cubicBezTo>
                    <a:cubicBezTo>
                      <a:pt x="233" y="86"/>
                      <a:pt x="256" y="80"/>
                      <a:pt x="257" y="79"/>
                    </a:cubicBezTo>
                    <a:cubicBezTo>
                      <a:pt x="258" y="79"/>
                      <a:pt x="269" y="76"/>
                      <a:pt x="280" y="73"/>
                    </a:cubicBezTo>
                    <a:cubicBezTo>
                      <a:pt x="280" y="69"/>
                      <a:pt x="280" y="64"/>
                      <a:pt x="278" y="59"/>
                    </a:cubicBezTo>
                    <a:cubicBezTo>
                      <a:pt x="271" y="41"/>
                      <a:pt x="282" y="33"/>
                      <a:pt x="285" y="31"/>
                    </a:cubicBezTo>
                    <a:cubicBezTo>
                      <a:pt x="316" y="12"/>
                      <a:pt x="316" y="12"/>
                      <a:pt x="316" y="12"/>
                    </a:cubicBezTo>
                    <a:cubicBezTo>
                      <a:pt x="316" y="12"/>
                      <a:pt x="316" y="12"/>
                      <a:pt x="316" y="12"/>
                    </a:cubicBezTo>
                    <a:cubicBezTo>
                      <a:pt x="317" y="12"/>
                      <a:pt x="317" y="12"/>
                      <a:pt x="317" y="12"/>
                    </a:cubicBezTo>
                    <a:cubicBezTo>
                      <a:pt x="317" y="12"/>
                      <a:pt x="317" y="12"/>
                      <a:pt x="317" y="12"/>
                    </a:cubicBezTo>
                    <a:cubicBezTo>
                      <a:pt x="318" y="11"/>
                      <a:pt x="318" y="11"/>
                      <a:pt x="318" y="11"/>
                    </a:cubicBezTo>
                    <a:lnTo>
                      <a:pt x="35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97" name="Google Shape;697;p35"/>
              <p:cNvSpPr/>
              <p:nvPr/>
            </p:nvSpPr>
            <p:spPr>
              <a:xfrm>
                <a:off x="2223751" y="2262169"/>
                <a:ext cx="692412" cy="1801681"/>
              </a:xfrm>
              <a:custGeom>
                <a:avLst/>
                <a:gdLst/>
                <a:ahLst/>
                <a:cxnLst/>
                <a:rect l="l" t="t" r="r" b="b"/>
                <a:pathLst>
                  <a:path w="308" h="802" extrusionOk="0">
                    <a:moveTo>
                      <a:pt x="308" y="126"/>
                    </a:moveTo>
                    <a:cubicBezTo>
                      <a:pt x="74" y="802"/>
                      <a:pt x="74" y="802"/>
                      <a:pt x="74" y="802"/>
                    </a:cubicBezTo>
                    <a:cubicBezTo>
                      <a:pt x="58" y="797"/>
                      <a:pt x="43" y="783"/>
                      <a:pt x="35" y="764"/>
                    </a:cubicBezTo>
                    <a:cubicBezTo>
                      <a:pt x="0" y="676"/>
                      <a:pt x="0" y="676"/>
                      <a:pt x="0" y="676"/>
                    </a:cubicBezTo>
                    <a:cubicBezTo>
                      <a:pt x="32" y="656"/>
                      <a:pt x="32" y="656"/>
                      <a:pt x="32" y="656"/>
                    </a:cubicBezTo>
                    <a:cubicBezTo>
                      <a:pt x="258" y="0"/>
                      <a:pt x="258" y="0"/>
                      <a:pt x="258" y="0"/>
                    </a:cubicBezTo>
                    <a:lnTo>
                      <a:pt x="308" y="126"/>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98" name="Google Shape;698;p35"/>
              <p:cNvSpPr/>
              <p:nvPr/>
            </p:nvSpPr>
            <p:spPr>
              <a:xfrm>
                <a:off x="2994647" y="3353991"/>
                <a:ext cx="388937" cy="552887"/>
              </a:xfrm>
              <a:custGeom>
                <a:avLst/>
                <a:gdLst/>
                <a:ahLst/>
                <a:cxnLst/>
                <a:rect l="l" t="t" r="r" b="b"/>
                <a:pathLst>
                  <a:path w="173" h="246" extrusionOk="0">
                    <a:moveTo>
                      <a:pt x="151" y="192"/>
                    </a:moveTo>
                    <a:cubicBezTo>
                      <a:pt x="119" y="211"/>
                      <a:pt x="119" y="211"/>
                      <a:pt x="119" y="211"/>
                    </a:cubicBezTo>
                    <a:cubicBezTo>
                      <a:pt x="117" y="213"/>
                      <a:pt x="114" y="214"/>
                      <a:pt x="111" y="215"/>
                    </a:cubicBezTo>
                    <a:cubicBezTo>
                      <a:pt x="0" y="246"/>
                      <a:pt x="0" y="246"/>
                      <a:pt x="0" y="246"/>
                    </a:cubicBezTo>
                    <a:cubicBezTo>
                      <a:pt x="32" y="227"/>
                      <a:pt x="32" y="227"/>
                      <a:pt x="32" y="227"/>
                    </a:cubicBezTo>
                    <a:cubicBezTo>
                      <a:pt x="110" y="0"/>
                      <a:pt x="110" y="0"/>
                      <a:pt x="110" y="0"/>
                    </a:cubicBezTo>
                    <a:cubicBezTo>
                      <a:pt x="164" y="135"/>
                      <a:pt x="164" y="135"/>
                      <a:pt x="164" y="135"/>
                    </a:cubicBezTo>
                    <a:cubicBezTo>
                      <a:pt x="173" y="158"/>
                      <a:pt x="168" y="182"/>
                      <a:pt x="151" y="19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699" name="Google Shape;699;p35"/>
              <p:cNvSpPr/>
              <p:nvPr/>
            </p:nvSpPr>
            <p:spPr>
              <a:xfrm>
                <a:off x="1977831" y="1646493"/>
                <a:ext cx="826708" cy="2134809"/>
              </a:xfrm>
              <a:custGeom>
                <a:avLst/>
                <a:gdLst/>
                <a:ahLst/>
                <a:cxnLst/>
                <a:rect l="l" t="t" r="r" b="b"/>
                <a:pathLst>
                  <a:path w="474" h="1224" extrusionOk="0">
                    <a:moveTo>
                      <a:pt x="474" y="353"/>
                    </a:moveTo>
                    <a:lnTo>
                      <a:pt x="183" y="1198"/>
                    </a:lnTo>
                    <a:lnTo>
                      <a:pt x="141" y="1224"/>
                    </a:lnTo>
                    <a:lnTo>
                      <a:pt x="141" y="1224"/>
                    </a:lnTo>
                    <a:lnTo>
                      <a:pt x="0" y="871"/>
                    </a:lnTo>
                    <a:lnTo>
                      <a:pt x="41" y="845"/>
                    </a:lnTo>
                    <a:lnTo>
                      <a:pt x="332" y="0"/>
                    </a:lnTo>
                    <a:lnTo>
                      <a:pt x="474" y="35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00" name="Google Shape;700;p35"/>
              <p:cNvSpPr/>
              <p:nvPr/>
            </p:nvSpPr>
            <p:spPr>
              <a:xfrm>
                <a:off x="1695285" y="1231391"/>
                <a:ext cx="861589" cy="1934234"/>
              </a:xfrm>
              <a:custGeom>
                <a:avLst/>
                <a:gdLst/>
                <a:ahLst/>
                <a:cxnLst/>
                <a:rect l="l" t="t" r="r" b="b"/>
                <a:pathLst>
                  <a:path w="384" h="861" extrusionOk="0">
                    <a:moveTo>
                      <a:pt x="384" y="185"/>
                    </a:moveTo>
                    <a:cubicBezTo>
                      <a:pt x="158" y="841"/>
                      <a:pt x="158" y="841"/>
                      <a:pt x="158" y="841"/>
                    </a:cubicBezTo>
                    <a:cubicBezTo>
                      <a:pt x="126" y="861"/>
                      <a:pt x="126" y="861"/>
                      <a:pt x="126" y="861"/>
                    </a:cubicBezTo>
                    <a:cubicBezTo>
                      <a:pt x="0" y="547"/>
                      <a:pt x="0" y="547"/>
                      <a:pt x="0" y="547"/>
                    </a:cubicBezTo>
                    <a:cubicBezTo>
                      <a:pt x="33" y="528"/>
                      <a:pt x="33" y="528"/>
                      <a:pt x="33" y="528"/>
                    </a:cubicBezTo>
                    <a:cubicBezTo>
                      <a:pt x="206" y="23"/>
                      <a:pt x="206" y="23"/>
                      <a:pt x="206" y="23"/>
                    </a:cubicBezTo>
                    <a:cubicBezTo>
                      <a:pt x="268" y="6"/>
                      <a:pt x="268" y="6"/>
                      <a:pt x="268" y="6"/>
                    </a:cubicBezTo>
                    <a:cubicBezTo>
                      <a:pt x="290" y="0"/>
                      <a:pt x="317" y="17"/>
                      <a:pt x="328" y="44"/>
                    </a:cubicBezTo>
                    <a:lnTo>
                      <a:pt x="384" y="18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01" name="Google Shape;701;p35"/>
              <p:cNvSpPr/>
              <p:nvPr/>
            </p:nvSpPr>
            <p:spPr>
              <a:xfrm>
                <a:off x="2391185" y="2544717"/>
                <a:ext cx="851125" cy="1522620"/>
              </a:xfrm>
              <a:custGeom>
                <a:avLst/>
                <a:gdLst/>
                <a:ahLst/>
                <a:cxnLst/>
                <a:rect l="l" t="t" r="r" b="b"/>
                <a:pathLst>
                  <a:path w="379" h="678" extrusionOk="0">
                    <a:moveTo>
                      <a:pt x="379" y="360"/>
                    </a:moveTo>
                    <a:cubicBezTo>
                      <a:pt x="301" y="587"/>
                      <a:pt x="301" y="587"/>
                      <a:pt x="301" y="587"/>
                    </a:cubicBezTo>
                    <a:cubicBezTo>
                      <a:pt x="269" y="606"/>
                      <a:pt x="269" y="606"/>
                      <a:pt x="269" y="606"/>
                    </a:cubicBezTo>
                    <a:cubicBezTo>
                      <a:pt x="21" y="676"/>
                      <a:pt x="21" y="676"/>
                      <a:pt x="21" y="676"/>
                    </a:cubicBezTo>
                    <a:cubicBezTo>
                      <a:pt x="15" y="678"/>
                      <a:pt x="7" y="678"/>
                      <a:pt x="0" y="676"/>
                    </a:cubicBezTo>
                    <a:cubicBezTo>
                      <a:pt x="234" y="0"/>
                      <a:pt x="234" y="0"/>
                      <a:pt x="234" y="0"/>
                    </a:cubicBezTo>
                    <a:cubicBezTo>
                      <a:pt x="247" y="32"/>
                      <a:pt x="247" y="32"/>
                      <a:pt x="247" y="32"/>
                    </a:cubicBezTo>
                    <a:lnTo>
                      <a:pt x="379" y="36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02" name="Google Shape;702;p35"/>
              <p:cNvSpPr/>
              <p:nvPr/>
            </p:nvSpPr>
            <p:spPr>
              <a:xfrm>
                <a:off x="2337118" y="1336039"/>
                <a:ext cx="29650" cy="45347"/>
              </a:xfrm>
              <a:custGeom>
                <a:avLst/>
                <a:gdLst/>
                <a:ahLst/>
                <a:cxnLst/>
                <a:rect l="l" t="t" r="r" b="b"/>
                <a:pathLst>
                  <a:path w="17" h="26" extrusionOk="0">
                    <a:moveTo>
                      <a:pt x="8" y="0"/>
                    </a:moveTo>
                    <a:lnTo>
                      <a:pt x="17" y="24"/>
                    </a:lnTo>
                    <a:lnTo>
                      <a:pt x="11" y="25"/>
                    </a:lnTo>
                    <a:lnTo>
                      <a:pt x="10" y="26"/>
                    </a:lnTo>
                    <a:lnTo>
                      <a:pt x="0" y="2"/>
                    </a:lnTo>
                    <a:lnTo>
                      <a:pt x="2" y="2"/>
                    </a:lnTo>
                    <a:lnTo>
                      <a:pt x="8"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03" name="Google Shape;703;p35"/>
              <p:cNvSpPr/>
              <p:nvPr/>
            </p:nvSpPr>
            <p:spPr>
              <a:xfrm>
                <a:off x="2202822" y="1320342"/>
                <a:ext cx="158714" cy="115112"/>
              </a:xfrm>
              <a:custGeom>
                <a:avLst/>
                <a:gdLst/>
                <a:ahLst/>
                <a:cxnLst/>
                <a:rect l="l" t="t" r="r" b="b"/>
                <a:pathLst>
                  <a:path w="71" h="51" extrusionOk="0">
                    <a:moveTo>
                      <a:pt x="60" y="8"/>
                    </a:moveTo>
                    <a:cubicBezTo>
                      <a:pt x="68" y="27"/>
                      <a:pt x="68" y="27"/>
                      <a:pt x="68" y="27"/>
                    </a:cubicBezTo>
                    <a:cubicBezTo>
                      <a:pt x="69" y="26"/>
                      <a:pt x="69" y="26"/>
                      <a:pt x="69" y="26"/>
                    </a:cubicBezTo>
                    <a:cubicBezTo>
                      <a:pt x="71" y="31"/>
                      <a:pt x="69" y="36"/>
                      <a:pt x="65" y="37"/>
                    </a:cubicBezTo>
                    <a:cubicBezTo>
                      <a:pt x="20" y="50"/>
                      <a:pt x="20" y="50"/>
                      <a:pt x="20" y="50"/>
                    </a:cubicBezTo>
                    <a:cubicBezTo>
                      <a:pt x="16" y="51"/>
                      <a:pt x="11" y="48"/>
                      <a:pt x="9" y="43"/>
                    </a:cubicBezTo>
                    <a:cubicBezTo>
                      <a:pt x="2" y="25"/>
                      <a:pt x="2" y="25"/>
                      <a:pt x="2" y="25"/>
                    </a:cubicBezTo>
                    <a:cubicBezTo>
                      <a:pt x="0" y="20"/>
                      <a:pt x="1" y="15"/>
                      <a:pt x="5" y="14"/>
                    </a:cubicBezTo>
                    <a:cubicBezTo>
                      <a:pt x="51" y="1"/>
                      <a:pt x="51" y="1"/>
                      <a:pt x="51" y="1"/>
                    </a:cubicBezTo>
                    <a:cubicBezTo>
                      <a:pt x="55" y="0"/>
                      <a:pt x="60" y="3"/>
                      <a:pt x="62" y="8"/>
                    </a:cubicBezTo>
                    <a:lnTo>
                      <a:pt x="60" y="8"/>
                    </a:lnTo>
                    <a:close/>
                    <a:moveTo>
                      <a:pt x="66" y="27"/>
                    </a:moveTo>
                    <a:cubicBezTo>
                      <a:pt x="59" y="9"/>
                      <a:pt x="59" y="9"/>
                      <a:pt x="59" y="9"/>
                    </a:cubicBezTo>
                    <a:cubicBezTo>
                      <a:pt x="58" y="6"/>
                      <a:pt x="55" y="4"/>
                      <a:pt x="52" y="5"/>
                    </a:cubicBezTo>
                    <a:cubicBezTo>
                      <a:pt x="7" y="18"/>
                      <a:pt x="7" y="18"/>
                      <a:pt x="7" y="18"/>
                    </a:cubicBezTo>
                    <a:cubicBezTo>
                      <a:pt x="5" y="19"/>
                      <a:pt x="4" y="21"/>
                      <a:pt x="5" y="24"/>
                    </a:cubicBezTo>
                    <a:cubicBezTo>
                      <a:pt x="12" y="43"/>
                      <a:pt x="12" y="43"/>
                      <a:pt x="12" y="43"/>
                    </a:cubicBezTo>
                    <a:cubicBezTo>
                      <a:pt x="13" y="45"/>
                      <a:pt x="16" y="47"/>
                      <a:pt x="18" y="46"/>
                    </a:cubicBezTo>
                    <a:cubicBezTo>
                      <a:pt x="64" y="34"/>
                      <a:pt x="64" y="34"/>
                      <a:pt x="64" y="34"/>
                    </a:cubicBezTo>
                    <a:cubicBezTo>
                      <a:pt x="66" y="33"/>
                      <a:pt x="67" y="30"/>
                      <a:pt x="66" y="27"/>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04" name="Google Shape;704;p35"/>
              <p:cNvSpPr/>
              <p:nvPr/>
            </p:nvSpPr>
            <p:spPr>
              <a:xfrm>
                <a:off x="1930741" y="1381386"/>
                <a:ext cx="73253" cy="47092"/>
              </a:xfrm>
              <a:custGeom>
                <a:avLst/>
                <a:gdLst/>
                <a:ahLst/>
                <a:cxnLst/>
                <a:rect l="l" t="t" r="r" b="b"/>
                <a:pathLst>
                  <a:path w="33" h="21" extrusionOk="0">
                    <a:moveTo>
                      <a:pt x="1" y="20"/>
                    </a:moveTo>
                    <a:cubicBezTo>
                      <a:pt x="0" y="21"/>
                      <a:pt x="0" y="21"/>
                      <a:pt x="0" y="21"/>
                    </a:cubicBezTo>
                    <a:cubicBezTo>
                      <a:pt x="10" y="14"/>
                      <a:pt x="21" y="7"/>
                      <a:pt x="32" y="1"/>
                    </a:cubicBezTo>
                    <a:cubicBezTo>
                      <a:pt x="32" y="1"/>
                      <a:pt x="33" y="1"/>
                      <a:pt x="33" y="0"/>
                    </a:cubicBezTo>
                    <a:cubicBezTo>
                      <a:pt x="23" y="6"/>
                      <a:pt x="10" y="14"/>
                      <a:pt x="1" y="20"/>
                    </a:cubicBezTo>
                    <a:close/>
                  </a:path>
                </a:pathLst>
              </a:custGeom>
              <a:solidFill>
                <a:srgbClr val="5157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05" name="Google Shape;705;p35"/>
              <p:cNvSpPr/>
              <p:nvPr/>
            </p:nvSpPr>
            <p:spPr>
              <a:xfrm>
                <a:off x="1930741" y="1383131"/>
                <a:ext cx="71509" cy="45347"/>
              </a:xfrm>
              <a:custGeom>
                <a:avLst/>
                <a:gdLst/>
                <a:ahLst/>
                <a:cxnLst/>
                <a:rect l="l" t="t" r="r" b="b"/>
                <a:pathLst>
                  <a:path w="32" h="20" extrusionOk="0">
                    <a:moveTo>
                      <a:pt x="0" y="20"/>
                    </a:moveTo>
                    <a:cubicBezTo>
                      <a:pt x="0" y="20"/>
                      <a:pt x="0" y="20"/>
                      <a:pt x="0" y="20"/>
                    </a:cubicBezTo>
                    <a:cubicBezTo>
                      <a:pt x="10" y="13"/>
                      <a:pt x="21" y="6"/>
                      <a:pt x="32" y="0"/>
                    </a:cubicBezTo>
                    <a:cubicBezTo>
                      <a:pt x="32" y="0"/>
                      <a:pt x="32" y="0"/>
                      <a:pt x="32" y="0"/>
                    </a:cubicBezTo>
                    <a:cubicBezTo>
                      <a:pt x="21" y="6"/>
                      <a:pt x="10" y="13"/>
                      <a:pt x="0" y="20"/>
                    </a:cubicBezTo>
                    <a:close/>
                  </a:path>
                </a:pathLst>
              </a:custGeom>
              <a:solidFill>
                <a:srgbClr val="5157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06" name="Google Shape;706;p35"/>
              <p:cNvSpPr/>
              <p:nvPr/>
            </p:nvSpPr>
            <p:spPr>
              <a:xfrm>
                <a:off x="1965623" y="1349992"/>
                <a:ext cx="54068" cy="54068"/>
              </a:xfrm>
              <a:custGeom>
                <a:avLst/>
                <a:gdLst/>
                <a:ahLst/>
                <a:cxnLst/>
                <a:rect l="l" t="t" r="r" b="b"/>
                <a:pathLst>
                  <a:path w="24" h="24" extrusionOk="0">
                    <a:moveTo>
                      <a:pt x="8" y="1"/>
                    </a:moveTo>
                    <a:cubicBezTo>
                      <a:pt x="13" y="0"/>
                      <a:pt x="19" y="3"/>
                      <a:pt x="21" y="9"/>
                    </a:cubicBezTo>
                    <a:cubicBezTo>
                      <a:pt x="24" y="15"/>
                      <a:pt x="22" y="21"/>
                      <a:pt x="16" y="23"/>
                    </a:cubicBezTo>
                    <a:cubicBezTo>
                      <a:pt x="11" y="24"/>
                      <a:pt x="5" y="21"/>
                      <a:pt x="3" y="15"/>
                    </a:cubicBezTo>
                    <a:cubicBezTo>
                      <a:pt x="0" y="9"/>
                      <a:pt x="2" y="3"/>
                      <a:pt x="8" y="1"/>
                    </a:cubicBezTo>
                    <a:close/>
                    <a:moveTo>
                      <a:pt x="16" y="15"/>
                    </a:moveTo>
                    <a:cubicBezTo>
                      <a:pt x="19" y="14"/>
                      <a:pt x="20" y="11"/>
                      <a:pt x="18" y="8"/>
                    </a:cubicBezTo>
                    <a:cubicBezTo>
                      <a:pt x="17" y="4"/>
                      <a:pt x="14" y="2"/>
                      <a:pt x="11" y="3"/>
                    </a:cubicBezTo>
                    <a:cubicBezTo>
                      <a:pt x="9" y="4"/>
                      <a:pt x="8" y="7"/>
                      <a:pt x="9" y="10"/>
                    </a:cubicBezTo>
                    <a:cubicBezTo>
                      <a:pt x="10" y="14"/>
                      <a:pt x="13" y="16"/>
                      <a:pt x="16" y="15"/>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07" name="Google Shape;707;p35"/>
              <p:cNvSpPr/>
              <p:nvPr/>
            </p:nvSpPr>
            <p:spPr>
              <a:xfrm>
                <a:off x="1867953" y="1411037"/>
                <a:ext cx="73253" cy="45347"/>
              </a:xfrm>
              <a:custGeom>
                <a:avLst/>
                <a:gdLst/>
                <a:ahLst/>
                <a:cxnLst/>
                <a:rect l="l" t="t" r="r" b="b"/>
                <a:pathLst>
                  <a:path w="33" h="20" extrusionOk="0">
                    <a:moveTo>
                      <a:pt x="0" y="20"/>
                    </a:moveTo>
                    <a:cubicBezTo>
                      <a:pt x="11" y="13"/>
                      <a:pt x="21" y="7"/>
                      <a:pt x="32" y="0"/>
                    </a:cubicBezTo>
                    <a:cubicBezTo>
                      <a:pt x="33" y="0"/>
                      <a:pt x="33" y="0"/>
                      <a:pt x="33" y="0"/>
                    </a:cubicBezTo>
                    <a:cubicBezTo>
                      <a:pt x="1" y="20"/>
                      <a:pt x="1" y="20"/>
                      <a:pt x="1" y="20"/>
                    </a:cubicBezTo>
                    <a:cubicBezTo>
                      <a:pt x="1" y="20"/>
                      <a:pt x="0" y="20"/>
                      <a:pt x="0" y="20"/>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08" name="Google Shape;708;p35"/>
              <p:cNvSpPr/>
              <p:nvPr/>
            </p:nvSpPr>
            <p:spPr>
              <a:xfrm>
                <a:off x="1820861" y="1411037"/>
                <a:ext cx="118599" cy="57557"/>
              </a:xfrm>
              <a:custGeom>
                <a:avLst/>
                <a:gdLst/>
                <a:ahLst/>
                <a:cxnLst/>
                <a:rect l="l" t="t" r="r" b="b"/>
                <a:pathLst>
                  <a:path w="68" h="33" extrusionOk="0">
                    <a:moveTo>
                      <a:pt x="68" y="0"/>
                    </a:moveTo>
                    <a:lnTo>
                      <a:pt x="27" y="26"/>
                    </a:lnTo>
                    <a:lnTo>
                      <a:pt x="0" y="33"/>
                    </a:lnTo>
                    <a:lnTo>
                      <a:pt x="42" y="8"/>
                    </a:lnTo>
                    <a:lnTo>
                      <a:pt x="68" y="0"/>
                    </a:ln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09" name="Google Shape;709;p35"/>
              <p:cNvSpPr/>
              <p:nvPr/>
            </p:nvSpPr>
            <p:spPr>
              <a:xfrm>
                <a:off x="1794700" y="1381386"/>
                <a:ext cx="80229" cy="62788"/>
              </a:xfrm>
              <a:custGeom>
                <a:avLst/>
                <a:gdLst/>
                <a:ahLst/>
                <a:cxnLst/>
                <a:rect l="l" t="t" r="r" b="b"/>
                <a:pathLst>
                  <a:path w="35" h="28" extrusionOk="0">
                    <a:moveTo>
                      <a:pt x="3" y="20"/>
                    </a:moveTo>
                    <a:cubicBezTo>
                      <a:pt x="35" y="0"/>
                      <a:pt x="35" y="0"/>
                      <a:pt x="35" y="0"/>
                    </a:cubicBezTo>
                    <a:cubicBezTo>
                      <a:pt x="33" y="2"/>
                      <a:pt x="32" y="5"/>
                      <a:pt x="33" y="8"/>
                    </a:cubicBezTo>
                    <a:cubicBezTo>
                      <a:pt x="1" y="28"/>
                      <a:pt x="1" y="28"/>
                      <a:pt x="1" y="28"/>
                    </a:cubicBezTo>
                    <a:cubicBezTo>
                      <a:pt x="0" y="24"/>
                      <a:pt x="1" y="21"/>
                      <a:pt x="3" y="20"/>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10" name="Google Shape;710;p35"/>
              <p:cNvSpPr/>
              <p:nvPr/>
            </p:nvSpPr>
            <p:spPr>
              <a:xfrm>
                <a:off x="1798188" y="1398827"/>
                <a:ext cx="78485" cy="59300"/>
              </a:xfrm>
              <a:custGeom>
                <a:avLst/>
                <a:gdLst/>
                <a:ahLst/>
                <a:cxnLst/>
                <a:rect l="l" t="t" r="r" b="b"/>
                <a:pathLst>
                  <a:path w="45" h="34" extrusionOk="0">
                    <a:moveTo>
                      <a:pt x="45" y="8"/>
                    </a:moveTo>
                    <a:lnTo>
                      <a:pt x="4" y="34"/>
                    </a:lnTo>
                    <a:lnTo>
                      <a:pt x="0" y="26"/>
                    </a:lnTo>
                    <a:lnTo>
                      <a:pt x="41" y="0"/>
                    </a:lnTo>
                    <a:lnTo>
                      <a:pt x="45" y="8"/>
                    </a:ln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11" name="Google Shape;711;p35"/>
              <p:cNvSpPr/>
              <p:nvPr/>
            </p:nvSpPr>
            <p:spPr>
              <a:xfrm>
                <a:off x="1805165" y="1412780"/>
                <a:ext cx="88950" cy="59300"/>
              </a:xfrm>
              <a:custGeom>
                <a:avLst/>
                <a:gdLst/>
                <a:ahLst/>
                <a:cxnLst/>
                <a:rect l="l" t="t" r="r" b="b"/>
                <a:pathLst>
                  <a:path w="40" h="26" extrusionOk="0">
                    <a:moveTo>
                      <a:pt x="0" y="20"/>
                    </a:moveTo>
                    <a:cubicBezTo>
                      <a:pt x="10" y="13"/>
                      <a:pt x="21" y="7"/>
                      <a:pt x="32" y="0"/>
                    </a:cubicBezTo>
                    <a:cubicBezTo>
                      <a:pt x="33" y="4"/>
                      <a:pt x="37" y="6"/>
                      <a:pt x="40" y="5"/>
                    </a:cubicBezTo>
                    <a:cubicBezTo>
                      <a:pt x="7" y="25"/>
                      <a:pt x="7" y="25"/>
                      <a:pt x="7" y="25"/>
                    </a:cubicBezTo>
                    <a:cubicBezTo>
                      <a:pt x="4" y="26"/>
                      <a:pt x="1" y="23"/>
                      <a:pt x="0" y="20"/>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12" name="Google Shape;712;p35"/>
              <p:cNvSpPr/>
              <p:nvPr/>
            </p:nvSpPr>
            <p:spPr>
              <a:xfrm>
                <a:off x="1867953" y="1365689"/>
                <a:ext cx="80229" cy="61045"/>
              </a:xfrm>
              <a:custGeom>
                <a:avLst/>
                <a:gdLst/>
                <a:ahLst/>
                <a:cxnLst/>
                <a:rect l="l" t="t" r="r" b="b"/>
                <a:pathLst>
                  <a:path w="36" h="27" extrusionOk="0">
                    <a:moveTo>
                      <a:pt x="25" y="1"/>
                    </a:moveTo>
                    <a:cubicBezTo>
                      <a:pt x="27" y="0"/>
                      <a:pt x="31" y="3"/>
                      <a:pt x="32" y="6"/>
                    </a:cubicBezTo>
                    <a:cubicBezTo>
                      <a:pt x="35" y="12"/>
                      <a:pt x="35" y="12"/>
                      <a:pt x="35" y="12"/>
                    </a:cubicBezTo>
                    <a:cubicBezTo>
                      <a:pt x="36" y="16"/>
                      <a:pt x="35" y="19"/>
                      <a:pt x="32" y="20"/>
                    </a:cubicBezTo>
                    <a:cubicBezTo>
                      <a:pt x="12" y="26"/>
                      <a:pt x="12" y="26"/>
                      <a:pt x="12" y="26"/>
                    </a:cubicBezTo>
                    <a:cubicBezTo>
                      <a:pt x="9" y="27"/>
                      <a:pt x="5" y="25"/>
                      <a:pt x="4" y="21"/>
                    </a:cubicBezTo>
                    <a:cubicBezTo>
                      <a:pt x="1" y="15"/>
                      <a:pt x="1" y="15"/>
                      <a:pt x="1" y="15"/>
                    </a:cubicBezTo>
                    <a:cubicBezTo>
                      <a:pt x="0" y="11"/>
                      <a:pt x="1" y="8"/>
                      <a:pt x="4" y="7"/>
                    </a:cubicBezTo>
                    <a:lnTo>
                      <a:pt x="2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13" name="Google Shape;713;p35"/>
              <p:cNvSpPr/>
              <p:nvPr/>
            </p:nvSpPr>
            <p:spPr>
              <a:xfrm>
                <a:off x="2262121" y="1161626"/>
                <a:ext cx="1224366" cy="2794086"/>
              </a:xfrm>
              <a:custGeom>
                <a:avLst/>
                <a:gdLst/>
                <a:ahLst/>
                <a:cxnLst/>
                <a:rect l="l" t="t" r="r" b="b"/>
                <a:pathLst>
                  <a:path w="545" h="1244" extrusionOk="0">
                    <a:moveTo>
                      <a:pt x="4" y="9"/>
                    </a:moveTo>
                    <a:cubicBezTo>
                      <a:pt x="37" y="0"/>
                      <a:pt x="76" y="24"/>
                      <a:pt x="92" y="64"/>
                    </a:cubicBezTo>
                    <a:cubicBezTo>
                      <a:pt x="529" y="1154"/>
                      <a:pt x="529" y="1154"/>
                      <a:pt x="529" y="1154"/>
                    </a:cubicBezTo>
                    <a:cubicBezTo>
                      <a:pt x="545" y="1194"/>
                      <a:pt x="532" y="1233"/>
                      <a:pt x="499" y="1243"/>
                    </a:cubicBezTo>
                    <a:cubicBezTo>
                      <a:pt x="494" y="1244"/>
                      <a:pt x="494" y="1244"/>
                      <a:pt x="494" y="1244"/>
                    </a:cubicBezTo>
                    <a:cubicBezTo>
                      <a:pt x="491" y="1234"/>
                      <a:pt x="491" y="1234"/>
                      <a:pt x="491" y="1234"/>
                    </a:cubicBezTo>
                    <a:cubicBezTo>
                      <a:pt x="520" y="1226"/>
                      <a:pt x="533" y="1190"/>
                      <a:pt x="518" y="1153"/>
                    </a:cubicBezTo>
                    <a:cubicBezTo>
                      <a:pt x="500" y="1108"/>
                      <a:pt x="500" y="1108"/>
                      <a:pt x="500" y="1108"/>
                    </a:cubicBezTo>
                    <a:cubicBezTo>
                      <a:pt x="83" y="67"/>
                      <a:pt x="83" y="67"/>
                      <a:pt x="83" y="67"/>
                    </a:cubicBezTo>
                    <a:cubicBezTo>
                      <a:pt x="68" y="31"/>
                      <a:pt x="32" y="9"/>
                      <a:pt x="2" y="17"/>
                    </a:cubicBezTo>
                    <a:cubicBezTo>
                      <a:pt x="0" y="10"/>
                      <a:pt x="0" y="10"/>
                      <a:pt x="0" y="10"/>
                    </a:cubicBezTo>
                    <a:lnTo>
                      <a:pt x="4" y="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14" name="Google Shape;714;p35"/>
              <p:cNvSpPr/>
              <p:nvPr/>
            </p:nvSpPr>
            <p:spPr>
              <a:xfrm>
                <a:off x="1794700" y="1395339"/>
                <a:ext cx="61044" cy="64533"/>
              </a:xfrm>
              <a:custGeom>
                <a:avLst/>
                <a:gdLst/>
                <a:ahLst/>
                <a:cxnLst/>
                <a:rect l="l" t="t" r="r" b="b"/>
                <a:pathLst>
                  <a:path w="27" h="29" extrusionOk="0">
                    <a:moveTo>
                      <a:pt x="8" y="2"/>
                    </a:moveTo>
                    <a:cubicBezTo>
                      <a:pt x="14" y="0"/>
                      <a:pt x="21" y="5"/>
                      <a:pt x="24" y="12"/>
                    </a:cubicBezTo>
                    <a:cubicBezTo>
                      <a:pt x="27" y="19"/>
                      <a:pt x="24" y="26"/>
                      <a:pt x="18" y="27"/>
                    </a:cubicBezTo>
                    <a:cubicBezTo>
                      <a:pt x="13" y="29"/>
                      <a:pt x="6" y="24"/>
                      <a:pt x="3" y="17"/>
                    </a:cubicBezTo>
                    <a:cubicBezTo>
                      <a:pt x="0" y="10"/>
                      <a:pt x="2" y="3"/>
                      <a:pt x="8"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15" name="Google Shape;715;p35"/>
              <p:cNvSpPr/>
              <p:nvPr/>
            </p:nvSpPr>
            <p:spPr>
              <a:xfrm>
                <a:off x="1489480" y="1568008"/>
                <a:ext cx="34882" cy="55812"/>
              </a:xfrm>
              <a:custGeom>
                <a:avLst/>
                <a:gdLst/>
                <a:ahLst/>
                <a:cxnLst/>
                <a:rect l="l" t="t" r="r" b="b"/>
                <a:pathLst>
                  <a:path w="20" h="32" extrusionOk="0">
                    <a:moveTo>
                      <a:pt x="8" y="0"/>
                    </a:moveTo>
                    <a:lnTo>
                      <a:pt x="20" y="31"/>
                    </a:lnTo>
                    <a:lnTo>
                      <a:pt x="13" y="32"/>
                    </a:lnTo>
                    <a:lnTo>
                      <a:pt x="0" y="3"/>
                    </a:lnTo>
                    <a:lnTo>
                      <a:pt x="8"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16" name="Google Shape;716;p35"/>
              <p:cNvSpPr/>
              <p:nvPr/>
            </p:nvSpPr>
            <p:spPr>
              <a:xfrm>
                <a:off x="1513898" y="1519172"/>
                <a:ext cx="48835" cy="95927"/>
              </a:xfrm>
              <a:custGeom>
                <a:avLst/>
                <a:gdLst/>
                <a:ahLst/>
                <a:cxnLst/>
                <a:rect l="l" t="t" r="r" b="b"/>
                <a:pathLst>
                  <a:path w="28" h="55" extrusionOk="0">
                    <a:moveTo>
                      <a:pt x="7" y="0"/>
                    </a:moveTo>
                    <a:lnTo>
                      <a:pt x="0" y="2"/>
                    </a:lnTo>
                    <a:lnTo>
                      <a:pt x="21" y="55"/>
                    </a:lnTo>
                    <a:lnTo>
                      <a:pt x="28" y="52"/>
                    </a:lnTo>
                    <a:lnTo>
                      <a:pt x="7"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17" name="Google Shape;717;p35"/>
              <p:cNvSpPr/>
              <p:nvPr/>
            </p:nvSpPr>
            <p:spPr>
              <a:xfrm>
                <a:off x="1526107" y="1496498"/>
                <a:ext cx="55812" cy="111624"/>
              </a:xfrm>
              <a:custGeom>
                <a:avLst/>
                <a:gdLst/>
                <a:ahLst/>
                <a:cxnLst/>
                <a:rect l="l" t="t" r="r" b="b"/>
                <a:pathLst>
                  <a:path w="32" h="64" extrusionOk="0">
                    <a:moveTo>
                      <a:pt x="6" y="0"/>
                    </a:moveTo>
                    <a:lnTo>
                      <a:pt x="32" y="63"/>
                    </a:lnTo>
                    <a:lnTo>
                      <a:pt x="26" y="64"/>
                    </a:lnTo>
                    <a:lnTo>
                      <a:pt x="0" y="2"/>
                    </a:lnTo>
                    <a:lnTo>
                      <a:pt x="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18" name="Google Shape;718;p35"/>
              <p:cNvSpPr/>
              <p:nvPr/>
            </p:nvSpPr>
            <p:spPr>
              <a:xfrm>
                <a:off x="1503433" y="1545334"/>
                <a:ext cx="38370" cy="74998"/>
              </a:xfrm>
              <a:custGeom>
                <a:avLst/>
                <a:gdLst/>
                <a:ahLst/>
                <a:cxnLst/>
                <a:rect l="l" t="t" r="r" b="b"/>
                <a:pathLst>
                  <a:path w="22" h="43" extrusionOk="0">
                    <a:moveTo>
                      <a:pt x="6" y="0"/>
                    </a:moveTo>
                    <a:lnTo>
                      <a:pt x="22" y="40"/>
                    </a:lnTo>
                    <a:lnTo>
                      <a:pt x="15" y="43"/>
                    </a:lnTo>
                    <a:lnTo>
                      <a:pt x="0" y="1"/>
                    </a:lnTo>
                    <a:lnTo>
                      <a:pt x="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19" name="Google Shape;719;p35"/>
              <p:cNvSpPr/>
              <p:nvPr/>
            </p:nvSpPr>
            <p:spPr>
              <a:xfrm>
                <a:off x="1479016" y="1592425"/>
                <a:ext cx="24418" cy="36627"/>
              </a:xfrm>
              <a:custGeom>
                <a:avLst/>
                <a:gdLst/>
                <a:ahLst/>
                <a:cxnLst/>
                <a:rect l="l" t="t" r="r" b="b"/>
                <a:pathLst>
                  <a:path w="14" h="21" extrusionOk="0">
                    <a:moveTo>
                      <a:pt x="6" y="0"/>
                    </a:moveTo>
                    <a:lnTo>
                      <a:pt x="14" y="19"/>
                    </a:lnTo>
                    <a:lnTo>
                      <a:pt x="8" y="21"/>
                    </a:lnTo>
                    <a:lnTo>
                      <a:pt x="0" y="1"/>
                    </a:lnTo>
                    <a:lnTo>
                      <a:pt x="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20" name="Google Shape;720;p35"/>
              <p:cNvSpPr/>
              <p:nvPr/>
            </p:nvSpPr>
            <p:spPr>
              <a:xfrm>
                <a:off x="1355185" y="1184300"/>
                <a:ext cx="2017934" cy="3019078"/>
              </a:xfrm>
              <a:custGeom>
                <a:avLst/>
                <a:gdLst/>
                <a:ahLst/>
                <a:cxnLst/>
                <a:rect l="l" t="t" r="r" b="b"/>
                <a:pathLst>
                  <a:path w="898" h="1344" extrusionOk="0">
                    <a:moveTo>
                      <a:pt x="404" y="0"/>
                    </a:moveTo>
                    <a:cubicBezTo>
                      <a:pt x="406" y="7"/>
                      <a:pt x="406" y="7"/>
                      <a:pt x="406" y="7"/>
                    </a:cubicBezTo>
                    <a:cubicBezTo>
                      <a:pt x="56" y="106"/>
                      <a:pt x="56" y="106"/>
                      <a:pt x="56" y="106"/>
                    </a:cubicBezTo>
                    <a:cubicBezTo>
                      <a:pt x="26" y="114"/>
                      <a:pt x="13" y="151"/>
                      <a:pt x="28" y="187"/>
                    </a:cubicBezTo>
                    <a:cubicBezTo>
                      <a:pt x="445" y="1227"/>
                      <a:pt x="445" y="1227"/>
                      <a:pt x="445" y="1227"/>
                    </a:cubicBezTo>
                    <a:cubicBezTo>
                      <a:pt x="463" y="1273"/>
                      <a:pt x="463" y="1273"/>
                      <a:pt x="463" y="1273"/>
                    </a:cubicBezTo>
                    <a:cubicBezTo>
                      <a:pt x="478" y="1309"/>
                      <a:pt x="514" y="1331"/>
                      <a:pt x="544" y="1323"/>
                    </a:cubicBezTo>
                    <a:cubicBezTo>
                      <a:pt x="895" y="1224"/>
                      <a:pt x="895" y="1224"/>
                      <a:pt x="895" y="1224"/>
                    </a:cubicBezTo>
                    <a:cubicBezTo>
                      <a:pt x="898" y="1234"/>
                      <a:pt x="898" y="1234"/>
                      <a:pt x="898" y="1234"/>
                    </a:cubicBezTo>
                    <a:cubicBezTo>
                      <a:pt x="541" y="1334"/>
                      <a:pt x="541" y="1334"/>
                      <a:pt x="541" y="1334"/>
                    </a:cubicBezTo>
                    <a:cubicBezTo>
                      <a:pt x="509" y="1344"/>
                      <a:pt x="469" y="1319"/>
                      <a:pt x="453" y="1279"/>
                    </a:cubicBezTo>
                    <a:cubicBezTo>
                      <a:pt x="16" y="189"/>
                      <a:pt x="16" y="189"/>
                      <a:pt x="16" y="189"/>
                    </a:cubicBezTo>
                    <a:cubicBezTo>
                      <a:pt x="0" y="149"/>
                      <a:pt x="14" y="110"/>
                      <a:pt x="46" y="101"/>
                    </a:cubicBezTo>
                    <a:lnTo>
                      <a:pt x="40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21" name="Google Shape;721;p35"/>
              <p:cNvSpPr/>
              <p:nvPr/>
            </p:nvSpPr>
            <p:spPr>
              <a:xfrm>
                <a:off x="1339487" y="1144185"/>
                <a:ext cx="2160950" cy="3067913"/>
              </a:xfrm>
              <a:custGeom>
                <a:avLst/>
                <a:gdLst/>
                <a:ahLst/>
                <a:cxnLst/>
                <a:rect l="l" t="t" r="r" b="b"/>
                <a:pathLst>
                  <a:path w="962" h="1366" extrusionOk="0">
                    <a:moveTo>
                      <a:pt x="410" y="11"/>
                    </a:moveTo>
                    <a:cubicBezTo>
                      <a:pt x="447" y="0"/>
                      <a:pt x="492" y="29"/>
                      <a:pt x="510" y="74"/>
                    </a:cubicBezTo>
                    <a:cubicBezTo>
                      <a:pt x="944" y="1155"/>
                      <a:pt x="944" y="1155"/>
                      <a:pt x="944" y="1155"/>
                    </a:cubicBezTo>
                    <a:cubicBezTo>
                      <a:pt x="962" y="1200"/>
                      <a:pt x="946" y="1245"/>
                      <a:pt x="909" y="1255"/>
                    </a:cubicBezTo>
                    <a:cubicBezTo>
                      <a:pt x="552" y="1356"/>
                      <a:pt x="552" y="1356"/>
                      <a:pt x="552" y="1356"/>
                    </a:cubicBezTo>
                    <a:cubicBezTo>
                      <a:pt x="515" y="1366"/>
                      <a:pt x="470" y="1338"/>
                      <a:pt x="452" y="1293"/>
                    </a:cubicBezTo>
                    <a:cubicBezTo>
                      <a:pt x="18" y="212"/>
                      <a:pt x="18" y="212"/>
                      <a:pt x="18" y="212"/>
                    </a:cubicBezTo>
                    <a:cubicBezTo>
                      <a:pt x="0" y="167"/>
                      <a:pt x="16" y="122"/>
                      <a:pt x="53" y="111"/>
                    </a:cubicBezTo>
                    <a:lnTo>
                      <a:pt x="410" y="11"/>
                    </a:lnTo>
                    <a:close/>
                    <a:moveTo>
                      <a:pt x="940" y="1162"/>
                    </a:moveTo>
                    <a:cubicBezTo>
                      <a:pt x="503" y="72"/>
                      <a:pt x="503" y="72"/>
                      <a:pt x="503" y="72"/>
                    </a:cubicBezTo>
                    <a:cubicBezTo>
                      <a:pt x="487" y="32"/>
                      <a:pt x="448" y="8"/>
                      <a:pt x="415" y="17"/>
                    </a:cubicBezTo>
                    <a:cubicBezTo>
                      <a:pt x="411" y="18"/>
                      <a:pt x="411" y="18"/>
                      <a:pt x="411" y="18"/>
                    </a:cubicBezTo>
                    <a:cubicBezTo>
                      <a:pt x="53" y="119"/>
                      <a:pt x="53" y="119"/>
                      <a:pt x="53" y="119"/>
                    </a:cubicBezTo>
                    <a:cubicBezTo>
                      <a:pt x="21" y="128"/>
                      <a:pt x="7" y="167"/>
                      <a:pt x="23" y="207"/>
                    </a:cubicBezTo>
                    <a:cubicBezTo>
                      <a:pt x="460" y="1297"/>
                      <a:pt x="460" y="1297"/>
                      <a:pt x="460" y="1297"/>
                    </a:cubicBezTo>
                    <a:cubicBezTo>
                      <a:pt x="476" y="1337"/>
                      <a:pt x="516" y="1362"/>
                      <a:pt x="548" y="1352"/>
                    </a:cubicBezTo>
                    <a:cubicBezTo>
                      <a:pt x="905" y="1252"/>
                      <a:pt x="905" y="1252"/>
                      <a:pt x="905" y="1252"/>
                    </a:cubicBezTo>
                    <a:cubicBezTo>
                      <a:pt x="910" y="1251"/>
                      <a:pt x="910" y="1251"/>
                      <a:pt x="910" y="1251"/>
                    </a:cubicBezTo>
                    <a:cubicBezTo>
                      <a:pt x="943" y="1241"/>
                      <a:pt x="956" y="1202"/>
                      <a:pt x="940" y="1162"/>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22" name="Google Shape;722;p35"/>
              <p:cNvSpPr/>
              <p:nvPr/>
            </p:nvSpPr>
            <p:spPr>
              <a:xfrm>
                <a:off x="1301117" y="1622075"/>
                <a:ext cx="1044722" cy="2473169"/>
              </a:xfrm>
              <a:custGeom>
                <a:avLst/>
                <a:gdLst/>
                <a:ahLst/>
                <a:cxnLst/>
                <a:rect l="l" t="t" r="r" b="b"/>
                <a:pathLst>
                  <a:path w="599" h="1418" extrusionOk="0">
                    <a:moveTo>
                      <a:pt x="599" y="1392"/>
                    </a:moveTo>
                    <a:lnTo>
                      <a:pt x="558" y="1418"/>
                    </a:lnTo>
                    <a:lnTo>
                      <a:pt x="0" y="26"/>
                    </a:lnTo>
                    <a:lnTo>
                      <a:pt x="41" y="0"/>
                    </a:lnTo>
                    <a:lnTo>
                      <a:pt x="599" y="139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23" name="Google Shape;723;p35"/>
              <p:cNvSpPr/>
              <p:nvPr/>
            </p:nvSpPr>
            <p:spPr>
              <a:xfrm>
                <a:off x="2274330" y="4049896"/>
                <a:ext cx="306963" cy="218016"/>
              </a:xfrm>
              <a:custGeom>
                <a:avLst/>
                <a:gdLst/>
                <a:ahLst/>
                <a:cxnLst/>
                <a:rect l="l" t="t" r="r" b="b"/>
                <a:pathLst>
                  <a:path w="137" h="97" extrusionOk="0">
                    <a:moveTo>
                      <a:pt x="137" y="66"/>
                    </a:moveTo>
                    <a:cubicBezTo>
                      <a:pt x="105" y="86"/>
                      <a:pt x="105" y="86"/>
                      <a:pt x="105" y="86"/>
                    </a:cubicBezTo>
                    <a:cubicBezTo>
                      <a:pt x="66" y="97"/>
                      <a:pt x="19" y="67"/>
                      <a:pt x="0" y="20"/>
                    </a:cubicBezTo>
                    <a:cubicBezTo>
                      <a:pt x="32" y="0"/>
                      <a:pt x="32" y="0"/>
                      <a:pt x="32" y="0"/>
                    </a:cubicBezTo>
                    <a:cubicBezTo>
                      <a:pt x="51" y="47"/>
                      <a:pt x="98" y="77"/>
                      <a:pt x="137" y="6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24" name="Google Shape;724;p35"/>
              <p:cNvSpPr/>
              <p:nvPr/>
            </p:nvSpPr>
            <p:spPr>
              <a:xfrm>
                <a:off x="1330767" y="1133720"/>
                <a:ext cx="2178394" cy="3088845"/>
              </a:xfrm>
              <a:custGeom>
                <a:avLst/>
                <a:gdLst/>
                <a:ahLst/>
                <a:cxnLst/>
                <a:rect l="l" t="t" r="r" b="b"/>
                <a:pathLst>
                  <a:path w="970" h="1375" extrusionOk="0">
                    <a:moveTo>
                      <a:pt x="951" y="1158"/>
                    </a:moveTo>
                    <a:cubicBezTo>
                      <a:pt x="518" y="77"/>
                      <a:pt x="518" y="77"/>
                      <a:pt x="518" y="77"/>
                    </a:cubicBezTo>
                    <a:cubicBezTo>
                      <a:pt x="499" y="29"/>
                      <a:pt x="452" y="0"/>
                      <a:pt x="413" y="11"/>
                    </a:cubicBezTo>
                    <a:cubicBezTo>
                      <a:pt x="55" y="111"/>
                      <a:pt x="55" y="111"/>
                      <a:pt x="55" y="111"/>
                    </a:cubicBezTo>
                    <a:cubicBezTo>
                      <a:pt x="16" y="122"/>
                      <a:pt x="0" y="170"/>
                      <a:pt x="19" y="217"/>
                    </a:cubicBezTo>
                    <a:cubicBezTo>
                      <a:pt x="452" y="1298"/>
                      <a:pt x="452" y="1298"/>
                      <a:pt x="452" y="1298"/>
                    </a:cubicBezTo>
                    <a:cubicBezTo>
                      <a:pt x="471" y="1346"/>
                      <a:pt x="518" y="1375"/>
                      <a:pt x="557" y="1364"/>
                    </a:cubicBezTo>
                    <a:cubicBezTo>
                      <a:pt x="915" y="1263"/>
                      <a:pt x="915" y="1263"/>
                      <a:pt x="915" y="1263"/>
                    </a:cubicBezTo>
                    <a:cubicBezTo>
                      <a:pt x="954" y="1252"/>
                      <a:pt x="970" y="1205"/>
                      <a:pt x="951" y="1158"/>
                    </a:cubicBezTo>
                    <a:close/>
                    <a:moveTo>
                      <a:pt x="913" y="1259"/>
                    </a:moveTo>
                    <a:cubicBezTo>
                      <a:pt x="556" y="1360"/>
                      <a:pt x="556" y="1360"/>
                      <a:pt x="556" y="1360"/>
                    </a:cubicBezTo>
                    <a:cubicBezTo>
                      <a:pt x="519" y="1370"/>
                      <a:pt x="474" y="1342"/>
                      <a:pt x="456" y="1297"/>
                    </a:cubicBezTo>
                    <a:cubicBezTo>
                      <a:pt x="22" y="216"/>
                      <a:pt x="22" y="216"/>
                      <a:pt x="22" y="216"/>
                    </a:cubicBezTo>
                    <a:cubicBezTo>
                      <a:pt x="4" y="171"/>
                      <a:pt x="20" y="126"/>
                      <a:pt x="57" y="115"/>
                    </a:cubicBezTo>
                    <a:cubicBezTo>
                      <a:pt x="414" y="15"/>
                      <a:pt x="414" y="15"/>
                      <a:pt x="414" y="15"/>
                    </a:cubicBezTo>
                    <a:cubicBezTo>
                      <a:pt x="451" y="4"/>
                      <a:pt x="496" y="33"/>
                      <a:pt x="514" y="78"/>
                    </a:cubicBezTo>
                    <a:cubicBezTo>
                      <a:pt x="948" y="1159"/>
                      <a:pt x="948" y="1159"/>
                      <a:pt x="948" y="1159"/>
                    </a:cubicBezTo>
                    <a:cubicBezTo>
                      <a:pt x="966" y="1204"/>
                      <a:pt x="950" y="1249"/>
                      <a:pt x="913" y="1259"/>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25" name="Google Shape;725;p35"/>
              <p:cNvSpPr/>
              <p:nvPr/>
            </p:nvSpPr>
            <p:spPr>
              <a:xfrm>
                <a:off x="2215030" y="1341272"/>
                <a:ext cx="113368" cy="80230"/>
              </a:xfrm>
              <a:custGeom>
                <a:avLst/>
                <a:gdLst/>
                <a:ahLst/>
                <a:cxnLst/>
                <a:rect l="l" t="t" r="r" b="b"/>
                <a:pathLst>
                  <a:path w="65" h="46" extrusionOk="0">
                    <a:moveTo>
                      <a:pt x="13" y="46"/>
                    </a:moveTo>
                    <a:lnTo>
                      <a:pt x="65" y="32"/>
                    </a:lnTo>
                    <a:lnTo>
                      <a:pt x="52" y="0"/>
                    </a:lnTo>
                    <a:lnTo>
                      <a:pt x="0" y="14"/>
                    </a:lnTo>
                    <a:lnTo>
                      <a:pt x="13" y="4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26" name="Google Shape;726;p35"/>
              <p:cNvSpPr/>
              <p:nvPr/>
            </p:nvSpPr>
            <p:spPr>
              <a:xfrm>
                <a:off x="3313819" y="3957457"/>
                <a:ext cx="102903" cy="59300"/>
              </a:xfrm>
              <a:custGeom>
                <a:avLst/>
                <a:gdLst/>
                <a:ahLst/>
                <a:cxnLst/>
                <a:rect l="l" t="t" r="r" b="b"/>
                <a:pathLst>
                  <a:path w="46" h="26" extrusionOk="0">
                    <a:moveTo>
                      <a:pt x="46" y="0"/>
                    </a:moveTo>
                    <a:cubicBezTo>
                      <a:pt x="14" y="20"/>
                      <a:pt x="14" y="20"/>
                      <a:pt x="14" y="20"/>
                    </a:cubicBezTo>
                    <a:cubicBezTo>
                      <a:pt x="10" y="23"/>
                      <a:pt x="5" y="25"/>
                      <a:pt x="0" y="26"/>
                    </a:cubicBezTo>
                    <a:cubicBezTo>
                      <a:pt x="32" y="6"/>
                      <a:pt x="32" y="6"/>
                      <a:pt x="32" y="6"/>
                    </a:cubicBezTo>
                    <a:cubicBezTo>
                      <a:pt x="37" y="5"/>
                      <a:pt x="42" y="3"/>
                      <a:pt x="46" y="0"/>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27" name="Google Shape;727;p35"/>
              <p:cNvSpPr/>
              <p:nvPr/>
            </p:nvSpPr>
            <p:spPr>
              <a:xfrm>
                <a:off x="1714471" y="1308133"/>
                <a:ext cx="357543" cy="183133"/>
              </a:xfrm>
              <a:custGeom>
                <a:avLst/>
                <a:gdLst/>
                <a:ahLst/>
                <a:cxnLst/>
                <a:rect l="l" t="t" r="r" b="b"/>
                <a:pathLst>
                  <a:path w="159" h="82" extrusionOk="0">
                    <a:moveTo>
                      <a:pt x="0" y="45"/>
                    </a:moveTo>
                    <a:cubicBezTo>
                      <a:pt x="159" y="0"/>
                      <a:pt x="159" y="0"/>
                      <a:pt x="159" y="0"/>
                    </a:cubicBezTo>
                    <a:cubicBezTo>
                      <a:pt x="158" y="1"/>
                      <a:pt x="143" y="9"/>
                      <a:pt x="151" y="28"/>
                    </a:cubicBezTo>
                    <a:cubicBezTo>
                      <a:pt x="158" y="47"/>
                      <a:pt x="146" y="55"/>
                      <a:pt x="134" y="58"/>
                    </a:cubicBezTo>
                    <a:cubicBezTo>
                      <a:pt x="122" y="61"/>
                      <a:pt x="99" y="68"/>
                      <a:pt x="98" y="68"/>
                    </a:cubicBezTo>
                    <a:cubicBezTo>
                      <a:pt x="97" y="69"/>
                      <a:pt x="73" y="75"/>
                      <a:pt x="61" y="78"/>
                    </a:cubicBezTo>
                    <a:cubicBezTo>
                      <a:pt x="49" y="82"/>
                      <a:pt x="35" y="82"/>
                      <a:pt x="27" y="63"/>
                    </a:cubicBezTo>
                    <a:cubicBezTo>
                      <a:pt x="19" y="44"/>
                      <a:pt x="1" y="45"/>
                      <a:pt x="0" y="45"/>
                    </a:cubicBezTo>
                    <a:close/>
                    <a:moveTo>
                      <a:pt x="103" y="38"/>
                    </a:moveTo>
                    <a:cubicBezTo>
                      <a:pt x="100" y="32"/>
                      <a:pt x="100" y="32"/>
                      <a:pt x="100" y="32"/>
                    </a:cubicBezTo>
                    <a:cubicBezTo>
                      <a:pt x="99" y="29"/>
                      <a:pt x="95" y="26"/>
                      <a:pt x="93" y="27"/>
                    </a:cubicBezTo>
                    <a:cubicBezTo>
                      <a:pt x="72" y="33"/>
                      <a:pt x="72" y="33"/>
                      <a:pt x="72" y="33"/>
                    </a:cubicBezTo>
                    <a:cubicBezTo>
                      <a:pt x="69" y="34"/>
                      <a:pt x="68" y="37"/>
                      <a:pt x="69" y="41"/>
                    </a:cubicBezTo>
                    <a:cubicBezTo>
                      <a:pt x="72" y="47"/>
                      <a:pt x="72" y="47"/>
                      <a:pt x="72" y="47"/>
                    </a:cubicBezTo>
                    <a:cubicBezTo>
                      <a:pt x="73" y="51"/>
                      <a:pt x="77" y="53"/>
                      <a:pt x="80" y="52"/>
                    </a:cubicBezTo>
                    <a:cubicBezTo>
                      <a:pt x="100" y="46"/>
                      <a:pt x="100" y="46"/>
                      <a:pt x="100" y="46"/>
                    </a:cubicBezTo>
                    <a:cubicBezTo>
                      <a:pt x="103" y="45"/>
                      <a:pt x="104" y="42"/>
                      <a:pt x="103" y="38"/>
                    </a:cubicBezTo>
                    <a:moveTo>
                      <a:pt x="54" y="66"/>
                    </a:moveTo>
                    <a:cubicBezTo>
                      <a:pt x="60" y="65"/>
                      <a:pt x="63" y="58"/>
                      <a:pt x="60" y="51"/>
                    </a:cubicBezTo>
                    <a:cubicBezTo>
                      <a:pt x="57" y="44"/>
                      <a:pt x="50" y="39"/>
                      <a:pt x="44" y="41"/>
                    </a:cubicBezTo>
                    <a:cubicBezTo>
                      <a:pt x="38" y="42"/>
                      <a:pt x="36" y="49"/>
                      <a:pt x="39" y="56"/>
                    </a:cubicBezTo>
                    <a:cubicBezTo>
                      <a:pt x="42" y="63"/>
                      <a:pt x="49" y="68"/>
                      <a:pt x="54" y="66"/>
                    </a:cubicBezTo>
                    <a:moveTo>
                      <a:pt x="128" y="42"/>
                    </a:moveTo>
                    <a:cubicBezTo>
                      <a:pt x="134" y="40"/>
                      <a:pt x="136" y="34"/>
                      <a:pt x="133" y="28"/>
                    </a:cubicBezTo>
                    <a:cubicBezTo>
                      <a:pt x="131" y="22"/>
                      <a:pt x="125" y="19"/>
                      <a:pt x="120" y="20"/>
                    </a:cubicBezTo>
                    <a:cubicBezTo>
                      <a:pt x="114" y="22"/>
                      <a:pt x="112" y="28"/>
                      <a:pt x="115" y="34"/>
                    </a:cubicBezTo>
                    <a:cubicBezTo>
                      <a:pt x="117" y="40"/>
                      <a:pt x="123" y="43"/>
                      <a:pt x="128" y="42"/>
                    </a:cubicBez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28" name="Google Shape;728;p35"/>
              <p:cNvSpPr/>
              <p:nvPr/>
            </p:nvSpPr>
            <p:spPr>
              <a:xfrm>
                <a:off x="1262746" y="1398827"/>
                <a:ext cx="160458" cy="268595"/>
              </a:xfrm>
              <a:custGeom>
                <a:avLst/>
                <a:gdLst/>
                <a:ahLst/>
                <a:cxnLst/>
                <a:rect l="l" t="t" r="r" b="b"/>
                <a:pathLst>
                  <a:path w="71" h="119" extrusionOk="0">
                    <a:moveTo>
                      <a:pt x="38" y="19"/>
                    </a:moveTo>
                    <a:cubicBezTo>
                      <a:pt x="71" y="0"/>
                      <a:pt x="71" y="0"/>
                      <a:pt x="71" y="0"/>
                    </a:cubicBezTo>
                    <a:cubicBezTo>
                      <a:pt x="42" y="17"/>
                      <a:pt x="32" y="58"/>
                      <a:pt x="49" y="99"/>
                    </a:cubicBezTo>
                    <a:cubicBezTo>
                      <a:pt x="17" y="119"/>
                      <a:pt x="17" y="119"/>
                      <a:pt x="17" y="119"/>
                    </a:cubicBezTo>
                    <a:cubicBezTo>
                      <a:pt x="0" y="78"/>
                      <a:pt x="10" y="37"/>
                      <a:pt x="38" y="1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29" name="Google Shape;729;p35"/>
              <p:cNvSpPr/>
              <p:nvPr/>
            </p:nvSpPr>
            <p:spPr>
              <a:xfrm>
                <a:off x="2509785" y="3971410"/>
                <a:ext cx="875543" cy="272083"/>
              </a:xfrm>
              <a:custGeom>
                <a:avLst/>
                <a:gdLst/>
                <a:ahLst/>
                <a:cxnLst/>
                <a:rect l="l" t="t" r="r" b="b"/>
                <a:pathLst>
                  <a:path w="502" h="156" extrusionOk="0">
                    <a:moveTo>
                      <a:pt x="502" y="0"/>
                    </a:moveTo>
                    <a:lnTo>
                      <a:pt x="461" y="26"/>
                    </a:lnTo>
                    <a:lnTo>
                      <a:pt x="0" y="156"/>
                    </a:lnTo>
                    <a:lnTo>
                      <a:pt x="41" y="130"/>
                    </a:lnTo>
                    <a:lnTo>
                      <a:pt x="50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30" name="Google Shape;730;p35"/>
              <p:cNvSpPr/>
              <p:nvPr/>
            </p:nvSpPr>
            <p:spPr>
              <a:xfrm>
                <a:off x="1384834" y="1180812"/>
                <a:ext cx="2000493" cy="2759205"/>
              </a:xfrm>
              <a:custGeom>
                <a:avLst/>
                <a:gdLst/>
                <a:ahLst/>
                <a:cxnLst/>
                <a:rect l="l" t="t" r="r" b="b"/>
                <a:pathLst>
                  <a:path w="891" h="1228" extrusionOk="0">
                    <a:moveTo>
                      <a:pt x="393" y="8"/>
                    </a:moveTo>
                    <a:cubicBezTo>
                      <a:pt x="423" y="0"/>
                      <a:pt x="459" y="22"/>
                      <a:pt x="474" y="58"/>
                    </a:cubicBezTo>
                    <a:cubicBezTo>
                      <a:pt x="891" y="1099"/>
                      <a:pt x="891" y="1099"/>
                      <a:pt x="891" y="1099"/>
                    </a:cubicBezTo>
                    <a:cubicBezTo>
                      <a:pt x="881" y="1102"/>
                      <a:pt x="881" y="1102"/>
                      <a:pt x="881" y="1102"/>
                    </a:cubicBezTo>
                    <a:cubicBezTo>
                      <a:pt x="466" y="66"/>
                      <a:pt x="466" y="66"/>
                      <a:pt x="466" y="66"/>
                    </a:cubicBezTo>
                    <a:cubicBezTo>
                      <a:pt x="455" y="39"/>
                      <a:pt x="428" y="22"/>
                      <a:pt x="406" y="28"/>
                    </a:cubicBezTo>
                    <a:cubicBezTo>
                      <a:pt x="306" y="56"/>
                      <a:pt x="306" y="56"/>
                      <a:pt x="306" y="56"/>
                    </a:cubicBezTo>
                    <a:cubicBezTo>
                      <a:pt x="147" y="101"/>
                      <a:pt x="147" y="101"/>
                      <a:pt x="147" y="101"/>
                    </a:cubicBezTo>
                    <a:cubicBezTo>
                      <a:pt x="47" y="129"/>
                      <a:pt x="47" y="129"/>
                      <a:pt x="47" y="129"/>
                    </a:cubicBezTo>
                    <a:cubicBezTo>
                      <a:pt x="25" y="135"/>
                      <a:pt x="15" y="162"/>
                      <a:pt x="26" y="189"/>
                    </a:cubicBezTo>
                    <a:cubicBezTo>
                      <a:pt x="171" y="550"/>
                      <a:pt x="171" y="550"/>
                      <a:pt x="171" y="550"/>
                    </a:cubicBezTo>
                    <a:cubicBezTo>
                      <a:pt x="296" y="863"/>
                      <a:pt x="296" y="863"/>
                      <a:pt x="296" y="863"/>
                    </a:cubicBezTo>
                    <a:cubicBezTo>
                      <a:pt x="406" y="1137"/>
                      <a:pt x="406" y="1137"/>
                      <a:pt x="406" y="1137"/>
                    </a:cubicBezTo>
                    <a:cubicBezTo>
                      <a:pt x="442" y="1226"/>
                      <a:pt x="442" y="1226"/>
                      <a:pt x="442" y="1226"/>
                    </a:cubicBezTo>
                    <a:cubicBezTo>
                      <a:pt x="432" y="1228"/>
                      <a:pt x="432" y="1228"/>
                      <a:pt x="432" y="1228"/>
                    </a:cubicBezTo>
                    <a:cubicBezTo>
                      <a:pt x="15" y="188"/>
                      <a:pt x="15" y="188"/>
                      <a:pt x="15" y="188"/>
                    </a:cubicBezTo>
                    <a:cubicBezTo>
                      <a:pt x="0" y="152"/>
                      <a:pt x="13" y="115"/>
                      <a:pt x="43" y="107"/>
                    </a:cubicBezTo>
                    <a:lnTo>
                      <a:pt x="39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31" name="Google Shape;731;p35"/>
              <p:cNvSpPr/>
              <p:nvPr/>
            </p:nvSpPr>
            <p:spPr>
              <a:xfrm>
                <a:off x="2354559" y="3650492"/>
                <a:ext cx="1105765" cy="523238"/>
              </a:xfrm>
              <a:custGeom>
                <a:avLst/>
                <a:gdLst/>
                <a:ahLst/>
                <a:cxnLst/>
                <a:rect l="l" t="t" r="r" b="b"/>
                <a:pathLst>
                  <a:path w="492" h="233" extrusionOk="0">
                    <a:moveTo>
                      <a:pt x="459" y="0"/>
                    </a:moveTo>
                    <a:cubicBezTo>
                      <a:pt x="477" y="45"/>
                      <a:pt x="477" y="45"/>
                      <a:pt x="477" y="45"/>
                    </a:cubicBezTo>
                    <a:cubicBezTo>
                      <a:pt x="492" y="82"/>
                      <a:pt x="479" y="118"/>
                      <a:pt x="450" y="126"/>
                    </a:cubicBezTo>
                    <a:cubicBezTo>
                      <a:pt x="99" y="225"/>
                      <a:pt x="99" y="225"/>
                      <a:pt x="99" y="225"/>
                    </a:cubicBezTo>
                    <a:cubicBezTo>
                      <a:pt x="69" y="233"/>
                      <a:pt x="33" y="211"/>
                      <a:pt x="18" y="175"/>
                    </a:cubicBezTo>
                    <a:cubicBezTo>
                      <a:pt x="0" y="129"/>
                      <a:pt x="0" y="129"/>
                      <a:pt x="0" y="129"/>
                    </a:cubicBezTo>
                    <a:cubicBezTo>
                      <a:pt x="10" y="127"/>
                      <a:pt x="10" y="127"/>
                      <a:pt x="10" y="127"/>
                    </a:cubicBezTo>
                    <a:cubicBezTo>
                      <a:pt x="17" y="145"/>
                      <a:pt x="32" y="159"/>
                      <a:pt x="49" y="164"/>
                    </a:cubicBezTo>
                    <a:cubicBezTo>
                      <a:pt x="56" y="166"/>
                      <a:pt x="63" y="166"/>
                      <a:pt x="70" y="164"/>
                    </a:cubicBezTo>
                    <a:cubicBezTo>
                      <a:pt x="317" y="94"/>
                      <a:pt x="317" y="94"/>
                      <a:pt x="317" y="94"/>
                    </a:cubicBezTo>
                    <a:cubicBezTo>
                      <a:pt x="428" y="63"/>
                      <a:pt x="428" y="63"/>
                      <a:pt x="428" y="63"/>
                    </a:cubicBezTo>
                    <a:cubicBezTo>
                      <a:pt x="450" y="57"/>
                      <a:pt x="460" y="30"/>
                      <a:pt x="449" y="3"/>
                    </a:cubicBezTo>
                    <a:lnTo>
                      <a:pt x="45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32" name="Google Shape;732;p35"/>
              <p:cNvSpPr/>
              <p:nvPr/>
            </p:nvSpPr>
            <p:spPr>
              <a:xfrm>
                <a:off x="1404020" y="1897647"/>
                <a:ext cx="52323" cy="57557"/>
              </a:xfrm>
              <a:custGeom>
                <a:avLst/>
                <a:gdLst/>
                <a:ahLst/>
                <a:cxnLst/>
                <a:rect l="l" t="t" r="r" b="b"/>
                <a:pathLst>
                  <a:path w="23" h="25" extrusionOk="0">
                    <a:moveTo>
                      <a:pt x="7" y="9"/>
                    </a:moveTo>
                    <a:cubicBezTo>
                      <a:pt x="23" y="0"/>
                      <a:pt x="23" y="0"/>
                      <a:pt x="23" y="0"/>
                    </a:cubicBezTo>
                    <a:cubicBezTo>
                      <a:pt x="18" y="3"/>
                      <a:pt x="17" y="9"/>
                      <a:pt x="19" y="15"/>
                    </a:cubicBezTo>
                    <a:cubicBezTo>
                      <a:pt x="3" y="25"/>
                      <a:pt x="3" y="25"/>
                      <a:pt x="3" y="25"/>
                    </a:cubicBezTo>
                    <a:cubicBezTo>
                      <a:pt x="0" y="18"/>
                      <a:pt x="2" y="12"/>
                      <a:pt x="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33" name="Google Shape;733;p35"/>
              <p:cNvSpPr/>
              <p:nvPr/>
            </p:nvSpPr>
            <p:spPr>
              <a:xfrm>
                <a:off x="1410996" y="1932529"/>
                <a:ext cx="284290" cy="683697"/>
              </a:xfrm>
              <a:custGeom>
                <a:avLst/>
                <a:gdLst/>
                <a:ahLst/>
                <a:cxnLst/>
                <a:rect l="l" t="t" r="r" b="b"/>
                <a:pathLst>
                  <a:path w="163" h="392" extrusionOk="0">
                    <a:moveTo>
                      <a:pt x="163" y="380"/>
                    </a:moveTo>
                    <a:lnTo>
                      <a:pt x="142" y="392"/>
                    </a:lnTo>
                    <a:lnTo>
                      <a:pt x="0" y="13"/>
                    </a:lnTo>
                    <a:lnTo>
                      <a:pt x="21" y="0"/>
                    </a:lnTo>
                    <a:lnTo>
                      <a:pt x="163" y="3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34" name="Google Shape;734;p35"/>
              <p:cNvSpPr/>
              <p:nvPr/>
            </p:nvSpPr>
            <p:spPr>
              <a:xfrm>
                <a:off x="1658660" y="2595296"/>
                <a:ext cx="76741" cy="48835"/>
              </a:xfrm>
              <a:custGeom>
                <a:avLst/>
                <a:gdLst/>
                <a:ahLst/>
                <a:cxnLst/>
                <a:rect l="l" t="t" r="r" b="b"/>
                <a:pathLst>
                  <a:path w="34" h="22" extrusionOk="0">
                    <a:moveTo>
                      <a:pt x="34" y="10"/>
                    </a:moveTo>
                    <a:cubicBezTo>
                      <a:pt x="18" y="19"/>
                      <a:pt x="18" y="19"/>
                      <a:pt x="18" y="19"/>
                    </a:cubicBezTo>
                    <a:cubicBezTo>
                      <a:pt x="17" y="20"/>
                      <a:pt x="17" y="20"/>
                      <a:pt x="16" y="20"/>
                    </a:cubicBezTo>
                    <a:cubicBezTo>
                      <a:pt x="10" y="22"/>
                      <a:pt x="2" y="17"/>
                      <a:pt x="0" y="10"/>
                    </a:cubicBezTo>
                    <a:cubicBezTo>
                      <a:pt x="16" y="0"/>
                      <a:pt x="16" y="0"/>
                      <a:pt x="16" y="0"/>
                    </a:cubicBezTo>
                    <a:cubicBezTo>
                      <a:pt x="19" y="8"/>
                      <a:pt x="26" y="12"/>
                      <a:pt x="32" y="11"/>
                    </a:cubicBezTo>
                    <a:cubicBezTo>
                      <a:pt x="33" y="11"/>
                      <a:pt x="34" y="10"/>
                      <a:pt x="34" y="1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35" name="Google Shape;735;p35"/>
              <p:cNvSpPr/>
              <p:nvPr/>
            </p:nvSpPr>
            <p:spPr>
              <a:xfrm>
                <a:off x="1442390" y="1897647"/>
                <a:ext cx="293010" cy="723812"/>
              </a:xfrm>
              <a:custGeom>
                <a:avLst/>
                <a:gdLst/>
                <a:ahLst/>
                <a:cxnLst/>
                <a:rect l="l" t="t" r="r" b="b"/>
                <a:pathLst>
                  <a:path w="130" h="322" extrusionOk="0">
                    <a:moveTo>
                      <a:pt x="130" y="320"/>
                    </a:moveTo>
                    <a:cubicBezTo>
                      <a:pt x="130" y="320"/>
                      <a:pt x="130" y="320"/>
                      <a:pt x="130" y="320"/>
                    </a:cubicBezTo>
                    <a:cubicBezTo>
                      <a:pt x="130" y="320"/>
                      <a:pt x="129" y="321"/>
                      <a:pt x="128" y="321"/>
                    </a:cubicBezTo>
                    <a:cubicBezTo>
                      <a:pt x="122" y="322"/>
                      <a:pt x="115" y="318"/>
                      <a:pt x="112" y="310"/>
                    </a:cubicBezTo>
                    <a:cubicBezTo>
                      <a:pt x="2" y="15"/>
                      <a:pt x="2" y="15"/>
                      <a:pt x="2" y="15"/>
                    </a:cubicBezTo>
                    <a:cubicBezTo>
                      <a:pt x="0" y="9"/>
                      <a:pt x="1" y="3"/>
                      <a:pt x="6" y="0"/>
                    </a:cubicBezTo>
                    <a:lnTo>
                      <a:pt x="130" y="3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36" name="Google Shape;736;p35"/>
              <p:cNvSpPr/>
              <p:nvPr/>
            </p:nvSpPr>
            <p:spPr>
              <a:xfrm>
                <a:off x="2347582" y="1287203"/>
                <a:ext cx="807523" cy="821483"/>
              </a:xfrm>
              <a:custGeom>
                <a:avLst/>
                <a:gdLst/>
                <a:ahLst/>
                <a:cxnLst/>
                <a:rect l="l" t="t" r="r" b="b"/>
                <a:pathLst>
                  <a:path w="463" h="471" extrusionOk="0">
                    <a:moveTo>
                      <a:pt x="320" y="0"/>
                    </a:moveTo>
                    <a:lnTo>
                      <a:pt x="463" y="385"/>
                    </a:lnTo>
                    <a:lnTo>
                      <a:pt x="143" y="471"/>
                    </a:lnTo>
                    <a:lnTo>
                      <a:pt x="0" y="86"/>
                    </a:lnTo>
                    <a:lnTo>
                      <a:pt x="320"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37" name="Google Shape;737;p35"/>
              <p:cNvSpPr/>
              <p:nvPr/>
            </p:nvSpPr>
            <p:spPr>
              <a:xfrm>
                <a:off x="1665636" y="1472080"/>
                <a:ext cx="805779" cy="819739"/>
              </a:xfrm>
              <a:custGeom>
                <a:avLst/>
                <a:gdLst/>
                <a:ahLst/>
                <a:cxnLst/>
                <a:rect l="l" t="t" r="r" b="b"/>
                <a:pathLst>
                  <a:path w="462" h="470" extrusionOk="0">
                    <a:moveTo>
                      <a:pt x="318" y="0"/>
                    </a:moveTo>
                    <a:lnTo>
                      <a:pt x="462" y="385"/>
                    </a:lnTo>
                    <a:lnTo>
                      <a:pt x="143" y="470"/>
                    </a:lnTo>
                    <a:lnTo>
                      <a:pt x="0" y="85"/>
                    </a:lnTo>
                    <a:lnTo>
                      <a:pt x="318"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38" name="Google Shape;738;p35"/>
              <p:cNvSpPr/>
              <p:nvPr/>
            </p:nvSpPr>
            <p:spPr>
              <a:xfrm>
                <a:off x="2642337" y="2073804"/>
                <a:ext cx="805779" cy="821483"/>
              </a:xfrm>
              <a:custGeom>
                <a:avLst/>
                <a:gdLst/>
                <a:ahLst/>
                <a:cxnLst/>
                <a:rect l="l" t="t" r="r" b="b"/>
                <a:pathLst>
                  <a:path w="462" h="471" extrusionOk="0">
                    <a:moveTo>
                      <a:pt x="319" y="0"/>
                    </a:moveTo>
                    <a:lnTo>
                      <a:pt x="462" y="385"/>
                    </a:lnTo>
                    <a:lnTo>
                      <a:pt x="143" y="471"/>
                    </a:lnTo>
                    <a:lnTo>
                      <a:pt x="0" y="86"/>
                    </a:lnTo>
                    <a:lnTo>
                      <a:pt x="31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39" name="Google Shape;739;p35"/>
              <p:cNvSpPr/>
              <p:nvPr/>
            </p:nvSpPr>
            <p:spPr>
              <a:xfrm>
                <a:off x="1958646" y="2256936"/>
                <a:ext cx="807523" cy="819739"/>
              </a:xfrm>
              <a:custGeom>
                <a:avLst/>
                <a:gdLst/>
                <a:ahLst/>
                <a:cxnLst/>
                <a:rect l="l" t="t" r="r" b="b"/>
                <a:pathLst>
                  <a:path w="463" h="470" extrusionOk="0">
                    <a:moveTo>
                      <a:pt x="320" y="0"/>
                    </a:moveTo>
                    <a:lnTo>
                      <a:pt x="463" y="385"/>
                    </a:lnTo>
                    <a:lnTo>
                      <a:pt x="143" y="470"/>
                    </a:lnTo>
                    <a:lnTo>
                      <a:pt x="0" y="85"/>
                    </a:lnTo>
                    <a:lnTo>
                      <a:pt x="320"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40" name="Google Shape;740;p35"/>
              <p:cNvSpPr/>
              <p:nvPr/>
            </p:nvSpPr>
            <p:spPr>
              <a:xfrm>
                <a:off x="2933603" y="2862148"/>
                <a:ext cx="809267" cy="819739"/>
              </a:xfrm>
              <a:custGeom>
                <a:avLst/>
                <a:gdLst/>
                <a:ahLst/>
                <a:cxnLst/>
                <a:rect l="l" t="t" r="r" b="b"/>
                <a:pathLst>
                  <a:path w="464" h="470" extrusionOk="0">
                    <a:moveTo>
                      <a:pt x="320" y="0"/>
                    </a:moveTo>
                    <a:lnTo>
                      <a:pt x="464" y="385"/>
                    </a:lnTo>
                    <a:lnTo>
                      <a:pt x="145" y="470"/>
                    </a:lnTo>
                    <a:lnTo>
                      <a:pt x="0" y="85"/>
                    </a:lnTo>
                    <a:lnTo>
                      <a:pt x="32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41" name="Google Shape;741;p35"/>
              <p:cNvSpPr/>
              <p:nvPr/>
            </p:nvSpPr>
            <p:spPr>
              <a:xfrm>
                <a:off x="2251657" y="3043537"/>
                <a:ext cx="809267" cy="821483"/>
              </a:xfrm>
              <a:custGeom>
                <a:avLst/>
                <a:gdLst/>
                <a:ahLst/>
                <a:cxnLst/>
                <a:rect l="l" t="t" r="r" b="b"/>
                <a:pathLst>
                  <a:path w="464" h="471" extrusionOk="0">
                    <a:moveTo>
                      <a:pt x="319" y="0"/>
                    </a:moveTo>
                    <a:lnTo>
                      <a:pt x="464" y="385"/>
                    </a:lnTo>
                    <a:lnTo>
                      <a:pt x="144" y="471"/>
                    </a:lnTo>
                    <a:lnTo>
                      <a:pt x="0" y="86"/>
                    </a:lnTo>
                    <a:lnTo>
                      <a:pt x="319"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42" name="Google Shape;742;p35"/>
              <p:cNvSpPr/>
              <p:nvPr/>
            </p:nvSpPr>
            <p:spPr>
              <a:xfrm>
                <a:off x="2258633" y="1597657"/>
                <a:ext cx="102903" cy="228481"/>
              </a:xfrm>
              <a:custGeom>
                <a:avLst/>
                <a:gdLst/>
                <a:ahLst/>
                <a:cxnLst/>
                <a:rect l="l" t="t" r="r" b="b"/>
                <a:pathLst>
                  <a:path w="59" h="131" extrusionOk="0">
                    <a:moveTo>
                      <a:pt x="59" y="123"/>
                    </a:moveTo>
                    <a:lnTo>
                      <a:pt x="45" y="131"/>
                    </a:lnTo>
                    <a:lnTo>
                      <a:pt x="0" y="7"/>
                    </a:lnTo>
                    <a:lnTo>
                      <a:pt x="13" y="0"/>
                    </a:lnTo>
                    <a:lnTo>
                      <a:pt x="59" y="123"/>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43" name="Google Shape;743;p35"/>
              <p:cNvSpPr/>
              <p:nvPr/>
            </p:nvSpPr>
            <p:spPr>
              <a:xfrm>
                <a:off x="2337118" y="1812185"/>
                <a:ext cx="69764" cy="132553"/>
              </a:xfrm>
              <a:custGeom>
                <a:avLst/>
                <a:gdLst/>
                <a:ahLst/>
                <a:cxnLst/>
                <a:rect l="l" t="t" r="r" b="b"/>
                <a:pathLst>
                  <a:path w="40" h="76" extrusionOk="0">
                    <a:moveTo>
                      <a:pt x="40" y="69"/>
                    </a:moveTo>
                    <a:lnTo>
                      <a:pt x="26" y="76"/>
                    </a:lnTo>
                    <a:lnTo>
                      <a:pt x="0" y="8"/>
                    </a:lnTo>
                    <a:lnTo>
                      <a:pt x="14" y="0"/>
                    </a:lnTo>
                    <a:lnTo>
                      <a:pt x="40" y="69"/>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744" name="Google Shape;744;p35"/>
              <p:cNvPicPr preferRelativeResize="0"/>
              <p:nvPr/>
            </p:nvPicPr>
            <p:blipFill rotWithShape="1">
              <a:blip r:embed="rId3">
                <a:alphaModFix/>
              </a:blip>
              <a:srcRect/>
              <a:stretch/>
            </p:blipFill>
            <p:spPr>
              <a:xfrm>
                <a:off x="2269098" y="1768581"/>
                <a:ext cx="101158" cy="66277"/>
              </a:xfrm>
              <a:prstGeom prst="rect">
                <a:avLst/>
              </a:prstGeom>
              <a:noFill/>
              <a:ln>
                <a:noFill/>
              </a:ln>
            </p:spPr>
          </p:pic>
          <p:pic>
            <p:nvPicPr>
              <p:cNvPr id="745" name="Google Shape;745;p35"/>
              <p:cNvPicPr preferRelativeResize="0"/>
              <p:nvPr/>
            </p:nvPicPr>
            <p:blipFill rotWithShape="1">
              <a:blip r:embed="rId4">
                <a:alphaModFix/>
              </a:blip>
              <a:srcRect/>
              <a:stretch/>
            </p:blipFill>
            <p:spPr>
              <a:xfrm>
                <a:off x="2237704" y="1765093"/>
                <a:ext cx="74997" cy="34882"/>
              </a:xfrm>
              <a:prstGeom prst="rect">
                <a:avLst/>
              </a:prstGeom>
              <a:noFill/>
              <a:ln>
                <a:noFill/>
              </a:ln>
            </p:spPr>
          </p:pic>
          <p:pic>
            <p:nvPicPr>
              <p:cNvPr id="746" name="Google Shape;746;p35"/>
              <p:cNvPicPr preferRelativeResize="0"/>
              <p:nvPr/>
            </p:nvPicPr>
            <p:blipFill rotWithShape="1">
              <a:blip r:embed="rId5">
                <a:alphaModFix/>
              </a:blip>
              <a:srcRect/>
              <a:stretch/>
            </p:blipFill>
            <p:spPr>
              <a:xfrm>
                <a:off x="2230727" y="1768581"/>
                <a:ext cx="47091" cy="33139"/>
              </a:xfrm>
              <a:prstGeom prst="rect">
                <a:avLst/>
              </a:prstGeom>
              <a:noFill/>
              <a:ln>
                <a:noFill/>
              </a:ln>
            </p:spPr>
          </p:pic>
          <p:pic>
            <p:nvPicPr>
              <p:cNvPr id="747" name="Google Shape;747;p35"/>
              <p:cNvPicPr preferRelativeResize="0"/>
              <p:nvPr/>
            </p:nvPicPr>
            <p:blipFill rotWithShape="1">
              <a:blip r:embed="rId6">
                <a:alphaModFix/>
              </a:blip>
              <a:srcRect/>
              <a:stretch/>
            </p:blipFill>
            <p:spPr>
              <a:xfrm>
                <a:off x="2222006" y="1772070"/>
                <a:ext cx="54068" cy="34882"/>
              </a:xfrm>
              <a:prstGeom prst="rect">
                <a:avLst/>
              </a:prstGeom>
              <a:noFill/>
              <a:ln>
                <a:noFill/>
              </a:ln>
            </p:spPr>
          </p:pic>
          <p:pic>
            <p:nvPicPr>
              <p:cNvPr id="748" name="Google Shape;748;p35"/>
              <p:cNvPicPr preferRelativeResize="0"/>
              <p:nvPr/>
            </p:nvPicPr>
            <p:blipFill rotWithShape="1">
              <a:blip r:embed="rId7">
                <a:alphaModFix/>
              </a:blip>
              <a:srcRect/>
              <a:stretch/>
            </p:blipFill>
            <p:spPr>
              <a:xfrm>
                <a:off x="2222006" y="1958691"/>
                <a:ext cx="47091" cy="33139"/>
              </a:xfrm>
              <a:prstGeom prst="rect">
                <a:avLst/>
              </a:prstGeom>
              <a:noFill/>
              <a:ln>
                <a:noFill/>
              </a:ln>
            </p:spPr>
          </p:pic>
          <p:pic>
            <p:nvPicPr>
              <p:cNvPr id="749" name="Google Shape;749;p35"/>
              <p:cNvPicPr preferRelativeResize="0"/>
              <p:nvPr/>
            </p:nvPicPr>
            <p:blipFill rotWithShape="1">
              <a:blip r:embed="rId8">
                <a:alphaModFix/>
              </a:blip>
              <a:srcRect/>
              <a:stretch/>
            </p:blipFill>
            <p:spPr>
              <a:xfrm>
                <a:off x="2223751" y="1918576"/>
                <a:ext cx="190108" cy="73253"/>
              </a:xfrm>
              <a:prstGeom prst="rect">
                <a:avLst/>
              </a:prstGeom>
              <a:noFill/>
              <a:ln>
                <a:noFill/>
              </a:ln>
            </p:spPr>
          </p:pic>
          <p:pic>
            <p:nvPicPr>
              <p:cNvPr id="750" name="Google Shape;750;p35"/>
              <p:cNvPicPr preferRelativeResize="0"/>
              <p:nvPr/>
            </p:nvPicPr>
            <p:blipFill rotWithShape="1">
              <a:blip r:embed="rId9">
                <a:alphaModFix/>
              </a:blip>
              <a:srcRect/>
              <a:stretch/>
            </p:blipFill>
            <p:spPr>
              <a:xfrm>
                <a:off x="2152242" y="1773814"/>
                <a:ext cx="108135" cy="162204"/>
              </a:xfrm>
              <a:prstGeom prst="rect">
                <a:avLst/>
              </a:prstGeom>
              <a:noFill/>
              <a:ln>
                <a:noFill/>
              </a:ln>
            </p:spPr>
          </p:pic>
          <p:pic>
            <p:nvPicPr>
              <p:cNvPr id="751" name="Google Shape;751;p35"/>
              <p:cNvPicPr preferRelativeResize="0"/>
              <p:nvPr/>
            </p:nvPicPr>
            <p:blipFill rotWithShape="1">
              <a:blip r:embed="rId10">
                <a:alphaModFix/>
              </a:blip>
              <a:srcRect/>
              <a:stretch/>
            </p:blipFill>
            <p:spPr>
              <a:xfrm>
                <a:off x="2152242" y="1904623"/>
                <a:ext cx="40115" cy="33139"/>
              </a:xfrm>
              <a:prstGeom prst="rect">
                <a:avLst/>
              </a:prstGeom>
              <a:noFill/>
              <a:ln>
                <a:noFill/>
              </a:ln>
            </p:spPr>
          </p:pic>
          <p:pic>
            <p:nvPicPr>
              <p:cNvPr id="752" name="Google Shape;752;p35"/>
              <p:cNvPicPr preferRelativeResize="0"/>
              <p:nvPr/>
            </p:nvPicPr>
            <p:blipFill rotWithShape="1">
              <a:blip r:embed="rId11">
                <a:alphaModFix/>
              </a:blip>
              <a:srcRect/>
              <a:stretch/>
            </p:blipFill>
            <p:spPr>
              <a:xfrm>
                <a:off x="2152242" y="1906368"/>
                <a:ext cx="108135" cy="81974"/>
              </a:xfrm>
              <a:prstGeom prst="rect">
                <a:avLst/>
              </a:prstGeom>
              <a:noFill/>
              <a:ln>
                <a:noFill/>
              </a:ln>
            </p:spPr>
          </p:pic>
          <p:pic>
            <p:nvPicPr>
              <p:cNvPr id="753" name="Google Shape;753;p35"/>
              <p:cNvPicPr preferRelativeResize="0"/>
              <p:nvPr/>
            </p:nvPicPr>
            <p:blipFill rotWithShape="1">
              <a:blip r:embed="rId12">
                <a:alphaModFix/>
              </a:blip>
              <a:srcRect/>
              <a:stretch/>
            </p:blipFill>
            <p:spPr>
              <a:xfrm>
                <a:off x="2044107" y="1730211"/>
                <a:ext cx="74997" cy="108136"/>
              </a:xfrm>
              <a:prstGeom prst="rect">
                <a:avLst/>
              </a:prstGeom>
              <a:noFill/>
              <a:ln>
                <a:noFill/>
              </a:ln>
            </p:spPr>
          </p:pic>
          <p:pic>
            <p:nvPicPr>
              <p:cNvPr id="754" name="Google Shape;754;p35"/>
              <p:cNvPicPr preferRelativeResize="0"/>
              <p:nvPr/>
            </p:nvPicPr>
            <p:blipFill rotWithShape="1">
              <a:blip r:embed="rId13">
                <a:alphaModFix/>
              </a:blip>
              <a:srcRect/>
              <a:stretch/>
            </p:blipFill>
            <p:spPr>
              <a:xfrm>
                <a:off x="1977831" y="1676143"/>
                <a:ext cx="127321" cy="87206"/>
              </a:xfrm>
              <a:prstGeom prst="rect">
                <a:avLst/>
              </a:prstGeom>
              <a:noFill/>
              <a:ln>
                <a:noFill/>
              </a:ln>
            </p:spPr>
          </p:pic>
          <p:pic>
            <p:nvPicPr>
              <p:cNvPr id="755" name="Google Shape;755;p35"/>
              <p:cNvPicPr preferRelativeResize="0"/>
              <p:nvPr/>
            </p:nvPicPr>
            <p:blipFill rotWithShape="1">
              <a:blip r:embed="rId14">
                <a:alphaModFix/>
              </a:blip>
              <a:srcRect/>
              <a:stretch/>
            </p:blipFill>
            <p:spPr>
              <a:xfrm>
                <a:off x="2038875" y="1850556"/>
                <a:ext cx="153482" cy="87206"/>
              </a:xfrm>
              <a:prstGeom prst="rect">
                <a:avLst/>
              </a:prstGeom>
              <a:noFill/>
              <a:ln>
                <a:noFill/>
              </a:ln>
            </p:spPr>
          </p:pic>
          <p:pic>
            <p:nvPicPr>
              <p:cNvPr id="756" name="Google Shape;756;p35"/>
              <p:cNvPicPr preferRelativeResize="0"/>
              <p:nvPr/>
            </p:nvPicPr>
            <p:blipFill rotWithShape="1">
              <a:blip r:embed="rId15">
                <a:alphaModFix/>
              </a:blip>
              <a:srcRect/>
              <a:stretch/>
            </p:blipFill>
            <p:spPr>
              <a:xfrm>
                <a:off x="2038875" y="1850556"/>
                <a:ext cx="40115" cy="34882"/>
              </a:xfrm>
              <a:prstGeom prst="rect">
                <a:avLst/>
              </a:prstGeom>
              <a:noFill/>
              <a:ln>
                <a:noFill/>
              </a:ln>
            </p:spPr>
          </p:pic>
          <p:pic>
            <p:nvPicPr>
              <p:cNvPr id="757" name="Google Shape;757;p35"/>
              <p:cNvPicPr preferRelativeResize="0"/>
              <p:nvPr/>
            </p:nvPicPr>
            <p:blipFill rotWithShape="1">
              <a:blip r:embed="rId16">
                <a:alphaModFix/>
              </a:blip>
              <a:srcRect/>
              <a:stretch/>
            </p:blipFill>
            <p:spPr>
              <a:xfrm>
                <a:off x="2028411" y="1854044"/>
                <a:ext cx="54068" cy="33139"/>
              </a:xfrm>
              <a:prstGeom prst="rect">
                <a:avLst/>
              </a:prstGeom>
              <a:noFill/>
              <a:ln>
                <a:noFill/>
              </a:ln>
            </p:spPr>
          </p:pic>
          <p:sp>
            <p:nvSpPr>
              <p:cNvPr id="758" name="Google Shape;758;p35"/>
              <p:cNvSpPr/>
              <p:nvPr/>
            </p:nvSpPr>
            <p:spPr>
              <a:xfrm>
                <a:off x="1956902" y="1695328"/>
                <a:ext cx="54068" cy="88951"/>
              </a:xfrm>
              <a:custGeom>
                <a:avLst/>
                <a:gdLst/>
                <a:ahLst/>
                <a:cxnLst/>
                <a:rect l="l" t="t" r="r" b="b"/>
                <a:pathLst>
                  <a:path w="24" h="39" extrusionOk="0">
                    <a:moveTo>
                      <a:pt x="14" y="7"/>
                    </a:moveTo>
                    <a:cubicBezTo>
                      <a:pt x="24" y="0"/>
                      <a:pt x="24" y="0"/>
                      <a:pt x="24" y="0"/>
                    </a:cubicBezTo>
                    <a:cubicBezTo>
                      <a:pt x="15" y="6"/>
                      <a:pt x="11" y="20"/>
                      <a:pt x="16" y="33"/>
                    </a:cubicBezTo>
                    <a:cubicBezTo>
                      <a:pt x="5" y="39"/>
                      <a:pt x="5" y="39"/>
                      <a:pt x="5" y="39"/>
                    </a:cubicBezTo>
                    <a:cubicBezTo>
                      <a:pt x="0" y="26"/>
                      <a:pt x="4" y="12"/>
                      <a:pt x="14" y="7"/>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59" name="Google Shape;759;p35"/>
              <p:cNvSpPr/>
              <p:nvPr/>
            </p:nvSpPr>
            <p:spPr>
              <a:xfrm>
                <a:off x="1969111" y="1770326"/>
                <a:ext cx="111623" cy="71510"/>
              </a:xfrm>
              <a:custGeom>
                <a:avLst/>
                <a:gdLst/>
                <a:ahLst/>
                <a:cxnLst/>
                <a:rect l="l" t="t" r="r" b="b"/>
                <a:pathLst>
                  <a:path w="50" h="32" extrusionOk="0">
                    <a:moveTo>
                      <a:pt x="50" y="20"/>
                    </a:moveTo>
                    <a:cubicBezTo>
                      <a:pt x="39" y="27"/>
                      <a:pt x="39" y="27"/>
                      <a:pt x="39" y="27"/>
                    </a:cubicBezTo>
                    <a:cubicBezTo>
                      <a:pt x="38" y="27"/>
                      <a:pt x="36" y="28"/>
                      <a:pt x="34" y="28"/>
                    </a:cubicBezTo>
                    <a:cubicBezTo>
                      <a:pt x="21" y="32"/>
                      <a:pt x="6" y="22"/>
                      <a:pt x="0" y="6"/>
                    </a:cubicBezTo>
                    <a:cubicBezTo>
                      <a:pt x="11" y="0"/>
                      <a:pt x="11" y="0"/>
                      <a:pt x="11" y="0"/>
                    </a:cubicBezTo>
                    <a:cubicBezTo>
                      <a:pt x="17" y="16"/>
                      <a:pt x="32" y="26"/>
                      <a:pt x="45" y="22"/>
                    </a:cubicBezTo>
                    <a:cubicBezTo>
                      <a:pt x="47" y="22"/>
                      <a:pt x="48" y="21"/>
                      <a:pt x="50" y="2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60" name="Google Shape;760;p35"/>
              <p:cNvSpPr/>
              <p:nvPr/>
            </p:nvSpPr>
            <p:spPr>
              <a:xfrm>
                <a:off x="1979576" y="1684863"/>
                <a:ext cx="132552" cy="143018"/>
              </a:xfrm>
              <a:custGeom>
                <a:avLst/>
                <a:gdLst/>
                <a:ahLst/>
                <a:cxnLst/>
                <a:rect l="l" t="t" r="r" b="b"/>
                <a:pathLst>
                  <a:path w="59" h="64" extrusionOk="0">
                    <a:moveTo>
                      <a:pt x="19" y="4"/>
                    </a:moveTo>
                    <a:cubicBezTo>
                      <a:pt x="32" y="0"/>
                      <a:pt x="47" y="10"/>
                      <a:pt x="53" y="26"/>
                    </a:cubicBezTo>
                    <a:cubicBezTo>
                      <a:pt x="59" y="41"/>
                      <a:pt x="53" y="57"/>
                      <a:pt x="40" y="60"/>
                    </a:cubicBezTo>
                    <a:cubicBezTo>
                      <a:pt x="27" y="64"/>
                      <a:pt x="12" y="54"/>
                      <a:pt x="6" y="38"/>
                    </a:cubicBezTo>
                    <a:cubicBezTo>
                      <a:pt x="0" y="23"/>
                      <a:pt x="6" y="7"/>
                      <a:pt x="19" y="4"/>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761" name="Google Shape;761;p35"/>
              <p:cNvPicPr preferRelativeResize="0"/>
              <p:nvPr/>
            </p:nvPicPr>
            <p:blipFill rotWithShape="1">
              <a:blip r:embed="rId17">
                <a:alphaModFix/>
              </a:blip>
              <a:srcRect/>
              <a:stretch/>
            </p:blipFill>
            <p:spPr>
              <a:xfrm>
                <a:off x="2007481" y="1855788"/>
                <a:ext cx="66276" cy="54068"/>
              </a:xfrm>
              <a:prstGeom prst="rect">
                <a:avLst/>
              </a:prstGeom>
              <a:noFill/>
              <a:ln>
                <a:noFill/>
              </a:ln>
            </p:spPr>
          </p:pic>
          <p:sp>
            <p:nvSpPr>
              <p:cNvPr id="762" name="Google Shape;762;p35"/>
              <p:cNvSpPr/>
              <p:nvPr/>
            </p:nvSpPr>
            <p:spPr>
              <a:xfrm>
                <a:off x="1878417" y="1597657"/>
                <a:ext cx="402890" cy="116857"/>
              </a:xfrm>
              <a:custGeom>
                <a:avLst/>
                <a:gdLst/>
                <a:ahLst/>
                <a:cxnLst/>
                <a:rect l="l" t="t" r="r" b="b"/>
                <a:pathLst>
                  <a:path w="231" h="67" extrusionOk="0">
                    <a:moveTo>
                      <a:pt x="231" y="0"/>
                    </a:moveTo>
                    <a:lnTo>
                      <a:pt x="218" y="7"/>
                    </a:lnTo>
                    <a:lnTo>
                      <a:pt x="0" y="67"/>
                    </a:lnTo>
                    <a:lnTo>
                      <a:pt x="13" y="59"/>
                    </a:lnTo>
                    <a:lnTo>
                      <a:pt x="231" y="0"/>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763" name="Google Shape;763;p35"/>
              <p:cNvPicPr preferRelativeResize="0"/>
              <p:nvPr/>
            </p:nvPicPr>
            <p:blipFill rotWithShape="1">
              <a:blip r:embed="rId18">
                <a:alphaModFix/>
              </a:blip>
              <a:srcRect/>
              <a:stretch/>
            </p:blipFill>
            <p:spPr>
              <a:xfrm>
                <a:off x="1970855" y="1881950"/>
                <a:ext cx="80229" cy="115112"/>
              </a:xfrm>
              <a:prstGeom prst="rect">
                <a:avLst/>
              </a:prstGeom>
              <a:noFill/>
              <a:ln>
                <a:noFill/>
              </a:ln>
            </p:spPr>
          </p:pic>
          <p:pic>
            <p:nvPicPr>
              <p:cNvPr id="764" name="Google Shape;764;p35"/>
              <p:cNvPicPr preferRelativeResize="0"/>
              <p:nvPr/>
            </p:nvPicPr>
            <p:blipFill rotWithShape="1">
              <a:blip r:embed="rId19">
                <a:alphaModFix/>
              </a:blip>
              <a:srcRect/>
              <a:stretch/>
            </p:blipFill>
            <p:spPr>
              <a:xfrm>
                <a:off x="1991784" y="1960435"/>
                <a:ext cx="275569" cy="94183"/>
              </a:xfrm>
              <a:prstGeom prst="rect">
                <a:avLst/>
              </a:prstGeom>
              <a:noFill/>
              <a:ln>
                <a:noFill/>
              </a:ln>
            </p:spPr>
          </p:pic>
          <p:sp>
            <p:nvSpPr>
              <p:cNvPr id="765" name="Google Shape;765;p35"/>
              <p:cNvSpPr/>
              <p:nvPr/>
            </p:nvSpPr>
            <p:spPr>
              <a:xfrm>
                <a:off x="1869696" y="1568008"/>
                <a:ext cx="572068" cy="500565"/>
              </a:xfrm>
              <a:custGeom>
                <a:avLst/>
                <a:gdLst/>
                <a:ahLst/>
                <a:cxnLst/>
                <a:rect l="l" t="t" r="r" b="b"/>
                <a:pathLst>
                  <a:path w="328" h="287" extrusionOk="0">
                    <a:moveTo>
                      <a:pt x="0" y="66"/>
                    </a:moveTo>
                    <a:lnTo>
                      <a:pt x="246" y="0"/>
                    </a:lnTo>
                    <a:lnTo>
                      <a:pt x="328" y="222"/>
                    </a:lnTo>
                    <a:lnTo>
                      <a:pt x="82" y="287"/>
                    </a:lnTo>
                    <a:lnTo>
                      <a:pt x="0" y="66"/>
                    </a:lnTo>
                    <a:close/>
                    <a:moveTo>
                      <a:pt x="282" y="140"/>
                    </a:moveTo>
                    <a:lnTo>
                      <a:pt x="236" y="17"/>
                    </a:lnTo>
                    <a:lnTo>
                      <a:pt x="18" y="76"/>
                    </a:lnTo>
                    <a:lnTo>
                      <a:pt x="77" y="233"/>
                    </a:lnTo>
                    <a:lnTo>
                      <a:pt x="90" y="267"/>
                    </a:lnTo>
                    <a:lnTo>
                      <a:pt x="223" y="231"/>
                    </a:lnTo>
                    <a:lnTo>
                      <a:pt x="308" y="209"/>
                    </a:lnTo>
                    <a:lnTo>
                      <a:pt x="282" y="14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66" name="Google Shape;766;p35"/>
              <p:cNvSpPr/>
              <p:nvPr/>
            </p:nvSpPr>
            <p:spPr>
              <a:xfrm>
                <a:off x="1869696" y="1568008"/>
                <a:ext cx="572068" cy="500565"/>
              </a:xfrm>
              <a:custGeom>
                <a:avLst/>
                <a:gdLst/>
                <a:ahLst/>
                <a:cxnLst/>
                <a:rect l="l" t="t" r="r" b="b"/>
                <a:pathLst>
                  <a:path w="328" h="287" extrusionOk="0">
                    <a:moveTo>
                      <a:pt x="0" y="66"/>
                    </a:moveTo>
                    <a:lnTo>
                      <a:pt x="246" y="0"/>
                    </a:lnTo>
                    <a:lnTo>
                      <a:pt x="328" y="222"/>
                    </a:lnTo>
                    <a:lnTo>
                      <a:pt x="82" y="287"/>
                    </a:lnTo>
                    <a:lnTo>
                      <a:pt x="0" y="66"/>
                    </a:lnTo>
                    <a:moveTo>
                      <a:pt x="282" y="140"/>
                    </a:moveTo>
                    <a:lnTo>
                      <a:pt x="236" y="17"/>
                    </a:lnTo>
                    <a:lnTo>
                      <a:pt x="18" y="76"/>
                    </a:lnTo>
                    <a:lnTo>
                      <a:pt x="77" y="233"/>
                    </a:lnTo>
                    <a:lnTo>
                      <a:pt x="90" y="267"/>
                    </a:lnTo>
                    <a:lnTo>
                      <a:pt x="223" y="231"/>
                    </a:lnTo>
                    <a:lnTo>
                      <a:pt x="308" y="209"/>
                    </a:lnTo>
                    <a:lnTo>
                      <a:pt x="282" y="140"/>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67" name="Google Shape;767;p35"/>
              <p:cNvSpPr/>
              <p:nvPr/>
            </p:nvSpPr>
            <p:spPr>
              <a:xfrm>
                <a:off x="2187124" y="1773814"/>
                <a:ext cx="219758" cy="197087"/>
              </a:xfrm>
              <a:custGeom>
                <a:avLst/>
                <a:gdLst/>
                <a:ahLst/>
                <a:cxnLst/>
                <a:rect l="l" t="t" r="r" b="b"/>
                <a:pathLst>
                  <a:path w="98" h="87" extrusionOk="0">
                    <a:moveTo>
                      <a:pt x="38" y="1"/>
                    </a:moveTo>
                    <a:cubicBezTo>
                      <a:pt x="42" y="0"/>
                      <a:pt x="46" y="0"/>
                      <a:pt x="50" y="1"/>
                    </a:cubicBezTo>
                    <a:cubicBezTo>
                      <a:pt x="51" y="1"/>
                      <a:pt x="51" y="2"/>
                      <a:pt x="52" y="2"/>
                    </a:cubicBezTo>
                    <a:cubicBezTo>
                      <a:pt x="52" y="2"/>
                      <a:pt x="52" y="2"/>
                      <a:pt x="52" y="2"/>
                    </a:cubicBezTo>
                    <a:cubicBezTo>
                      <a:pt x="57" y="3"/>
                      <a:pt x="61" y="6"/>
                      <a:pt x="65" y="9"/>
                    </a:cubicBezTo>
                    <a:cubicBezTo>
                      <a:pt x="69" y="12"/>
                      <a:pt x="74" y="14"/>
                      <a:pt x="78" y="17"/>
                    </a:cubicBezTo>
                    <a:cubicBezTo>
                      <a:pt x="98" y="70"/>
                      <a:pt x="98" y="70"/>
                      <a:pt x="98" y="70"/>
                    </a:cubicBezTo>
                    <a:cubicBezTo>
                      <a:pt x="32" y="87"/>
                      <a:pt x="32" y="87"/>
                      <a:pt x="32" y="87"/>
                    </a:cubicBezTo>
                    <a:cubicBezTo>
                      <a:pt x="31" y="85"/>
                      <a:pt x="31" y="85"/>
                      <a:pt x="31" y="85"/>
                    </a:cubicBezTo>
                    <a:cubicBezTo>
                      <a:pt x="21" y="77"/>
                      <a:pt x="11" y="70"/>
                      <a:pt x="0" y="63"/>
                    </a:cubicBezTo>
                    <a:cubicBezTo>
                      <a:pt x="1" y="62"/>
                      <a:pt x="1" y="62"/>
                      <a:pt x="1" y="62"/>
                    </a:cubicBezTo>
                    <a:cubicBezTo>
                      <a:pt x="3" y="55"/>
                      <a:pt x="6" y="47"/>
                      <a:pt x="9" y="40"/>
                    </a:cubicBezTo>
                    <a:cubicBezTo>
                      <a:pt x="13" y="29"/>
                      <a:pt x="17" y="18"/>
                      <a:pt x="23" y="10"/>
                    </a:cubicBezTo>
                    <a:cubicBezTo>
                      <a:pt x="24" y="10"/>
                      <a:pt x="25" y="9"/>
                      <a:pt x="25" y="9"/>
                    </a:cubicBezTo>
                    <a:cubicBezTo>
                      <a:pt x="28" y="6"/>
                      <a:pt x="32" y="4"/>
                      <a:pt x="35" y="2"/>
                    </a:cubicBezTo>
                    <a:cubicBezTo>
                      <a:pt x="36" y="2"/>
                      <a:pt x="37" y="2"/>
                      <a:pt x="38" y="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68" name="Google Shape;768;p35"/>
              <p:cNvSpPr/>
              <p:nvPr/>
            </p:nvSpPr>
            <p:spPr>
              <a:xfrm>
                <a:off x="1901090" y="1597657"/>
                <a:ext cx="460445" cy="376731"/>
              </a:xfrm>
              <a:custGeom>
                <a:avLst/>
                <a:gdLst/>
                <a:ahLst/>
                <a:cxnLst/>
                <a:rect l="l" t="t" r="r" b="b"/>
                <a:pathLst>
                  <a:path w="205" h="168" extrusionOk="0">
                    <a:moveTo>
                      <a:pt x="0" y="46"/>
                    </a:moveTo>
                    <a:cubicBezTo>
                      <a:pt x="169" y="0"/>
                      <a:pt x="169" y="0"/>
                      <a:pt x="169" y="0"/>
                    </a:cubicBezTo>
                    <a:cubicBezTo>
                      <a:pt x="205" y="96"/>
                      <a:pt x="205" y="96"/>
                      <a:pt x="205" y="96"/>
                    </a:cubicBezTo>
                    <a:cubicBezTo>
                      <a:pt x="201" y="93"/>
                      <a:pt x="196" y="91"/>
                      <a:pt x="192" y="88"/>
                    </a:cubicBezTo>
                    <a:cubicBezTo>
                      <a:pt x="188" y="85"/>
                      <a:pt x="184" y="82"/>
                      <a:pt x="179" y="81"/>
                    </a:cubicBezTo>
                    <a:cubicBezTo>
                      <a:pt x="178" y="81"/>
                      <a:pt x="178" y="80"/>
                      <a:pt x="177" y="80"/>
                    </a:cubicBezTo>
                    <a:cubicBezTo>
                      <a:pt x="173" y="79"/>
                      <a:pt x="169" y="79"/>
                      <a:pt x="165" y="80"/>
                    </a:cubicBezTo>
                    <a:cubicBezTo>
                      <a:pt x="164" y="81"/>
                      <a:pt x="163" y="81"/>
                      <a:pt x="162" y="81"/>
                    </a:cubicBezTo>
                    <a:cubicBezTo>
                      <a:pt x="159" y="83"/>
                      <a:pt x="155" y="85"/>
                      <a:pt x="152" y="88"/>
                    </a:cubicBezTo>
                    <a:cubicBezTo>
                      <a:pt x="152" y="88"/>
                      <a:pt x="151" y="89"/>
                      <a:pt x="150" y="89"/>
                    </a:cubicBezTo>
                    <a:cubicBezTo>
                      <a:pt x="144" y="97"/>
                      <a:pt x="140" y="108"/>
                      <a:pt x="136" y="119"/>
                    </a:cubicBezTo>
                    <a:cubicBezTo>
                      <a:pt x="133" y="126"/>
                      <a:pt x="130" y="134"/>
                      <a:pt x="128" y="141"/>
                    </a:cubicBezTo>
                    <a:cubicBezTo>
                      <a:pt x="127" y="142"/>
                      <a:pt x="127" y="142"/>
                      <a:pt x="127" y="142"/>
                    </a:cubicBezTo>
                    <a:cubicBezTo>
                      <a:pt x="119" y="137"/>
                      <a:pt x="111" y="131"/>
                      <a:pt x="103" y="126"/>
                    </a:cubicBezTo>
                    <a:cubicBezTo>
                      <a:pt x="94" y="121"/>
                      <a:pt x="85" y="116"/>
                      <a:pt x="77" y="118"/>
                    </a:cubicBezTo>
                    <a:cubicBezTo>
                      <a:pt x="76" y="118"/>
                      <a:pt x="76" y="118"/>
                      <a:pt x="76" y="118"/>
                    </a:cubicBezTo>
                    <a:cubicBezTo>
                      <a:pt x="73" y="119"/>
                      <a:pt x="71" y="120"/>
                      <a:pt x="69" y="121"/>
                    </a:cubicBezTo>
                    <a:cubicBezTo>
                      <a:pt x="67" y="124"/>
                      <a:pt x="64" y="127"/>
                      <a:pt x="62" y="130"/>
                    </a:cubicBezTo>
                    <a:cubicBezTo>
                      <a:pt x="55" y="141"/>
                      <a:pt x="49" y="154"/>
                      <a:pt x="46" y="168"/>
                    </a:cubicBezTo>
                    <a:lnTo>
                      <a:pt x="0" y="46"/>
                    </a:lnTo>
                    <a:close/>
                    <a:moveTo>
                      <a:pt x="75" y="99"/>
                    </a:moveTo>
                    <a:cubicBezTo>
                      <a:pt x="88" y="96"/>
                      <a:pt x="94" y="80"/>
                      <a:pt x="88" y="65"/>
                    </a:cubicBezTo>
                    <a:cubicBezTo>
                      <a:pt x="82" y="49"/>
                      <a:pt x="67" y="39"/>
                      <a:pt x="54" y="43"/>
                    </a:cubicBezTo>
                    <a:cubicBezTo>
                      <a:pt x="41" y="46"/>
                      <a:pt x="35" y="62"/>
                      <a:pt x="41" y="77"/>
                    </a:cubicBezTo>
                    <a:cubicBezTo>
                      <a:pt x="47" y="93"/>
                      <a:pt x="62" y="103"/>
                      <a:pt x="75" y="99"/>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69" name="Google Shape;769;p35"/>
              <p:cNvSpPr/>
              <p:nvPr/>
            </p:nvSpPr>
            <p:spPr>
              <a:xfrm>
                <a:off x="2003993" y="1857532"/>
                <a:ext cx="254640" cy="176157"/>
              </a:xfrm>
              <a:custGeom>
                <a:avLst/>
                <a:gdLst/>
                <a:ahLst/>
                <a:cxnLst/>
                <a:rect l="l" t="t" r="r" b="b"/>
                <a:pathLst>
                  <a:path w="113" h="78" extrusionOk="0">
                    <a:moveTo>
                      <a:pt x="30" y="2"/>
                    </a:moveTo>
                    <a:cubicBezTo>
                      <a:pt x="31" y="2"/>
                      <a:pt x="31" y="2"/>
                      <a:pt x="31" y="2"/>
                    </a:cubicBezTo>
                    <a:cubicBezTo>
                      <a:pt x="39" y="0"/>
                      <a:pt x="48" y="5"/>
                      <a:pt x="57" y="10"/>
                    </a:cubicBezTo>
                    <a:cubicBezTo>
                      <a:pt x="65" y="15"/>
                      <a:pt x="73" y="21"/>
                      <a:pt x="81" y="26"/>
                    </a:cubicBezTo>
                    <a:cubicBezTo>
                      <a:pt x="92" y="33"/>
                      <a:pt x="102" y="40"/>
                      <a:pt x="112" y="48"/>
                    </a:cubicBezTo>
                    <a:cubicBezTo>
                      <a:pt x="113" y="50"/>
                      <a:pt x="113" y="50"/>
                      <a:pt x="113" y="50"/>
                    </a:cubicBezTo>
                    <a:cubicBezTo>
                      <a:pt x="10" y="78"/>
                      <a:pt x="10" y="78"/>
                      <a:pt x="10" y="78"/>
                    </a:cubicBezTo>
                    <a:cubicBezTo>
                      <a:pt x="0" y="52"/>
                      <a:pt x="0" y="52"/>
                      <a:pt x="0" y="52"/>
                    </a:cubicBezTo>
                    <a:cubicBezTo>
                      <a:pt x="3" y="38"/>
                      <a:pt x="9" y="25"/>
                      <a:pt x="16" y="14"/>
                    </a:cubicBezTo>
                    <a:cubicBezTo>
                      <a:pt x="18" y="11"/>
                      <a:pt x="21" y="8"/>
                      <a:pt x="23" y="5"/>
                    </a:cubicBezTo>
                    <a:cubicBezTo>
                      <a:pt x="25" y="4"/>
                      <a:pt x="27" y="3"/>
                      <a:pt x="30" y="2"/>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70" name="Google Shape;770;p35"/>
              <p:cNvSpPr/>
              <p:nvPr/>
            </p:nvSpPr>
            <p:spPr>
              <a:xfrm>
                <a:off x="1847023" y="1683120"/>
                <a:ext cx="165691" cy="399405"/>
              </a:xfrm>
              <a:custGeom>
                <a:avLst/>
                <a:gdLst/>
                <a:ahLst/>
                <a:cxnLst/>
                <a:rect l="l" t="t" r="r" b="b"/>
                <a:pathLst>
                  <a:path w="95" h="229" extrusionOk="0">
                    <a:moveTo>
                      <a:pt x="95" y="221"/>
                    </a:moveTo>
                    <a:lnTo>
                      <a:pt x="83" y="229"/>
                    </a:lnTo>
                    <a:lnTo>
                      <a:pt x="0" y="7"/>
                    </a:lnTo>
                    <a:lnTo>
                      <a:pt x="13" y="0"/>
                    </a:lnTo>
                    <a:lnTo>
                      <a:pt x="95" y="221"/>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71" name="Google Shape;771;p35"/>
              <p:cNvSpPr/>
              <p:nvPr/>
            </p:nvSpPr>
            <p:spPr>
              <a:xfrm>
                <a:off x="1991784" y="1955203"/>
                <a:ext cx="449980" cy="127322"/>
              </a:xfrm>
              <a:custGeom>
                <a:avLst/>
                <a:gdLst/>
                <a:ahLst/>
                <a:cxnLst/>
                <a:rect l="l" t="t" r="r" b="b"/>
                <a:pathLst>
                  <a:path w="258" h="73" extrusionOk="0">
                    <a:moveTo>
                      <a:pt x="258" y="0"/>
                    </a:moveTo>
                    <a:lnTo>
                      <a:pt x="244" y="7"/>
                    </a:lnTo>
                    <a:lnTo>
                      <a:pt x="0" y="73"/>
                    </a:lnTo>
                    <a:lnTo>
                      <a:pt x="12" y="65"/>
                    </a:lnTo>
                    <a:lnTo>
                      <a:pt x="25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72" name="Google Shape;772;p35"/>
              <p:cNvSpPr/>
              <p:nvPr/>
            </p:nvSpPr>
            <p:spPr>
              <a:xfrm>
                <a:off x="3010344" y="1569751"/>
                <a:ext cx="24418" cy="13953"/>
              </a:xfrm>
              <a:custGeom>
                <a:avLst/>
                <a:gdLst/>
                <a:ahLst/>
                <a:cxnLst/>
                <a:rect l="l" t="t" r="r" b="b"/>
                <a:pathLst>
                  <a:path w="14" h="8" extrusionOk="0">
                    <a:moveTo>
                      <a:pt x="14" y="0"/>
                    </a:moveTo>
                    <a:lnTo>
                      <a:pt x="0" y="8"/>
                    </a:lnTo>
                    <a:lnTo>
                      <a:pt x="0" y="8"/>
                    </a:lnTo>
                    <a:lnTo>
                      <a:pt x="13" y="0"/>
                    </a:lnTo>
                    <a:lnTo>
                      <a:pt x="14"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73" name="Google Shape;773;p35"/>
              <p:cNvSpPr/>
              <p:nvPr/>
            </p:nvSpPr>
            <p:spPr>
              <a:xfrm>
                <a:off x="2978950" y="1569751"/>
                <a:ext cx="54068" cy="20930"/>
              </a:xfrm>
              <a:custGeom>
                <a:avLst/>
                <a:gdLst/>
                <a:ahLst/>
                <a:cxnLst/>
                <a:rect l="l" t="t" r="r" b="b"/>
                <a:pathLst>
                  <a:path w="31" h="12" extrusionOk="0">
                    <a:moveTo>
                      <a:pt x="31" y="0"/>
                    </a:moveTo>
                    <a:lnTo>
                      <a:pt x="18" y="8"/>
                    </a:lnTo>
                    <a:lnTo>
                      <a:pt x="0" y="12"/>
                    </a:lnTo>
                    <a:lnTo>
                      <a:pt x="14" y="4"/>
                    </a:lnTo>
                    <a:lnTo>
                      <a:pt x="31"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74" name="Google Shape;774;p35"/>
              <p:cNvSpPr/>
              <p:nvPr/>
            </p:nvSpPr>
            <p:spPr>
              <a:xfrm>
                <a:off x="2952789" y="1503475"/>
                <a:ext cx="50580" cy="87206"/>
              </a:xfrm>
              <a:custGeom>
                <a:avLst/>
                <a:gdLst/>
                <a:ahLst/>
                <a:cxnLst/>
                <a:rect l="l" t="t" r="r" b="b"/>
                <a:pathLst>
                  <a:path w="29" h="50" extrusionOk="0">
                    <a:moveTo>
                      <a:pt x="29" y="42"/>
                    </a:moveTo>
                    <a:lnTo>
                      <a:pt x="15" y="50"/>
                    </a:lnTo>
                    <a:lnTo>
                      <a:pt x="0" y="7"/>
                    </a:lnTo>
                    <a:lnTo>
                      <a:pt x="14" y="0"/>
                    </a:lnTo>
                    <a:lnTo>
                      <a:pt x="29" y="4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75" name="Google Shape;775;p35"/>
              <p:cNvSpPr/>
              <p:nvPr/>
            </p:nvSpPr>
            <p:spPr>
              <a:xfrm>
                <a:off x="3127200" y="1881950"/>
                <a:ext cx="31394" cy="19186"/>
              </a:xfrm>
              <a:custGeom>
                <a:avLst/>
                <a:gdLst/>
                <a:ahLst/>
                <a:cxnLst/>
                <a:rect l="l" t="t" r="r" b="b"/>
                <a:pathLst>
                  <a:path w="14" h="8" extrusionOk="0">
                    <a:moveTo>
                      <a:pt x="14" y="0"/>
                    </a:moveTo>
                    <a:cubicBezTo>
                      <a:pt x="3" y="6"/>
                      <a:pt x="3" y="6"/>
                      <a:pt x="3" y="6"/>
                    </a:cubicBezTo>
                    <a:cubicBezTo>
                      <a:pt x="2" y="7"/>
                      <a:pt x="1" y="7"/>
                      <a:pt x="0" y="8"/>
                    </a:cubicBezTo>
                    <a:cubicBezTo>
                      <a:pt x="11" y="1"/>
                      <a:pt x="11" y="1"/>
                      <a:pt x="11" y="1"/>
                    </a:cubicBezTo>
                    <a:cubicBezTo>
                      <a:pt x="12" y="1"/>
                      <a:pt x="13" y="1"/>
                      <a:pt x="14" y="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76" name="Google Shape;776;p35"/>
              <p:cNvSpPr/>
              <p:nvPr/>
            </p:nvSpPr>
            <p:spPr>
              <a:xfrm>
                <a:off x="2869071" y="1440686"/>
                <a:ext cx="108135" cy="74998"/>
              </a:xfrm>
              <a:custGeom>
                <a:avLst/>
                <a:gdLst/>
                <a:ahLst/>
                <a:cxnLst/>
                <a:rect l="l" t="t" r="r" b="b"/>
                <a:pathLst>
                  <a:path w="48" h="34" extrusionOk="0">
                    <a:moveTo>
                      <a:pt x="48" y="28"/>
                    </a:moveTo>
                    <a:cubicBezTo>
                      <a:pt x="37" y="34"/>
                      <a:pt x="37" y="34"/>
                      <a:pt x="37" y="34"/>
                    </a:cubicBezTo>
                    <a:cubicBezTo>
                      <a:pt x="31" y="17"/>
                      <a:pt x="14" y="6"/>
                      <a:pt x="0" y="10"/>
                    </a:cubicBezTo>
                    <a:cubicBezTo>
                      <a:pt x="11" y="4"/>
                      <a:pt x="11" y="4"/>
                      <a:pt x="11" y="4"/>
                    </a:cubicBezTo>
                    <a:cubicBezTo>
                      <a:pt x="25" y="0"/>
                      <a:pt x="41" y="11"/>
                      <a:pt x="48" y="28"/>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77" name="Google Shape;777;p35"/>
              <p:cNvSpPr/>
              <p:nvPr/>
            </p:nvSpPr>
            <p:spPr>
              <a:xfrm>
                <a:off x="2813260" y="1449407"/>
                <a:ext cx="80229" cy="27906"/>
              </a:xfrm>
              <a:custGeom>
                <a:avLst/>
                <a:gdLst/>
                <a:ahLst/>
                <a:cxnLst/>
                <a:rect l="l" t="t" r="r" b="b"/>
                <a:pathLst>
                  <a:path w="46" h="16" extrusionOk="0">
                    <a:moveTo>
                      <a:pt x="46" y="0"/>
                    </a:moveTo>
                    <a:lnTo>
                      <a:pt x="32" y="7"/>
                    </a:lnTo>
                    <a:lnTo>
                      <a:pt x="0" y="16"/>
                    </a:lnTo>
                    <a:lnTo>
                      <a:pt x="14" y="9"/>
                    </a:lnTo>
                    <a:lnTo>
                      <a:pt x="4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78" name="Google Shape;778;p35"/>
              <p:cNvSpPr/>
              <p:nvPr/>
            </p:nvSpPr>
            <p:spPr>
              <a:xfrm>
                <a:off x="2975462" y="1718002"/>
                <a:ext cx="74997" cy="120345"/>
              </a:xfrm>
              <a:custGeom>
                <a:avLst/>
                <a:gdLst/>
                <a:ahLst/>
                <a:cxnLst/>
                <a:rect l="l" t="t" r="r" b="b"/>
                <a:pathLst>
                  <a:path w="43" h="69" extrusionOk="0">
                    <a:moveTo>
                      <a:pt x="43" y="69"/>
                    </a:moveTo>
                    <a:lnTo>
                      <a:pt x="0" y="0"/>
                    </a:lnTo>
                    <a:lnTo>
                      <a:pt x="0" y="0"/>
                    </a:lnTo>
                    <a:lnTo>
                      <a:pt x="43" y="69"/>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79" name="Google Shape;779;p35"/>
              <p:cNvSpPr/>
              <p:nvPr/>
            </p:nvSpPr>
            <p:spPr>
              <a:xfrm>
                <a:off x="2975462" y="1716258"/>
                <a:ext cx="0" cy="1745"/>
              </a:xfrm>
              <a:custGeom>
                <a:avLst/>
                <a:gdLst/>
                <a:ahLst/>
                <a:cxnLst/>
                <a:rect l="l" t="t" r="r" b="b"/>
                <a:pathLst>
                  <a:path w="120000" h="1" extrusionOk="0">
                    <a:moveTo>
                      <a:pt x="0" y="1"/>
                    </a:moveTo>
                    <a:lnTo>
                      <a:pt x="0" y="0"/>
                    </a:lnTo>
                    <a:lnTo>
                      <a:pt x="0" y="1"/>
                    </a:lnTo>
                    <a:lnTo>
                      <a:pt x="0" y="1"/>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80" name="Google Shape;780;p35"/>
              <p:cNvSpPr/>
              <p:nvPr/>
            </p:nvSpPr>
            <p:spPr>
              <a:xfrm>
                <a:off x="2801051" y="1465104"/>
                <a:ext cx="36627" cy="17441"/>
              </a:xfrm>
              <a:custGeom>
                <a:avLst/>
                <a:gdLst/>
                <a:ahLst/>
                <a:cxnLst/>
                <a:rect l="l" t="t" r="r" b="b"/>
                <a:pathLst>
                  <a:path w="16" h="8" extrusionOk="0">
                    <a:moveTo>
                      <a:pt x="0" y="8"/>
                    </a:moveTo>
                    <a:cubicBezTo>
                      <a:pt x="11" y="2"/>
                      <a:pt x="11" y="2"/>
                      <a:pt x="11" y="2"/>
                    </a:cubicBezTo>
                    <a:cubicBezTo>
                      <a:pt x="12" y="1"/>
                      <a:pt x="14" y="0"/>
                      <a:pt x="16" y="0"/>
                    </a:cubicBezTo>
                    <a:cubicBezTo>
                      <a:pt x="5" y="6"/>
                      <a:pt x="5" y="6"/>
                      <a:pt x="5" y="6"/>
                    </a:cubicBezTo>
                    <a:cubicBezTo>
                      <a:pt x="3" y="6"/>
                      <a:pt x="2" y="7"/>
                      <a:pt x="0" y="8"/>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81" name="Google Shape;781;p35"/>
              <p:cNvSpPr/>
              <p:nvPr/>
            </p:nvSpPr>
            <p:spPr>
              <a:xfrm>
                <a:off x="3024297" y="1857532"/>
                <a:ext cx="22674" cy="13953"/>
              </a:xfrm>
              <a:custGeom>
                <a:avLst/>
                <a:gdLst/>
                <a:ahLst/>
                <a:cxnLst/>
                <a:rect l="l" t="t" r="r" b="b"/>
                <a:pathLst>
                  <a:path w="10" h="6" extrusionOk="0">
                    <a:moveTo>
                      <a:pt x="10" y="0"/>
                    </a:moveTo>
                    <a:cubicBezTo>
                      <a:pt x="0" y="6"/>
                      <a:pt x="0" y="6"/>
                      <a:pt x="0" y="6"/>
                    </a:cubicBezTo>
                    <a:cubicBezTo>
                      <a:pt x="0" y="6"/>
                      <a:pt x="1" y="5"/>
                      <a:pt x="1" y="5"/>
                    </a:cubicBezTo>
                    <a:cubicBezTo>
                      <a:pt x="2" y="4"/>
                      <a:pt x="2" y="3"/>
                      <a:pt x="2" y="2"/>
                    </a:cubicBezTo>
                    <a:cubicBezTo>
                      <a:pt x="9" y="0"/>
                      <a:pt x="9" y="0"/>
                      <a:pt x="9" y="0"/>
                    </a:cubicBezTo>
                    <a:cubicBezTo>
                      <a:pt x="10" y="0"/>
                      <a:pt x="10" y="0"/>
                      <a:pt x="10" y="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82" name="Google Shape;782;p35"/>
              <p:cNvSpPr/>
              <p:nvPr/>
            </p:nvSpPr>
            <p:spPr>
              <a:xfrm>
                <a:off x="2893489" y="1644749"/>
                <a:ext cx="6976" cy="3488"/>
              </a:xfrm>
              <a:custGeom>
                <a:avLst/>
                <a:gdLst/>
                <a:ahLst/>
                <a:cxnLst/>
                <a:rect l="l" t="t" r="r" b="b"/>
                <a:pathLst>
                  <a:path w="3" h="2" extrusionOk="0">
                    <a:moveTo>
                      <a:pt x="2" y="1"/>
                    </a:moveTo>
                    <a:cubicBezTo>
                      <a:pt x="3" y="1"/>
                      <a:pt x="3" y="1"/>
                      <a:pt x="3" y="0"/>
                    </a:cubicBezTo>
                    <a:cubicBezTo>
                      <a:pt x="3" y="1"/>
                      <a:pt x="3" y="1"/>
                      <a:pt x="3" y="1"/>
                    </a:cubicBezTo>
                    <a:cubicBezTo>
                      <a:pt x="3" y="1"/>
                      <a:pt x="3" y="1"/>
                      <a:pt x="3" y="1"/>
                    </a:cubicBezTo>
                    <a:cubicBezTo>
                      <a:pt x="3" y="1"/>
                      <a:pt x="3" y="1"/>
                      <a:pt x="3" y="1"/>
                    </a:cubicBezTo>
                    <a:cubicBezTo>
                      <a:pt x="3" y="1"/>
                      <a:pt x="3" y="1"/>
                      <a:pt x="3" y="1"/>
                    </a:cubicBezTo>
                    <a:cubicBezTo>
                      <a:pt x="2" y="2"/>
                      <a:pt x="2" y="2"/>
                      <a:pt x="2" y="2"/>
                    </a:cubicBezTo>
                    <a:cubicBezTo>
                      <a:pt x="2" y="2"/>
                      <a:pt x="2" y="2"/>
                      <a:pt x="2" y="2"/>
                    </a:cubicBezTo>
                    <a:cubicBezTo>
                      <a:pt x="2" y="2"/>
                      <a:pt x="1" y="2"/>
                      <a:pt x="0" y="2"/>
                    </a:cubicBezTo>
                    <a:cubicBezTo>
                      <a:pt x="1" y="2"/>
                      <a:pt x="1" y="2"/>
                      <a:pt x="1" y="2"/>
                    </a:cubicBezTo>
                    <a:cubicBezTo>
                      <a:pt x="2" y="1"/>
                      <a:pt x="2" y="1"/>
                      <a:pt x="2" y="1"/>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83" name="Google Shape;783;p35"/>
              <p:cNvSpPr/>
              <p:nvPr/>
            </p:nvSpPr>
            <p:spPr>
              <a:xfrm>
                <a:off x="2900465" y="1644749"/>
                <a:ext cx="1745" cy="0"/>
              </a:xfrm>
              <a:custGeom>
                <a:avLst/>
                <a:gdLst/>
                <a:ahLst/>
                <a:cxnLst/>
                <a:rect l="l" t="t" r="r" b="b"/>
                <a:pathLst>
                  <a:path w="1" h="120000" extrusionOk="0">
                    <a:moveTo>
                      <a:pt x="1" y="0"/>
                    </a:moveTo>
                    <a:lnTo>
                      <a:pt x="0" y="0"/>
                    </a:lnTo>
                    <a:lnTo>
                      <a:pt x="1" y="0"/>
                    </a:lnTo>
                    <a:lnTo>
                      <a:pt x="1"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84" name="Google Shape;784;p35"/>
              <p:cNvSpPr/>
              <p:nvPr/>
            </p:nvSpPr>
            <p:spPr>
              <a:xfrm>
                <a:off x="2896977" y="1646493"/>
                <a:ext cx="1745" cy="1745"/>
              </a:xfrm>
              <a:custGeom>
                <a:avLst/>
                <a:gdLst/>
                <a:ahLst/>
                <a:cxnLst/>
                <a:rect l="l" t="t" r="r" b="b"/>
                <a:pathLst>
                  <a:path w="1" h="1" extrusionOk="0">
                    <a:moveTo>
                      <a:pt x="0" y="1"/>
                    </a:moveTo>
                    <a:lnTo>
                      <a:pt x="1" y="0"/>
                    </a:lnTo>
                    <a:lnTo>
                      <a:pt x="0" y="1"/>
                    </a:lnTo>
                    <a:lnTo>
                      <a:pt x="0" y="1"/>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85" name="Google Shape;785;p35"/>
              <p:cNvSpPr/>
              <p:nvPr/>
            </p:nvSpPr>
            <p:spPr>
              <a:xfrm>
                <a:off x="2898721" y="1644749"/>
                <a:ext cx="1745" cy="1745"/>
              </a:xfrm>
              <a:custGeom>
                <a:avLst/>
                <a:gdLst/>
                <a:ahLst/>
                <a:cxnLst/>
                <a:rect l="l" t="t" r="r" b="b"/>
                <a:pathLst>
                  <a:path w="1" h="1" extrusionOk="0">
                    <a:moveTo>
                      <a:pt x="0" y="1"/>
                    </a:moveTo>
                    <a:cubicBezTo>
                      <a:pt x="1" y="1"/>
                      <a:pt x="1" y="1"/>
                      <a:pt x="1" y="0"/>
                    </a:cubicBezTo>
                    <a:cubicBezTo>
                      <a:pt x="1" y="1"/>
                      <a:pt x="1" y="1"/>
                      <a:pt x="1" y="1"/>
                    </a:cubicBezTo>
                    <a:lnTo>
                      <a:pt x="0" y="1"/>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86" name="Google Shape;786;p35"/>
              <p:cNvSpPr/>
              <p:nvPr/>
            </p:nvSpPr>
            <p:spPr>
              <a:xfrm>
                <a:off x="2900465" y="1644749"/>
                <a:ext cx="1745" cy="0"/>
              </a:xfrm>
              <a:custGeom>
                <a:avLst/>
                <a:gdLst/>
                <a:ahLst/>
                <a:cxnLst/>
                <a:rect l="l" t="t" r="r" b="b"/>
                <a:pathLst>
                  <a:path w="1" h="120000" extrusionOk="0">
                    <a:moveTo>
                      <a:pt x="1" y="0"/>
                    </a:moveTo>
                    <a:lnTo>
                      <a:pt x="0" y="0"/>
                    </a:lnTo>
                    <a:lnTo>
                      <a:pt x="1" y="0"/>
                    </a:lnTo>
                    <a:lnTo>
                      <a:pt x="1"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87" name="Google Shape;787;p35"/>
              <p:cNvSpPr/>
              <p:nvPr/>
            </p:nvSpPr>
            <p:spPr>
              <a:xfrm>
                <a:off x="3022553" y="1857532"/>
                <a:ext cx="24418" cy="13953"/>
              </a:xfrm>
              <a:custGeom>
                <a:avLst/>
                <a:gdLst/>
                <a:ahLst/>
                <a:cxnLst/>
                <a:rect l="l" t="t" r="r" b="b"/>
                <a:pathLst>
                  <a:path w="11" h="6" extrusionOk="0">
                    <a:moveTo>
                      <a:pt x="11" y="0"/>
                    </a:moveTo>
                    <a:cubicBezTo>
                      <a:pt x="1" y="6"/>
                      <a:pt x="1" y="6"/>
                      <a:pt x="1" y="6"/>
                    </a:cubicBezTo>
                    <a:cubicBezTo>
                      <a:pt x="1" y="6"/>
                      <a:pt x="0" y="6"/>
                      <a:pt x="0" y="6"/>
                    </a:cubicBezTo>
                    <a:cubicBezTo>
                      <a:pt x="2" y="5"/>
                      <a:pt x="2" y="5"/>
                      <a:pt x="2" y="5"/>
                    </a:cubicBezTo>
                    <a:cubicBezTo>
                      <a:pt x="10" y="0"/>
                      <a:pt x="10" y="0"/>
                      <a:pt x="10" y="0"/>
                    </a:cubicBezTo>
                    <a:cubicBezTo>
                      <a:pt x="11" y="0"/>
                      <a:pt x="11" y="0"/>
                      <a:pt x="11" y="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88" name="Google Shape;788;p35"/>
              <p:cNvSpPr/>
              <p:nvPr/>
            </p:nvSpPr>
            <p:spPr>
              <a:xfrm>
                <a:off x="2860350" y="1639516"/>
                <a:ext cx="48835" cy="69765"/>
              </a:xfrm>
              <a:custGeom>
                <a:avLst/>
                <a:gdLst/>
                <a:ahLst/>
                <a:cxnLst/>
                <a:rect l="l" t="t" r="r" b="b"/>
                <a:pathLst>
                  <a:path w="22" h="31" extrusionOk="0">
                    <a:moveTo>
                      <a:pt x="22" y="0"/>
                    </a:moveTo>
                    <a:cubicBezTo>
                      <a:pt x="21" y="0"/>
                      <a:pt x="21" y="1"/>
                      <a:pt x="20" y="1"/>
                    </a:cubicBezTo>
                    <a:cubicBezTo>
                      <a:pt x="20" y="1"/>
                      <a:pt x="20" y="1"/>
                      <a:pt x="20" y="1"/>
                    </a:cubicBezTo>
                    <a:cubicBezTo>
                      <a:pt x="19" y="2"/>
                      <a:pt x="19" y="2"/>
                      <a:pt x="19" y="2"/>
                    </a:cubicBezTo>
                    <a:cubicBezTo>
                      <a:pt x="18" y="2"/>
                      <a:pt x="18" y="2"/>
                      <a:pt x="18" y="2"/>
                    </a:cubicBezTo>
                    <a:cubicBezTo>
                      <a:pt x="18" y="2"/>
                      <a:pt x="18" y="2"/>
                      <a:pt x="18" y="2"/>
                    </a:cubicBezTo>
                    <a:cubicBezTo>
                      <a:pt x="18" y="3"/>
                      <a:pt x="18" y="3"/>
                      <a:pt x="18" y="3"/>
                    </a:cubicBezTo>
                    <a:cubicBezTo>
                      <a:pt x="18" y="3"/>
                      <a:pt x="18" y="3"/>
                      <a:pt x="18" y="3"/>
                    </a:cubicBezTo>
                    <a:cubicBezTo>
                      <a:pt x="18" y="3"/>
                      <a:pt x="18" y="3"/>
                      <a:pt x="18" y="3"/>
                    </a:cubicBezTo>
                    <a:cubicBezTo>
                      <a:pt x="18" y="3"/>
                      <a:pt x="18" y="3"/>
                      <a:pt x="18" y="3"/>
                    </a:cubicBezTo>
                    <a:cubicBezTo>
                      <a:pt x="17" y="4"/>
                      <a:pt x="17" y="4"/>
                      <a:pt x="17" y="4"/>
                    </a:cubicBezTo>
                    <a:cubicBezTo>
                      <a:pt x="17" y="4"/>
                      <a:pt x="17" y="4"/>
                      <a:pt x="17" y="4"/>
                    </a:cubicBezTo>
                    <a:cubicBezTo>
                      <a:pt x="17" y="4"/>
                      <a:pt x="17" y="4"/>
                      <a:pt x="17" y="4"/>
                    </a:cubicBezTo>
                    <a:cubicBezTo>
                      <a:pt x="17" y="4"/>
                      <a:pt x="17" y="4"/>
                      <a:pt x="17" y="4"/>
                    </a:cubicBezTo>
                    <a:cubicBezTo>
                      <a:pt x="16" y="5"/>
                      <a:pt x="16" y="5"/>
                      <a:pt x="16" y="5"/>
                    </a:cubicBezTo>
                    <a:cubicBezTo>
                      <a:pt x="16" y="5"/>
                      <a:pt x="16" y="5"/>
                      <a:pt x="16" y="5"/>
                    </a:cubicBezTo>
                    <a:cubicBezTo>
                      <a:pt x="16" y="5"/>
                      <a:pt x="16" y="6"/>
                      <a:pt x="15" y="6"/>
                    </a:cubicBezTo>
                    <a:cubicBezTo>
                      <a:pt x="15" y="7"/>
                      <a:pt x="15" y="7"/>
                      <a:pt x="15" y="7"/>
                    </a:cubicBezTo>
                    <a:cubicBezTo>
                      <a:pt x="15" y="7"/>
                      <a:pt x="15" y="7"/>
                      <a:pt x="15" y="7"/>
                    </a:cubicBezTo>
                    <a:cubicBezTo>
                      <a:pt x="15" y="8"/>
                      <a:pt x="15" y="8"/>
                      <a:pt x="15" y="8"/>
                    </a:cubicBezTo>
                    <a:cubicBezTo>
                      <a:pt x="14" y="9"/>
                      <a:pt x="14" y="9"/>
                      <a:pt x="14" y="9"/>
                    </a:cubicBezTo>
                    <a:cubicBezTo>
                      <a:pt x="14" y="9"/>
                      <a:pt x="14" y="9"/>
                      <a:pt x="14" y="9"/>
                    </a:cubicBezTo>
                    <a:cubicBezTo>
                      <a:pt x="14" y="9"/>
                      <a:pt x="14" y="9"/>
                      <a:pt x="14" y="9"/>
                    </a:cubicBezTo>
                    <a:cubicBezTo>
                      <a:pt x="14" y="10"/>
                      <a:pt x="14" y="10"/>
                      <a:pt x="14" y="10"/>
                    </a:cubicBezTo>
                    <a:cubicBezTo>
                      <a:pt x="13" y="11"/>
                      <a:pt x="13" y="12"/>
                      <a:pt x="13" y="13"/>
                    </a:cubicBezTo>
                    <a:cubicBezTo>
                      <a:pt x="13" y="14"/>
                      <a:pt x="13" y="14"/>
                      <a:pt x="13" y="14"/>
                    </a:cubicBezTo>
                    <a:cubicBezTo>
                      <a:pt x="13" y="15"/>
                      <a:pt x="13" y="15"/>
                      <a:pt x="13" y="15"/>
                    </a:cubicBezTo>
                    <a:cubicBezTo>
                      <a:pt x="13" y="17"/>
                      <a:pt x="13" y="19"/>
                      <a:pt x="13" y="20"/>
                    </a:cubicBezTo>
                    <a:cubicBezTo>
                      <a:pt x="14" y="22"/>
                      <a:pt x="14" y="23"/>
                      <a:pt x="14" y="25"/>
                    </a:cubicBezTo>
                    <a:cubicBezTo>
                      <a:pt x="4" y="31"/>
                      <a:pt x="4" y="31"/>
                      <a:pt x="4" y="31"/>
                    </a:cubicBezTo>
                    <a:cubicBezTo>
                      <a:pt x="0" y="21"/>
                      <a:pt x="3" y="10"/>
                      <a:pt x="11" y="6"/>
                    </a:cubicBezTo>
                    <a:cubicBezTo>
                      <a:pt x="21" y="0"/>
                      <a:pt x="21" y="0"/>
                      <a:pt x="21" y="0"/>
                    </a:cubicBezTo>
                    <a:lnTo>
                      <a:pt x="2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89" name="Google Shape;789;p35"/>
              <p:cNvSpPr/>
              <p:nvPr/>
            </p:nvSpPr>
            <p:spPr>
              <a:xfrm>
                <a:off x="2884768" y="1636028"/>
                <a:ext cx="33139" cy="17441"/>
              </a:xfrm>
              <a:custGeom>
                <a:avLst/>
                <a:gdLst/>
                <a:ahLst/>
                <a:cxnLst/>
                <a:rect l="l" t="t" r="r" b="b"/>
                <a:pathLst>
                  <a:path w="15" h="8" extrusionOk="0">
                    <a:moveTo>
                      <a:pt x="15" y="0"/>
                    </a:moveTo>
                    <a:cubicBezTo>
                      <a:pt x="13" y="1"/>
                      <a:pt x="12" y="2"/>
                      <a:pt x="10" y="3"/>
                    </a:cubicBezTo>
                    <a:cubicBezTo>
                      <a:pt x="9" y="3"/>
                      <a:pt x="9" y="3"/>
                      <a:pt x="9" y="3"/>
                    </a:cubicBezTo>
                    <a:cubicBezTo>
                      <a:pt x="8" y="4"/>
                      <a:pt x="8" y="4"/>
                      <a:pt x="8" y="4"/>
                    </a:cubicBezTo>
                    <a:cubicBezTo>
                      <a:pt x="7" y="4"/>
                      <a:pt x="7" y="4"/>
                      <a:pt x="7" y="4"/>
                    </a:cubicBezTo>
                    <a:cubicBezTo>
                      <a:pt x="7" y="4"/>
                      <a:pt x="7" y="4"/>
                      <a:pt x="7" y="4"/>
                    </a:cubicBezTo>
                    <a:cubicBezTo>
                      <a:pt x="7" y="5"/>
                      <a:pt x="7" y="5"/>
                      <a:pt x="7" y="5"/>
                    </a:cubicBezTo>
                    <a:cubicBezTo>
                      <a:pt x="6" y="5"/>
                      <a:pt x="6" y="5"/>
                      <a:pt x="6" y="5"/>
                    </a:cubicBezTo>
                    <a:cubicBezTo>
                      <a:pt x="6" y="5"/>
                      <a:pt x="6" y="5"/>
                      <a:pt x="6" y="5"/>
                    </a:cubicBezTo>
                    <a:cubicBezTo>
                      <a:pt x="5" y="6"/>
                      <a:pt x="5" y="6"/>
                      <a:pt x="5" y="6"/>
                    </a:cubicBezTo>
                    <a:cubicBezTo>
                      <a:pt x="5" y="6"/>
                      <a:pt x="5" y="6"/>
                      <a:pt x="5" y="6"/>
                    </a:cubicBezTo>
                    <a:cubicBezTo>
                      <a:pt x="4" y="6"/>
                      <a:pt x="4" y="6"/>
                      <a:pt x="4" y="6"/>
                    </a:cubicBezTo>
                    <a:cubicBezTo>
                      <a:pt x="3" y="7"/>
                      <a:pt x="2" y="7"/>
                      <a:pt x="0" y="8"/>
                    </a:cubicBezTo>
                    <a:cubicBezTo>
                      <a:pt x="10" y="2"/>
                      <a:pt x="10" y="2"/>
                      <a:pt x="10" y="2"/>
                    </a:cubicBezTo>
                    <a:cubicBezTo>
                      <a:pt x="11" y="2"/>
                      <a:pt x="11" y="2"/>
                      <a:pt x="11" y="2"/>
                    </a:cubicBezTo>
                    <a:cubicBezTo>
                      <a:pt x="11" y="2"/>
                      <a:pt x="12" y="1"/>
                      <a:pt x="12" y="1"/>
                    </a:cubicBezTo>
                    <a:cubicBezTo>
                      <a:pt x="13" y="1"/>
                      <a:pt x="13" y="1"/>
                      <a:pt x="13" y="1"/>
                    </a:cubicBezTo>
                    <a:cubicBezTo>
                      <a:pt x="13" y="1"/>
                      <a:pt x="13" y="1"/>
                      <a:pt x="13" y="1"/>
                    </a:cubicBezTo>
                    <a:cubicBezTo>
                      <a:pt x="13" y="1"/>
                      <a:pt x="13" y="1"/>
                      <a:pt x="13" y="1"/>
                    </a:cubicBezTo>
                    <a:cubicBezTo>
                      <a:pt x="14" y="1"/>
                      <a:pt x="14" y="1"/>
                      <a:pt x="14" y="1"/>
                    </a:cubicBezTo>
                    <a:cubicBezTo>
                      <a:pt x="14" y="0"/>
                      <a:pt x="15" y="0"/>
                      <a:pt x="15" y="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0" name="Google Shape;790;p35"/>
              <p:cNvSpPr/>
              <p:nvPr/>
            </p:nvSpPr>
            <p:spPr>
              <a:xfrm>
                <a:off x="2912674" y="1731955"/>
                <a:ext cx="24418" cy="13953"/>
              </a:xfrm>
              <a:custGeom>
                <a:avLst/>
                <a:gdLst/>
                <a:ahLst/>
                <a:cxnLst/>
                <a:rect l="l" t="t" r="r" b="b"/>
                <a:pathLst>
                  <a:path w="14" h="8" extrusionOk="0">
                    <a:moveTo>
                      <a:pt x="14" y="0"/>
                    </a:moveTo>
                    <a:lnTo>
                      <a:pt x="1" y="8"/>
                    </a:lnTo>
                    <a:lnTo>
                      <a:pt x="0" y="8"/>
                    </a:lnTo>
                    <a:lnTo>
                      <a:pt x="14" y="0"/>
                    </a:lnTo>
                    <a:lnTo>
                      <a:pt x="14"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1" name="Google Shape;791;p35"/>
              <p:cNvSpPr/>
              <p:nvPr/>
            </p:nvSpPr>
            <p:spPr>
              <a:xfrm>
                <a:off x="2869071" y="1695328"/>
                <a:ext cx="24418" cy="13953"/>
              </a:xfrm>
              <a:custGeom>
                <a:avLst/>
                <a:gdLst/>
                <a:ahLst/>
                <a:cxnLst/>
                <a:rect l="l" t="t" r="r" b="b"/>
                <a:pathLst>
                  <a:path w="14" h="8" extrusionOk="0">
                    <a:moveTo>
                      <a:pt x="14" y="0"/>
                    </a:moveTo>
                    <a:lnTo>
                      <a:pt x="0" y="8"/>
                    </a:lnTo>
                    <a:lnTo>
                      <a:pt x="0" y="8"/>
                    </a:lnTo>
                    <a:lnTo>
                      <a:pt x="13" y="0"/>
                    </a:lnTo>
                    <a:lnTo>
                      <a:pt x="14"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2" name="Google Shape;792;p35"/>
              <p:cNvSpPr/>
              <p:nvPr/>
            </p:nvSpPr>
            <p:spPr>
              <a:xfrm>
                <a:off x="2869071" y="1695328"/>
                <a:ext cx="68021" cy="50580"/>
              </a:xfrm>
              <a:custGeom>
                <a:avLst/>
                <a:gdLst/>
                <a:ahLst/>
                <a:cxnLst/>
                <a:rect l="l" t="t" r="r" b="b"/>
                <a:pathLst>
                  <a:path w="30" h="22" extrusionOk="0">
                    <a:moveTo>
                      <a:pt x="30" y="16"/>
                    </a:moveTo>
                    <a:cubicBezTo>
                      <a:pt x="19" y="22"/>
                      <a:pt x="19" y="22"/>
                      <a:pt x="19" y="22"/>
                    </a:cubicBezTo>
                    <a:cubicBezTo>
                      <a:pt x="11" y="21"/>
                      <a:pt x="3" y="15"/>
                      <a:pt x="0" y="6"/>
                    </a:cubicBezTo>
                    <a:cubicBezTo>
                      <a:pt x="11" y="0"/>
                      <a:pt x="11" y="0"/>
                      <a:pt x="11" y="0"/>
                    </a:cubicBezTo>
                    <a:cubicBezTo>
                      <a:pt x="14" y="9"/>
                      <a:pt x="22" y="15"/>
                      <a:pt x="30" y="1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3" name="Google Shape;793;p35"/>
              <p:cNvSpPr/>
              <p:nvPr/>
            </p:nvSpPr>
            <p:spPr>
              <a:xfrm>
                <a:off x="2959765" y="1857532"/>
                <a:ext cx="85462" cy="31394"/>
              </a:xfrm>
              <a:custGeom>
                <a:avLst/>
                <a:gdLst/>
                <a:ahLst/>
                <a:cxnLst/>
                <a:rect l="l" t="t" r="r" b="b"/>
                <a:pathLst>
                  <a:path w="49" h="18" extrusionOk="0">
                    <a:moveTo>
                      <a:pt x="49" y="0"/>
                    </a:moveTo>
                    <a:lnTo>
                      <a:pt x="38" y="7"/>
                    </a:lnTo>
                    <a:lnTo>
                      <a:pt x="36" y="8"/>
                    </a:lnTo>
                    <a:lnTo>
                      <a:pt x="0" y="18"/>
                    </a:lnTo>
                    <a:lnTo>
                      <a:pt x="14" y="10"/>
                    </a:lnTo>
                    <a:lnTo>
                      <a:pt x="40" y="3"/>
                    </a:lnTo>
                    <a:lnTo>
                      <a:pt x="4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4" name="Google Shape;794;p35"/>
              <p:cNvSpPr/>
              <p:nvPr/>
            </p:nvSpPr>
            <p:spPr>
              <a:xfrm>
                <a:off x="2914418" y="1731955"/>
                <a:ext cx="48835" cy="143018"/>
              </a:xfrm>
              <a:custGeom>
                <a:avLst/>
                <a:gdLst/>
                <a:ahLst/>
                <a:cxnLst/>
                <a:rect l="l" t="t" r="r" b="b"/>
                <a:pathLst>
                  <a:path w="28" h="82" extrusionOk="0">
                    <a:moveTo>
                      <a:pt x="28" y="75"/>
                    </a:moveTo>
                    <a:lnTo>
                      <a:pt x="15" y="82"/>
                    </a:lnTo>
                    <a:lnTo>
                      <a:pt x="0" y="8"/>
                    </a:lnTo>
                    <a:lnTo>
                      <a:pt x="13" y="0"/>
                    </a:lnTo>
                    <a:lnTo>
                      <a:pt x="28" y="7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5" name="Google Shape;795;p35"/>
              <p:cNvSpPr/>
              <p:nvPr/>
            </p:nvSpPr>
            <p:spPr>
              <a:xfrm>
                <a:off x="2900465" y="1636028"/>
                <a:ext cx="17441" cy="8721"/>
              </a:xfrm>
              <a:custGeom>
                <a:avLst/>
                <a:gdLst/>
                <a:ahLst/>
                <a:cxnLst/>
                <a:rect l="l" t="t" r="r" b="b"/>
                <a:pathLst>
                  <a:path w="8" h="4" extrusionOk="0">
                    <a:moveTo>
                      <a:pt x="1" y="4"/>
                    </a:moveTo>
                    <a:cubicBezTo>
                      <a:pt x="0" y="4"/>
                      <a:pt x="0" y="4"/>
                      <a:pt x="0" y="4"/>
                    </a:cubicBezTo>
                    <a:cubicBezTo>
                      <a:pt x="1" y="4"/>
                      <a:pt x="1" y="4"/>
                      <a:pt x="1" y="4"/>
                    </a:cubicBezTo>
                    <a:cubicBezTo>
                      <a:pt x="1" y="4"/>
                      <a:pt x="1" y="4"/>
                      <a:pt x="2" y="3"/>
                    </a:cubicBezTo>
                    <a:cubicBezTo>
                      <a:pt x="2" y="3"/>
                      <a:pt x="2" y="3"/>
                      <a:pt x="2" y="3"/>
                    </a:cubicBezTo>
                    <a:cubicBezTo>
                      <a:pt x="3" y="3"/>
                      <a:pt x="3" y="2"/>
                      <a:pt x="4" y="2"/>
                    </a:cubicBezTo>
                    <a:cubicBezTo>
                      <a:pt x="4" y="2"/>
                      <a:pt x="5" y="1"/>
                      <a:pt x="5" y="1"/>
                    </a:cubicBezTo>
                    <a:cubicBezTo>
                      <a:pt x="6" y="1"/>
                      <a:pt x="6" y="1"/>
                      <a:pt x="6" y="1"/>
                    </a:cubicBezTo>
                    <a:cubicBezTo>
                      <a:pt x="6" y="1"/>
                      <a:pt x="6" y="1"/>
                      <a:pt x="6" y="1"/>
                    </a:cubicBezTo>
                    <a:cubicBezTo>
                      <a:pt x="6" y="1"/>
                      <a:pt x="6" y="1"/>
                      <a:pt x="6" y="1"/>
                    </a:cubicBezTo>
                    <a:cubicBezTo>
                      <a:pt x="7" y="1"/>
                      <a:pt x="7" y="1"/>
                      <a:pt x="7" y="1"/>
                    </a:cubicBezTo>
                    <a:cubicBezTo>
                      <a:pt x="7" y="0"/>
                      <a:pt x="8" y="0"/>
                      <a:pt x="8" y="0"/>
                    </a:cubicBezTo>
                    <a:cubicBezTo>
                      <a:pt x="6" y="1"/>
                      <a:pt x="5" y="2"/>
                      <a:pt x="3" y="3"/>
                    </a:cubicBezTo>
                    <a:cubicBezTo>
                      <a:pt x="2" y="3"/>
                      <a:pt x="2" y="3"/>
                      <a:pt x="2" y="3"/>
                    </a:cubicBezTo>
                    <a:lnTo>
                      <a:pt x="1" y="4"/>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6" name="Google Shape;796;p35"/>
              <p:cNvSpPr/>
              <p:nvPr/>
            </p:nvSpPr>
            <p:spPr>
              <a:xfrm>
                <a:off x="2890001" y="1646493"/>
                <a:ext cx="139529" cy="228481"/>
              </a:xfrm>
              <a:custGeom>
                <a:avLst/>
                <a:gdLst/>
                <a:ahLst/>
                <a:cxnLst/>
                <a:rect l="l" t="t" r="r" b="b"/>
                <a:pathLst>
                  <a:path w="62" h="102" extrusionOk="0">
                    <a:moveTo>
                      <a:pt x="62" y="96"/>
                    </a:moveTo>
                    <a:cubicBezTo>
                      <a:pt x="42" y="102"/>
                      <a:pt x="42" y="102"/>
                      <a:pt x="42" y="102"/>
                    </a:cubicBezTo>
                    <a:cubicBezTo>
                      <a:pt x="39" y="102"/>
                      <a:pt x="35" y="100"/>
                      <a:pt x="34" y="97"/>
                    </a:cubicBezTo>
                    <a:cubicBezTo>
                      <a:pt x="34" y="96"/>
                      <a:pt x="33" y="96"/>
                      <a:pt x="33" y="96"/>
                    </a:cubicBezTo>
                    <a:cubicBezTo>
                      <a:pt x="21" y="39"/>
                      <a:pt x="21" y="39"/>
                      <a:pt x="21" y="39"/>
                    </a:cubicBezTo>
                    <a:cubicBezTo>
                      <a:pt x="21" y="38"/>
                      <a:pt x="21" y="38"/>
                      <a:pt x="21" y="38"/>
                    </a:cubicBezTo>
                    <a:cubicBezTo>
                      <a:pt x="21" y="38"/>
                      <a:pt x="21" y="38"/>
                      <a:pt x="21" y="38"/>
                    </a:cubicBezTo>
                    <a:cubicBezTo>
                      <a:pt x="13" y="37"/>
                      <a:pt x="5" y="31"/>
                      <a:pt x="2" y="22"/>
                    </a:cubicBezTo>
                    <a:cubicBezTo>
                      <a:pt x="1" y="22"/>
                      <a:pt x="1" y="22"/>
                      <a:pt x="1" y="22"/>
                    </a:cubicBezTo>
                    <a:cubicBezTo>
                      <a:pt x="1" y="20"/>
                      <a:pt x="1" y="19"/>
                      <a:pt x="0" y="17"/>
                    </a:cubicBezTo>
                    <a:cubicBezTo>
                      <a:pt x="0" y="16"/>
                      <a:pt x="0" y="14"/>
                      <a:pt x="0" y="12"/>
                    </a:cubicBezTo>
                    <a:cubicBezTo>
                      <a:pt x="0" y="11"/>
                      <a:pt x="0" y="11"/>
                      <a:pt x="0" y="11"/>
                    </a:cubicBezTo>
                    <a:cubicBezTo>
                      <a:pt x="0" y="11"/>
                      <a:pt x="0" y="11"/>
                      <a:pt x="0" y="10"/>
                    </a:cubicBezTo>
                    <a:cubicBezTo>
                      <a:pt x="0" y="9"/>
                      <a:pt x="1" y="8"/>
                      <a:pt x="1" y="7"/>
                    </a:cubicBezTo>
                    <a:cubicBezTo>
                      <a:pt x="1" y="6"/>
                      <a:pt x="1" y="6"/>
                      <a:pt x="1" y="6"/>
                    </a:cubicBezTo>
                    <a:cubicBezTo>
                      <a:pt x="1" y="6"/>
                      <a:pt x="1" y="6"/>
                      <a:pt x="1" y="6"/>
                    </a:cubicBezTo>
                    <a:cubicBezTo>
                      <a:pt x="1" y="6"/>
                      <a:pt x="1" y="6"/>
                      <a:pt x="1" y="6"/>
                    </a:cubicBezTo>
                    <a:cubicBezTo>
                      <a:pt x="2" y="5"/>
                      <a:pt x="2" y="5"/>
                      <a:pt x="2" y="5"/>
                    </a:cubicBezTo>
                    <a:cubicBezTo>
                      <a:pt x="2" y="4"/>
                      <a:pt x="2" y="4"/>
                      <a:pt x="2" y="4"/>
                    </a:cubicBezTo>
                    <a:cubicBezTo>
                      <a:pt x="2" y="4"/>
                      <a:pt x="2" y="4"/>
                      <a:pt x="2" y="4"/>
                    </a:cubicBezTo>
                    <a:cubicBezTo>
                      <a:pt x="2" y="3"/>
                      <a:pt x="2" y="3"/>
                      <a:pt x="2" y="3"/>
                    </a:cubicBezTo>
                    <a:cubicBezTo>
                      <a:pt x="3" y="3"/>
                      <a:pt x="3" y="2"/>
                      <a:pt x="3" y="2"/>
                    </a:cubicBezTo>
                    <a:cubicBezTo>
                      <a:pt x="3" y="2"/>
                      <a:pt x="3" y="2"/>
                      <a:pt x="3" y="2"/>
                    </a:cubicBezTo>
                    <a:cubicBezTo>
                      <a:pt x="4" y="1"/>
                      <a:pt x="4" y="1"/>
                      <a:pt x="4" y="1"/>
                    </a:cubicBezTo>
                    <a:cubicBezTo>
                      <a:pt x="4" y="1"/>
                      <a:pt x="4" y="1"/>
                      <a:pt x="4" y="1"/>
                    </a:cubicBezTo>
                    <a:cubicBezTo>
                      <a:pt x="4" y="1"/>
                      <a:pt x="4" y="1"/>
                      <a:pt x="4" y="1"/>
                    </a:cubicBezTo>
                    <a:cubicBezTo>
                      <a:pt x="4" y="1"/>
                      <a:pt x="4" y="1"/>
                      <a:pt x="4" y="1"/>
                    </a:cubicBezTo>
                    <a:cubicBezTo>
                      <a:pt x="5" y="0"/>
                      <a:pt x="5" y="0"/>
                      <a:pt x="5" y="0"/>
                    </a:cubicBezTo>
                    <a:cubicBezTo>
                      <a:pt x="4" y="1"/>
                      <a:pt x="4" y="1"/>
                      <a:pt x="4" y="1"/>
                    </a:cubicBezTo>
                    <a:cubicBezTo>
                      <a:pt x="5" y="1"/>
                      <a:pt x="6" y="1"/>
                      <a:pt x="7" y="1"/>
                    </a:cubicBezTo>
                    <a:cubicBezTo>
                      <a:pt x="11" y="0"/>
                      <a:pt x="15" y="2"/>
                      <a:pt x="19" y="4"/>
                    </a:cubicBezTo>
                    <a:cubicBezTo>
                      <a:pt x="24" y="7"/>
                      <a:pt x="28" y="11"/>
                      <a:pt x="30" y="17"/>
                    </a:cubicBezTo>
                    <a:cubicBezTo>
                      <a:pt x="30" y="17"/>
                      <a:pt x="30" y="17"/>
                      <a:pt x="30" y="17"/>
                    </a:cubicBezTo>
                    <a:cubicBezTo>
                      <a:pt x="33" y="25"/>
                      <a:pt x="32" y="33"/>
                      <a:pt x="27" y="38"/>
                    </a:cubicBezTo>
                    <a:cubicBezTo>
                      <a:pt x="27" y="38"/>
                      <a:pt x="27" y="38"/>
                      <a:pt x="27" y="38"/>
                    </a:cubicBezTo>
                    <a:cubicBezTo>
                      <a:pt x="61" y="92"/>
                      <a:pt x="61" y="92"/>
                      <a:pt x="61" y="92"/>
                    </a:cubicBezTo>
                    <a:cubicBezTo>
                      <a:pt x="62" y="92"/>
                      <a:pt x="62" y="93"/>
                      <a:pt x="62" y="93"/>
                    </a:cubicBezTo>
                    <a:cubicBezTo>
                      <a:pt x="62" y="94"/>
                      <a:pt x="62" y="95"/>
                      <a:pt x="62" y="96"/>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7" name="Google Shape;797;p35"/>
              <p:cNvSpPr/>
              <p:nvPr/>
            </p:nvSpPr>
            <p:spPr>
              <a:xfrm>
                <a:off x="2940579" y="1862764"/>
                <a:ext cx="43603" cy="27906"/>
              </a:xfrm>
              <a:custGeom>
                <a:avLst/>
                <a:gdLst/>
                <a:ahLst/>
                <a:cxnLst/>
                <a:rect l="l" t="t" r="r" b="b"/>
                <a:pathLst>
                  <a:path w="19" h="13" extrusionOk="0">
                    <a:moveTo>
                      <a:pt x="19" y="6"/>
                    </a:moveTo>
                    <a:cubicBezTo>
                      <a:pt x="8" y="12"/>
                      <a:pt x="8" y="12"/>
                      <a:pt x="8" y="12"/>
                    </a:cubicBezTo>
                    <a:cubicBezTo>
                      <a:pt x="5" y="13"/>
                      <a:pt x="1" y="10"/>
                      <a:pt x="0" y="7"/>
                    </a:cubicBezTo>
                    <a:cubicBezTo>
                      <a:pt x="0" y="6"/>
                      <a:pt x="0" y="6"/>
                      <a:pt x="0" y="6"/>
                    </a:cubicBezTo>
                    <a:cubicBezTo>
                      <a:pt x="10" y="0"/>
                      <a:pt x="10" y="0"/>
                      <a:pt x="10" y="0"/>
                    </a:cubicBezTo>
                    <a:cubicBezTo>
                      <a:pt x="10" y="0"/>
                      <a:pt x="11" y="0"/>
                      <a:pt x="11" y="1"/>
                    </a:cubicBezTo>
                    <a:cubicBezTo>
                      <a:pt x="12" y="4"/>
                      <a:pt x="16" y="6"/>
                      <a:pt x="19" y="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8" name="Google Shape;798;p35"/>
              <p:cNvSpPr/>
              <p:nvPr/>
            </p:nvSpPr>
            <p:spPr>
              <a:xfrm>
                <a:off x="2733031" y="1433710"/>
                <a:ext cx="73253" cy="136042"/>
              </a:xfrm>
              <a:custGeom>
                <a:avLst/>
                <a:gdLst/>
                <a:ahLst/>
                <a:cxnLst/>
                <a:rect l="l" t="t" r="r" b="b"/>
                <a:pathLst>
                  <a:path w="33" h="61" extrusionOk="0">
                    <a:moveTo>
                      <a:pt x="22" y="6"/>
                    </a:moveTo>
                    <a:cubicBezTo>
                      <a:pt x="33" y="0"/>
                      <a:pt x="33" y="0"/>
                      <a:pt x="33" y="0"/>
                    </a:cubicBezTo>
                    <a:cubicBezTo>
                      <a:pt x="17" y="9"/>
                      <a:pt x="10" y="32"/>
                      <a:pt x="19" y="55"/>
                    </a:cubicBezTo>
                    <a:cubicBezTo>
                      <a:pt x="8" y="61"/>
                      <a:pt x="8" y="61"/>
                      <a:pt x="8" y="61"/>
                    </a:cubicBezTo>
                    <a:cubicBezTo>
                      <a:pt x="0" y="38"/>
                      <a:pt x="6" y="15"/>
                      <a:pt x="22" y="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99" name="Google Shape;799;p35"/>
              <p:cNvSpPr/>
              <p:nvPr/>
            </p:nvSpPr>
            <p:spPr>
              <a:xfrm>
                <a:off x="2780121" y="1623820"/>
                <a:ext cx="52323" cy="20929"/>
              </a:xfrm>
              <a:custGeom>
                <a:avLst/>
                <a:gdLst/>
                <a:ahLst/>
                <a:cxnLst/>
                <a:rect l="l" t="t" r="r" b="b"/>
                <a:pathLst>
                  <a:path w="30" h="12" extrusionOk="0">
                    <a:moveTo>
                      <a:pt x="30" y="0"/>
                    </a:moveTo>
                    <a:lnTo>
                      <a:pt x="18" y="8"/>
                    </a:lnTo>
                    <a:lnTo>
                      <a:pt x="0" y="12"/>
                    </a:lnTo>
                    <a:lnTo>
                      <a:pt x="14" y="4"/>
                    </a:lnTo>
                    <a:lnTo>
                      <a:pt x="30"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0" name="Google Shape;800;p35"/>
              <p:cNvSpPr/>
              <p:nvPr/>
            </p:nvSpPr>
            <p:spPr>
              <a:xfrm>
                <a:off x="2750472" y="1557543"/>
                <a:ext cx="50580" cy="88951"/>
              </a:xfrm>
              <a:custGeom>
                <a:avLst/>
                <a:gdLst/>
                <a:ahLst/>
                <a:cxnLst/>
                <a:rect l="l" t="t" r="r" b="b"/>
                <a:pathLst>
                  <a:path w="29" h="51" extrusionOk="0">
                    <a:moveTo>
                      <a:pt x="29" y="42"/>
                    </a:moveTo>
                    <a:lnTo>
                      <a:pt x="17" y="51"/>
                    </a:lnTo>
                    <a:lnTo>
                      <a:pt x="0" y="7"/>
                    </a:lnTo>
                    <a:lnTo>
                      <a:pt x="14" y="0"/>
                    </a:lnTo>
                    <a:lnTo>
                      <a:pt x="29" y="4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1" name="Google Shape;801;p35"/>
              <p:cNvSpPr/>
              <p:nvPr/>
            </p:nvSpPr>
            <p:spPr>
              <a:xfrm>
                <a:off x="2780121" y="1630796"/>
                <a:ext cx="24418" cy="15698"/>
              </a:xfrm>
              <a:custGeom>
                <a:avLst/>
                <a:gdLst/>
                <a:ahLst/>
                <a:cxnLst/>
                <a:rect l="l" t="t" r="r" b="b"/>
                <a:pathLst>
                  <a:path w="14" h="9" extrusionOk="0">
                    <a:moveTo>
                      <a:pt x="14" y="0"/>
                    </a:moveTo>
                    <a:lnTo>
                      <a:pt x="0" y="8"/>
                    </a:lnTo>
                    <a:lnTo>
                      <a:pt x="0" y="9"/>
                    </a:lnTo>
                    <a:lnTo>
                      <a:pt x="12" y="0"/>
                    </a:lnTo>
                    <a:lnTo>
                      <a:pt x="14"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2" name="Google Shape;802;p35"/>
              <p:cNvSpPr/>
              <p:nvPr/>
            </p:nvSpPr>
            <p:spPr>
              <a:xfrm>
                <a:off x="2753960" y="1632540"/>
                <a:ext cx="43603" cy="61045"/>
              </a:xfrm>
              <a:custGeom>
                <a:avLst/>
                <a:gdLst/>
                <a:ahLst/>
                <a:cxnLst/>
                <a:rect l="l" t="t" r="r" b="b"/>
                <a:pathLst>
                  <a:path w="19" h="27" extrusionOk="0">
                    <a:moveTo>
                      <a:pt x="8" y="7"/>
                    </a:moveTo>
                    <a:cubicBezTo>
                      <a:pt x="19" y="0"/>
                      <a:pt x="19" y="0"/>
                      <a:pt x="19" y="0"/>
                    </a:cubicBezTo>
                    <a:cubicBezTo>
                      <a:pt x="13" y="4"/>
                      <a:pt x="11" y="12"/>
                      <a:pt x="14" y="21"/>
                    </a:cubicBezTo>
                    <a:cubicBezTo>
                      <a:pt x="3" y="27"/>
                      <a:pt x="3" y="27"/>
                      <a:pt x="3" y="27"/>
                    </a:cubicBezTo>
                    <a:cubicBezTo>
                      <a:pt x="0" y="18"/>
                      <a:pt x="2" y="10"/>
                      <a:pt x="8" y="7"/>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3" name="Google Shape;803;p35"/>
              <p:cNvSpPr/>
              <p:nvPr/>
            </p:nvSpPr>
            <p:spPr>
              <a:xfrm>
                <a:off x="2781866" y="1566263"/>
                <a:ext cx="395913" cy="385452"/>
              </a:xfrm>
              <a:custGeom>
                <a:avLst/>
                <a:gdLst/>
                <a:ahLst/>
                <a:cxnLst/>
                <a:rect l="l" t="t" r="r" b="b"/>
                <a:pathLst>
                  <a:path w="176" h="172" extrusionOk="0">
                    <a:moveTo>
                      <a:pt x="50" y="37"/>
                    </a:moveTo>
                    <a:cubicBezTo>
                      <a:pt x="49" y="38"/>
                      <a:pt x="48" y="38"/>
                      <a:pt x="46" y="39"/>
                    </a:cubicBezTo>
                    <a:cubicBezTo>
                      <a:pt x="38" y="43"/>
                      <a:pt x="35" y="54"/>
                      <a:pt x="39" y="64"/>
                    </a:cubicBezTo>
                    <a:cubicBezTo>
                      <a:pt x="49" y="58"/>
                      <a:pt x="49" y="58"/>
                      <a:pt x="49" y="58"/>
                    </a:cubicBezTo>
                    <a:cubicBezTo>
                      <a:pt x="49" y="56"/>
                      <a:pt x="49" y="55"/>
                      <a:pt x="48" y="53"/>
                    </a:cubicBezTo>
                    <a:cubicBezTo>
                      <a:pt x="48" y="52"/>
                      <a:pt x="48" y="50"/>
                      <a:pt x="48" y="48"/>
                    </a:cubicBezTo>
                    <a:cubicBezTo>
                      <a:pt x="48" y="47"/>
                      <a:pt x="48" y="47"/>
                      <a:pt x="48" y="47"/>
                    </a:cubicBezTo>
                    <a:cubicBezTo>
                      <a:pt x="48" y="47"/>
                      <a:pt x="48" y="47"/>
                      <a:pt x="48" y="46"/>
                    </a:cubicBezTo>
                    <a:cubicBezTo>
                      <a:pt x="48" y="45"/>
                      <a:pt x="48" y="44"/>
                      <a:pt x="49" y="43"/>
                    </a:cubicBezTo>
                    <a:cubicBezTo>
                      <a:pt x="49" y="42"/>
                      <a:pt x="49" y="42"/>
                      <a:pt x="49" y="42"/>
                    </a:cubicBezTo>
                    <a:cubicBezTo>
                      <a:pt x="49" y="42"/>
                      <a:pt x="49" y="42"/>
                      <a:pt x="49" y="42"/>
                    </a:cubicBezTo>
                    <a:cubicBezTo>
                      <a:pt x="49" y="42"/>
                      <a:pt x="49" y="42"/>
                      <a:pt x="49" y="42"/>
                    </a:cubicBezTo>
                    <a:cubicBezTo>
                      <a:pt x="50" y="41"/>
                      <a:pt x="50" y="41"/>
                      <a:pt x="50" y="41"/>
                    </a:cubicBezTo>
                    <a:cubicBezTo>
                      <a:pt x="50" y="40"/>
                      <a:pt x="50" y="40"/>
                      <a:pt x="50" y="40"/>
                    </a:cubicBezTo>
                    <a:cubicBezTo>
                      <a:pt x="50" y="40"/>
                      <a:pt x="50" y="40"/>
                      <a:pt x="50" y="40"/>
                    </a:cubicBezTo>
                    <a:cubicBezTo>
                      <a:pt x="50" y="39"/>
                      <a:pt x="50" y="39"/>
                      <a:pt x="50" y="39"/>
                    </a:cubicBezTo>
                    <a:cubicBezTo>
                      <a:pt x="51" y="39"/>
                      <a:pt x="51" y="38"/>
                      <a:pt x="51" y="38"/>
                    </a:cubicBezTo>
                    <a:cubicBezTo>
                      <a:pt x="51" y="38"/>
                      <a:pt x="51" y="38"/>
                      <a:pt x="51" y="38"/>
                    </a:cubicBezTo>
                    <a:cubicBezTo>
                      <a:pt x="52" y="37"/>
                      <a:pt x="52" y="37"/>
                      <a:pt x="52" y="37"/>
                    </a:cubicBezTo>
                    <a:cubicBezTo>
                      <a:pt x="52" y="37"/>
                      <a:pt x="52" y="37"/>
                      <a:pt x="52" y="37"/>
                    </a:cubicBezTo>
                    <a:cubicBezTo>
                      <a:pt x="52" y="37"/>
                      <a:pt x="52" y="37"/>
                      <a:pt x="52" y="37"/>
                    </a:cubicBezTo>
                    <a:cubicBezTo>
                      <a:pt x="52" y="37"/>
                      <a:pt x="52" y="37"/>
                      <a:pt x="52" y="37"/>
                    </a:cubicBezTo>
                    <a:cubicBezTo>
                      <a:pt x="52" y="37"/>
                      <a:pt x="51" y="37"/>
                      <a:pt x="50" y="37"/>
                    </a:cubicBezTo>
                    <a:close/>
                    <a:moveTo>
                      <a:pt x="173" y="121"/>
                    </a:moveTo>
                    <a:cubicBezTo>
                      <a:pt x="133" y="15"/>
                      <a:pt x="133" y="15"/>
                      <a:pt x="133" y="15"/>
                    </a:cubicBezTo>
                    <a:cubicBezTo>
                      <a:pt x="130" y="6"/>
                      <a:pt x="121" y="0"/>
                      <a:pt x="113" y="2"/>
                    </a:cubicBezTo>
                    <a:cubicBezTo>
                      <a:pt x="113" y="2"/>
                      <a:pt x="113" y="2"/>
                      <a:pt x="113" y="2"/>
                    </a:cubicBezTo>
                    <a:cubicBezTo>
                      <a:pt x="112" y="2"/>
                      <a:pt x="112" y="2"/>
                      <a:pt x="112" y="2"/>
                    </a:cubicBezTo>
                    <a:cubicBezTo>
                      <a:pt x="99" y="5"/>
                      <a:pt x="99" y="5"/>
                      <a:pt x="99" y="5"/>
                    </a:cubicBezTo>
                    <a:cubicBezTo>
                      <a:pt x="87" y="9"/>
                      <a:pt x="87" y="9"/>
                      <a:pt x="87" y="9"/>
                    </a:cubicBezTo>
                    <a:cubicBezTo>
                      <a:pt x="57" y="17"/>
                      <a:pt x="57" y="17"/>
                      <a:pt x="57" y="17"/>
                    </a:cubicBezTo>
                    <a:cubicBezTo>
                      <a:pt x="23" y="26"/>
                      <a:pt x="23" y="26"/>
                      <a:pt x="23" y="26"/>
                    </a:cubicBezTo>
                    <a:cubicBezTo>
                      <a:pt x="23" y="26"/>
                      <a:pt x="23" y="26"/>
                      <a:pt x="23" y="26"/>
                    </a:cubicBezTo>
                    <a:cubicBezTo>
                      <a:pt x="10" y="29"/>
                      <a:pt x="10" y="29"/>
                      <a:pt x="10" y="29"/>
                    </a:cubicBezTo>
                    <a:cubicBezTo>
                      <a:pt x="9" y="29"/>
                      <a:pt x="9" y="29"/>
                      <a:pt x="9" y="29"/>
                    </a:cubicBezTo>
                    <a:cubicBezTo>
                      <a:pt x="9" y="29"/>
                      <a:pt x="9" y="29"/>
                      <a:pt x="9" y="29"/>
                    </a:cubicBezTo>
                    <a:cubicBezTo>
                      <a:pt x="8" y="30"/>
                      <a:pt x="7" y="30"/>
                      <a:pt x="7" y="31"/>
                    </a:cubicBezTo>
                    <a:cubicBezTo>
                      <a:pt x="6" y="31"/>
                      <a:pt x="6" y="31"/>
                      <a:pt x="6" y="31"/>
                    </a:cubicBezTo>
                    <a:cubicBezTo>
                      <a:pt x="5" y="32"/>
                      <a:pt x="5" y="32"/>
                      <a:pt x="5" y="32"/>
                    </a:cubicBezTo>
                    <a:cubicBezTo>
                      <a:pt x="5" y="32"/>
                      <a:pt x="5" y="32"/>
                      <a:pt x="5" y="32"/>
                    </a:cubicBezTo>
                    <a:cubicBezTo>
                      <a:pt x="5" y="32"/>
                      <a:pt x="5" y="32"/>
                      <a:pt x="5" y="32"/>
                    </a:cubicBezTo>
                    <a:cubicBezTo>
                      <a:pt x="5" y="32"/>
                      <a:pt x="5" y="32"/>
                      <a:pt x="5" y="32"/>
                    </a:cubicBezTo>
                    <a:cubicBezTo>
                      <a:pt x="5" y="32"/>
                      <a:pt x="5" y="32"/>
                      <a:pt x="5" y="32"/>
                    </a:cubicBezTo>
                    <a:cubicBezTo>
                      <a:pt x="4" y="33"/>
                      <a:pt x="4" y="33"/>
                      <a:pt x="4" y="33"/>
                    </a:cubicBezTo>
                    <a:cubicBezTo>
                      <a:pt x="4" y="33"/>
                      <a:pt x="4" y="33"/>
                      <a:pt x="4" y="33"/>
                    </a:cubicBezTo>
                    <a:cubicBezTo>
                      <a:pt x="3" y="34"/>
                      <a:pt x="3" y="34"/>
                      <a:pt x="3" y="34"/>
                    </a:cubicBezTo>
                    <a:cubicBezTo>
                      <a:pt x="3" y="34"/>
                      <a:pt x="3" y="34"/>
                      <a:pt x="3" y="34"/>
                    </a:cubicBezTo>
                    <a:cubicBezTo>
                      <a:pt x="3" y="35"/>
                      <a:pt x="2" y="35"/>
                      <a:pt x="2" y="36"/>
                    </a:cubicBezTo>
                    <a:cubicBezTo>
                      <a:pt x="2" y="36"/>
                      <a:pt x="2" y="36"/>
                      <a:pt x="2" y="37"/>
                    </a:cubicBezTo>
                    <a:cubicBezTo>
                      <a:pt x="1" y="37"/>
                      <a:pt x="1" y="37"/>
                      <a:pt x="1" y="37"/>
                    </a:cubicBezTo>
                    <a:cubicBezTo>
                      <a:pt x="1" y="38"/>
                      <a:pt x="1" y="38"/>
                      <a:pt x="1" y="38"/>
                    </a:cubicBezTo>
                    <a:cubicBezTo>
                      <a:pt x="1" y="38"/>
                      <a:pt x="1" y="38"/>
                      <a:pt x="1" y="38"/>
                    </a:cubicBezTo>
                    <a:cubicBezTo>
                      <a:pt x="1" y="38"/>
                      <a:pt x="1" y="39"/>
                      <a:pt x="1" y="40"/>
                    </a:cubicBezTo>
                    <a:cubicBezTo>
                      <a:pt x="1" y="40"/>
                      <a:pt x="1" y="41"/>
                      <a:pt x="1" y="41"/>
                    </a:cubicBezTo>
                    <a:cubicBezTo>
                      <a:pt x="0" y="42"/>
                      <a:pt x="0" y="42"/>
                      <a:pt x="0" y="43"/>
                    </a:cubicBezTo>
                    <a:cubicBezTo>
                      <a:pt x="0" y="44"/>
                      <a:pt x="0" y="44"/>
                      <a:pt x="0" y="45"/>
                    </a:cubicBezTo>
                    <a:cubicBezTo>
                      <a:pt x="1" y="45"/>
                      <a:pt x="1" y="46"/>
                      <a:pt x="1" y="46"/>
                    </a:cubicBezTo>
                    <a:cubicBezTo>
                      <a:pt x="1" y="47"/>
                      <a:pt x="1" y="47"/>
                      <a:pt x="1" y="48"/>
                    </a:cubicBezTo>
                    <a:cubicBezTo>
                      <a:pt x="1" y="48"/>
                      <a:pt x="1" y="49"/>
                      <a:pt x="1" y="49"/>
                    </a:cubicBezTo>
                    <a:cubicBezTo>
                      <a:pt x="1" y="50"/>
                      <a:pt x="2" y="50"/>
                      <a:pt x="2" y="51"/>
                    </a:cubicBezTo>
                    <a:cubicBezTo>
                      <a:pt x="41" y="156"/>
                      <a:pt x="41" y="156"/>
                      <a:pt x="41" y="156"/>
                    </a:cubicBezTo>
                    <a:cubicBezTo>
                      <a:pt x="45" y="166"/>
                      <a:pt x="54" y="172"/>
                      <a:pt x="62" y="170"/>
                    </a:cubicBezTo>
                    <a:cubicBezTo>
                      <a:pt x="85" y="164"/>
                      <a:pt x="85" y="164"/>
                      <a:pt x="85" y="164"/>
                    </a:cubicBezTo>
                    <a:cubicBezTo>
                      <a:pt x="85" y="164"/>
                      <a:pt x="85" y="164"/>
                      <a:pt x="85" y="164"/>
                    </a:cubicBezTo>
                    <a:cubicBezTo>
                      <a:pt x="112" y="156"/>
                      <a:pt x="112" y="156"/>
                      <a:pt x="112" y="156"/>
                    </a:cubicBezTo>
                    <a:cubicBezTo>
                      <a:pt x="165" y="142"/>
                      <a:pt x="165" y="142"/>
                      <a:pt x="165" y="142"/>
                    </a:cubicBezTo>
                    <a:cubicBezTo>
                      <a:pt x="166" y="142"/>
                      <a:pt x="167" y="142"/>
                      <a:pt x="168" y="141"/>
                    </a:cubicBezTo>
                    <a:cubicBezTo>
                      <a:pt x="174" y="138"/>
                      <a:pt x="176" y="129"/>
                      <a:pt x="173" y="121"/>
                    </a:cubicBezTo>
                    <a:close/>
                    <a:moveTo>
                      <a:pt x="121" y="126"/>
                    </a:moveTo>
                    <a:cubicBezTo>
                      <a:pt x="121" y="127"/>
                      <a:pt x="121" y="127"/>
                      <a:pt x="121" y="127"/>
                    </a:cubicBezTo>
                    <a:cubicBezTo>
                      <a:pt x="121" y="128"/>
                      <a:pt x="121" y="128"/>
                      <a:pt x="121" y="128"/>
                    </a:cubicBezTo>
                    <a:cubicBezTo>
                      <a:pt x="120" y="128"/>
                      <a:pt x="120" y="128"/>
                      <a:pt x="120" y="128"/>
                    </a:cubicBezTo>
                    <a:cubicBezTo>
                      <a:pt x="120" y="128"/>
                      <a:pt x="120" y="128"/>
                      <a:pt x="120" y="128"/>
                    </a:cubicBezTo>
                    <a:cubicBezTo>
                      <a:pt x="120" y="128"/>
                      <a:pt x="120" y="128"/>
                      <a:pt x="120" y="128"/>
                    </a:cubicBezTo>
                    <a:cubicBezTo>
                      <a:pt x="120" y="129"/>
                      <a:pt x="119" y="129"/>
                      <a:pt x="119" y="129"/>
                    </a:cubicBezTo>
                    <a:cubicBezTo>
                      <a:pt x="119" y="130"/>
                      <a:pt x="119" y="130"/>
                      <a:pt x="119" y="130"/>
                    </a:cubicBezTo>
                    <a:cubicBezTo>
                      <a:pt x="118" y="130"/>
                      <a:pt x="118" y="130"/>
                      <a:pt x="118" y="130"/>
                    </a:cubicBezTo>
                    <a:cubicBezTo>
                      <a:pt x="118" y="130"/>
                      <a:pt x="118" y="130"/>
                      <a:pt x="118" y="130"/>
                    </a:cubicBezTo>
                    <a:cubicBezTo>
                      <a:pt x="117" y="130"/>
                      <a:pt x="117" y="130"/>
                      <a:pt x="117" y="130"/>
                    </a:cubicBezTo>
                    <a:cubicBezTo>
                      <a:pt x="110" y="132"/>
                      <a:pt x="110" y="132"/>
                      <a:pt x="110" y="132"/>
                    </a:cubicBezTo>
                    <a:cubicBezTo>
                      <a:pt x="90" y="138"/>
                      <a:pt x="90" y="138"/>
                      <a:pt x="90" y="138"/>
                    </a:cubicBezTo>
                    <a:cubicBezTo>
                      <a:pt x="87" y="138"/>
                      <a:pt x="83" y="136"/>
                      <a:pt x="82" y="133"/>
                    </a:cubicBezTo>
                    <a:cubicBezTo>
                      <a:pt x="82" y="132"/>
                      <a:pt x="81" y="132"/>
                      <a:pt x="81" y="132"/>
                    </a:cubicBezTo>
                    <a:cubicBezTo>
                      <a:pt x="69" y="75"/>
                      <a:pt x="69" y="75"/>
                      <a:pt x="69" y="75"/>
                    </a:cubicBezTo>
                    <a:cubicBezTo>
                      <a:pt x="69" y="74"/>
                      <a:pt x="69" y="74"/>
                      <a:pt x="69" y="74"/>
                    </a:cubicBezTo>
                    <a:cubicBezTo>
                      <a:pt x="69" y="74"/>
                      <a:pt x="69" y="74"/>
                      <a:pt x="69" y="74"/>
                    </a:cubicBezTo>
                    <a:cubicBezTo>
                      <a:pt x="61" y="73"/>
                      <a:pt x="53" y="67"/>
                      <a:pt x="50" y="58"/>
                    </a:cubicBezTo>
                    <a:cubicBezTo>
                      <a:pt x="49" y="58"/>
                      <a:pt x="49" y="58"/>
                      <a:pt x="49" y="58"/>
                    </a:cubicBezTo>
                    <a:cubicBezTo>
                      <a:pt x="49" y="56"/>
                      <a:pt x="49" y="55"/>
                      <a:pt x="48" y="53"/>
                    </a:cubicBezTo>
                    <a:cubicBezTo>
                      <a:pt x="48" y="52"/>
                      <a:pt x="48" y="50"/>
                      <a:pt x="48" y="48"/>
                    </a:cubicBezTo>
                    <a:cubicBezTo>
                      <a:pt x="48" y="47"/>
                      <a:pt x="48" y="47"/>
                      <a:pt x="48" y="47"/>
                    </a:cubicBezTo>
                    <a:cubicBezTo>
                      <a:pt x="48" y="47"/>
                      <a:pt x="48" y="47"/>
                      <a:pt x="48" y="46"/>
                    </a:cubicBezTo>
                    <a:cubicBezTo>
                      <a:pt x="48" y="45"/>
                      <a:pt x="49" y="44"/>
                      <a:pt x="49" y="43"/>
                    </a:cubicBezTo>
                    <a:cubicBezTo>
                      <a:pt x="49" y="42"/>
                      <a:pt x="49" y="42"/>
                      <a:pt x="49" y="42"/>
                    </a:cubicBezTo>
                    <a:cubicBezTo>
                      <a:pt x="49" y="42"/>
                      <a:pt x="49" y="42"/>
                      <a:pt x="49" y="42"/>
                    </a:cubicBezTo>
                    <a:cubicBezTo>
                      <a:pt x="49" y="42"/>
                      <a:pt x="49" y="42"/>
                      <a:pt x="49" y="42"/>
                    </a:cubicBezTo>
                    <a:cubicBezTo>
                      <a:pt x="50" y="41"/>
                      <a:pt x="50" y="41"/>
                      <a:pt x="50" y="41"/>
                    </a:cubicBezTo>
                    <a:cubicBezTo>
                      <a:pt x="50" y="40"/>
                      <a:pt x="50" y="40"/>
                      <a:pt x="50" y="40"/>
                    </a:cubicBezTo>
                    <a:cubicBezTo>
                      <a:pt x="50" y="40"/>
                      <a:pt x="50" y="40"/>
                      <a:pt x="50" y="40"/>
                    </a:cubicBezTo>
                    <a:cubicBezTo>
                      <a:pt x="50" y="39"/>
                      <a:pt x="50" y="39"/>
                      <a:pt x="50" y="39"/>
                    </a:cubicBezTo>
                    <a:cubicBezTo>
                      <a:pt x="51" y="39"/>
                      <a:pt x="51" y="38"/>
                      <a:pt x="51" y="38"/>
                    </a:cubicBezTo>
                    <a:cubicBezTo>
                      <a:pt x="51" y="38"/>
                      <a:pt x="51" y="38"/>
                      <a:pt x="51" y="38"/>
                    </a:cubicBezTo>
                    <a:cubicBezTo>
                      <a:pt x="52" y="37"/>
                      <a:pt x="52" y="37"/>
                      <a:pt x="52" y="37"/>
                    </a:cubicBezTo>
                    <a:cubicBezTo>
                      <a:pt x="52" y="37"/>
                      <a:pt x="52" y="37"/>
                      <a:pt x="52" y="37"/>
                    </a:cubicBezTo>
                    <a:cubicBezTo>
                      <a:pt x="52" y="37"/>
                      <a:pt x="52" y="37"/>
                      <a:pt x="52" y="37"/>
                    </a:cubicBezTo>
                    <a:cubicBezTo>
                      <a:pt x="52" y="37"/>
                      <a:pt x="52" y="37"/>
                      <a:pt x="52" y="37"/>
                    </a:cubicBezTo>
                    <a:cubicBezTo>
                      <a:pt x="53" y="36"/>
                      <a:pt x="53" y="36"/>
                      <a:pt x="53" y="36"/>
                    </a:cubicBezTo>
                    <a:cubicBezTo>
                      <a:pt x="53" y="36"/>
                      <a:pt x="53" y="36"/>
                      <a:pt x="53" y="36"/>
                    </a:cubicBezTo>
                    <a:cubicBezTo>
                      <a:pt x="53" y="36"/>
                      <a:pt x="53" y="36"/>
                      <a:pt x="53" y="36"/>
                    </a:cubicBezTo>
                    <a:cubicBezTo>
                      <a:pt x="53" y="36"/>
                      <a:pt x="53" y="36"/>
                      <a:pt x="53" y="36"/>
                    </a:cubicBezTo>
                    <a:cubicBezTo>
                      <a:pt x="53" y="35"/>
                      <a:pt x="53" y="35"/>
                      <a:pt x="53" y="35"/>
                    </a:cubicBezTo>
                    <a:cubicBezTo>
                      <a:pt x="53" y="35"/>
                      <a:pt x="53" y="35"/>
                      <a:pt x="53" y="35"/>
                    </a:cubicBezTo>
                    <a:cubicBezTo>
                      <a:pt x="54" y="35"/>
                      <a:pt x="54" y="35"/>
                      <a:pt x="54" y="35"/>
                    </a:cubicBezTo>
                    <a:cubicBezTo>
                      <a:pt x="54" y="35"/>
                      <a:pt x="54" y="35"/>
                      <a:pt x="55" y="34"/>
                    </a:cubicBezTo>
                    <a:cubicBezTo>
                      <a:pt x="55" y="34"/>
                      <a:pt x="55" y="34"/>
                      <a:pt x="55" y="34"/>
                    </a:cubicBezTo>
                    <a:cubicBezTo>
                      <a:pt x="56" y="33"/>
                      <a:pt x="56" y="33"/>
                      <a:pt x="56" y="33"/>
                    </a:cubicBezTo>
                    <a:cubicBezTo>
                      <a:pt x="57" y="33"/>
                      <a:pt x="57" y="33"/>
                      <a:pt x="57" y="33"/>
                    </a:cubicBezTo>
                    <a:cubicBezTo>
                      <a:pt x="57" y="33"/>
                      <a:pt x="58" y="32"/>
                      <a:pt x="58" y="32"/>
                    </a:cubicBezTo>
                    <a:cubicBezTo>
                      <a:pt x="59" y="32"/>
                      <a:pt x="59" y="32"/>
                      <a:pt x="59" y="32"/>
                    </a:cubicBezTo>
                    <a:cubicBezTo>
                      <a:pt x="59" y="32"/>
                      <a:pt x="59" y="32"/>
                      <a:pt x="59" y="32"/>
                    </a:cubicBezTo>
                    <a:cubicBezTo>
                      <a:pt x="60" y="32"/>
                      <a:pt x="60" y="32"/>
                      <a:pt x="60" y="32"/>
                    </a:cubicBezTo>
                    <a:cubicBezTo>
                      <a:pt x="60" y="31"/>
                      <a:pt x="61" y="31"/>
                      <a:pt x="61" y="31"/>
                    </a:cubicBezTo>
                    <a:cubicBezTo>
                      <a:pt x="63" y="31"/>
                      <a:pt x="64" y="30"/>
                      <a:pt x="66" y="30"/>
                    </a:cubicBezTo>
                    <a:cubicBezTo>
                      <a:pt x="70" y="30"/>
                      <a:pt x="74" y="31"/>
                      <a:pt x="77" y="34"/>
                    </a:cubicBezTo>
                    <a:cubicBezTo>
                      <a:pt x="82" y="36"/>
                      <a:pt x="86" y="41"/>
                      <a:pt x="89" y="47"/>
                    </a:cubicBezTo>
                    <a:cubicBezTo>
                      <a:pt x="89" y="47"/>
                      <a:pt x="89" y="47"/>
                      <a:pt x="89" y="47"/>
                    </a:cubicBezTo>
                    <a:cubicBezTo>
                      <a:pt x="90" y="51"/>
                      <a:pt x="90" y="54"/>
                      <a:pt x="90" y="57"/>
                    </a:cubicBezTo>
                    <a:cubicBezTo>
                      <a:pt x="90" y="59"/>
                      <a:pt x="90" y="61"/>
                      <a:pt x="89" y="62"/>
                    </a:cubicBezTo>
                    <a:cubicBezTo>
                      <a:pt x="89" y="63"/>
                      <a:pt x="89" y="63"/>
                      <a:pt x="88" y="64"/>
                    </a:cubicBezTo>
                    <a:cubicBezTo>
                      <a:pt x="88" y="64"/>
                      <a:pt x="88" y="64"/>
                      <a:pt x="88" y="64"/>
                    </a:cubicBezTo>
                    <a:cubicBezTo>
                      <a:pt x="88" y="65"/>
                      <a:pt x="88" y="65"/>
                      <a:pt x="88" y="65"/>
                    </a:cubicBezTo>
                    <a:cubicBezTo>
                      <a:pt x="88" y="65"/>
                      <a:pt x="88" y="65"/>
                      <a:pt x="88" y="65"/>
                    </a:cubicBezTo>
                    <a:cubicBezTo>
                      <a:pt x="88" y="65"/>
                      <a:pt x="88" y="65"/>
                      <a:pt x="88" y="65"/>
                    </a:cubicBezTo>
                    <a:cubicBezTo>
                      <a:pt x="87" y="66"/>
                      <a:pt x="87" y="66"/>
                      <a:pt x="87" y="66"/>
                    </a:cubicBezTo>
                    <a:cubicBezTo>
                      <a:pt x="87" y="67"/>
                      <a:pt x="87" y="67"/>
                      <a:pt x="87" y="67"/>
                    </a:cubicBezTo>
                    <a:cubicBezTo>
                      <a:pt x="87" y="67"/>
                      <a:pt x="87" y="67"/>
                      <a:pt x="87" y="67"/>
                    </a:cubicBezTo>
                    <a:cubicBezTo>
                      <a:pt x="86" y="67"/>
                      <a:pt x="86" y="67"/>
                      <a:pt x="86" y="67"/>
                    </a:cubicBezTo>
                    <a:cubicBezTo>
                      <a:pt x="86" y="68"/>
                      <a:pt x="86" y="68"/>
                      <a:pt x="86" y="68"/>
                    </a:cubicBezTo>
                    <a:cubicBezTo>
                      <a:pt x="120" y="121"/>
                      <a:pt x="120" y="121"/>
                      <a:pt x="120" y="121"/>
                    </a:cubicBezTo>
                    <a:cubicBezTo>
                      <a:pt x="120" y="122"/>
                      <a:pt x="120" y="122"/>
                      <a:pt x="120" y="122"/>
                    </a:cubicBezTo>
                    <a:cubicBezTo>
                      <a:pt x="120" y="122"/>
                      <a:pt x="120" y="122"/>
                      <a:pt x="121" y="123"/>
                    </a:cubicBezTo>
                    <a:cubicBezTo>
                      <a:pt x="121" y="124"/>
                      <a:pt x="121" y="125"/>
                      <a:pt x="121" y="126"/>
                    </a:cubicBezTo>
                    <a:close/>
                    <a:moveTo>
                      <a:pt x="49" y="58"/>
                    </a:moveTo>
                    <a:cubicBezTo>
                      <a:pt x="39" y="64"/>
                      <a:pt x="39" y="64"/>
                      <a:pt x="39" y="64"/>
                    </a:cubicBezTo>
                    <a:cubicBezTo>
                      <a:pt x="39" y="64"/>
                      <a:pt x="39" y="64"/>
                      <a:pt x="39" y="64"/>
                    </a:cubicBezTo>
                    <a:cubicBezTo>
                      <a:pt x="50" y="58"/>
                      <a:pt x="50" y="58"/>
                      <a:pt x="50" y="58"/>
                    </a:cubicBezTo>
                    <a:lnTo>
                      <a:pt x="49" y="58"/>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4" name="Google Shape;804;p35"/>
              <p:cNvSpPr/>
              <p:nvPr/>
            </p:nvSpPr>
            <p:spPr>
              <a:xfrm>
                <a:off x="2898721" y="1632540"/>
                <a:ext cx="155226" cy="230224"/>
              </a:xfrm>
              <a:custGeom>
                <a:avLst/>
                <a:gdLst/>
                <a:ahLst/>
                <a:cxnLst/>
                <a:rect l="l" t="t" r="r" b="b"/>
                <a:pathLst>
                  <a:path w="69" h="102" extrusionOk="0">
                    <a:moveTo>
                      <a:pt x="69" y="96"/>
                    </a:moveTo>
                    <a:cubicBezTo>
                      <a:pt x="69" y="96"/>
                      <a:pt x="69" y="96"/>
                      <a:pt x="69" y="96"/>
                    </a:cubicBezTo>
                    <a:cubicBezTo>
                      <a:pt x="69" y="97"/>
                      <a:pt x="69" y="97"/>
                      <a:pt x="69" y="97"/>
                    </a:cubicBezTo>
                    <a:cubicBezTo>
                      <a:pt x="69" y="98"/>
                      <a:pt x="69" y="98"/>
                      <a:pt x="69" y="98"/>
                    </a:cubicBezTo>
                    <a:cubicBezTo>
                      <a:pt x="68" y="98"/>
                      <a:pt x="68" y="98"/>
                      <a:pt x="68" y="98"/>
                    </a:cubicBezTo>
                    <a:cubicBezTo>
                      <a:pt x="68" y="98"/>
                      <a:pt x="68" y="98"/>
                      <a:pt x="68" y="98"/>
                    </a:cubicBezTo>
                    <a:cubicBezTo>
                      <a:pt x="68" y="98"/>
                      <a:pt x="68" y="98"/>
                      <a:pt x="68" y="98"/>
                    </a:cubicBezTo>
                    <a:cubicBezTo>
                      <a:pt x="68" y="99"/>
                      <a:pt x="67" y="99"/>
                      <a:pt x="67" y="99"/>
                    </a:cubicBezTo>
                    <a:cubicBezTo>
                      <a:pt x="67" y="100"/>
                      <a:pt x="67" y="100"/>
                      <a:pt x="67" y="100"/>
                    </a:cubicBezTo>
                    <a:cubicBezTo>
                      <a:pt x="66" y="100"/>
                      <a:pt x="66" y="100"/>
                      <a:pt x="66" y="100"/>
                    </a:cubicBezTo>
                    <a:cubicBezTo>
                      <a:pt x="66" y="100"/>
                      <a:pt x="66" y="100"/>
                      <a:pt x="66" y="100"/>
                    </a:cubicBezTo>
                    <a:cubicBezTo>
                      <a:pt x="65" y="100"/>
                      <a:pt x="65" y="100"/>
                      <a:pt x="65" y="100"/>
                    </a:cubicBezTo>
                    <a:cubicBezTo>
                      <a:pt x="58" y="102"/>
                      <a:pt x="58" y="102"/>
                      <a:pt x="58" y="102"/>
                    </a:cubicBezTo>
                    <a:cubicBezTo>
                      <a:pt x="58" y="101"/>
                      <a:pt x="58" y="100"/>
                      <a:pt x="58" y="99"/>
                    </a:cubicBezTo>
                    <a:cubicBezTo>
                      <a:pt x="58" y="99"/>
                      <a:pt x="58" y="98"/>
                      <a:pt x="57" y="98"/>
                    </a:cubicBezTo>
                    <a:cubicBezTo>
                      <a:pt x="23" y="44"/>
                      <a:pt x="23" y="44"/>
                      <a:pt x="23" y="44"/>
                    </a:cubicBezTo>
                    <a:cubicBezTo>
                      <a:pt x="23" y="44"/>
                      <a:pt x="23" y="44"/>
                      <a:pt x="23" y="44"/>
                    </a:cubicBezTo>
                    <a:cubicBezTo>
                      <a:pt x="28" y="39"/>
                      <a:pt x="29" y="31"/>
                      <a:pt x="26" y="23"/>
                    </a:cubicBezTo>
                    <a:cubicBezTo>
                      <a:pt x="26" y="23"/>
                      <a:pt x="26" y="23"/>
                      <a:pt x="26" y="23"/>
                    </a:cubicBezTo>
                    <a:cubicBezTo>
                      <a:pt x="24" y="17"/>
                      <a:pt x="20" y="13"/>
                      <a:pt x="15" y="10"/>
                    </a:cubicBezTo>
                    <a:cubicBezTo>
                      <a:pt x="11" y="8"/>
                      <a:pt x="7" y="6"/>
                      <a:pt x="3" y="7"/>
                    </a:cubicBezTo>
                    <a:cubicBezTo>
                      <a:pt x="2" y="7"/>
                      <a:pt x="1" y="7"/>
                      <a:pt x="0" y="7"/>
                    </a:cubicBezTo>
                    <a:cubicBezTo>
                      <a:pt x="1" y="6"/>
                      <a:pt x="1" y="6"/>
                      <a:pt x="1" y="6"/>
                    </a:cubicBezTo>
                    <a:cubicBezTo>
                      <a:pt x="1" y="6"/>
                      <a:pt x="1" y="6"/>
                      <a:pt x="1" y="6"/>
                    </a:cubicBezTo>
                    <a:cubicBezTo>
                      <a:pt x="1" y="6"/>
                      <a:pt x="1" y="6"/>
                      <a:pt x="1" y="6"/>
                    </a:cubicBezTo>
                    <a:cubicBezTo>
                      <a:pt x="1" y="6"/>
                      <a:pt x="1" y="6"/>
                      <a:pt x="1" y="6"/>
                    </a:cubicBezTo>
                    <a:cubicBezTo>
                      <a:pt x="1" y="5"/>
                      <a:pt x="1" y="5"/>
                      <a:pt x="1" y="5"/>
                    </a:cubicBezTo>
                    <a:cubicBezTo>
                      <a:pt x="1" y="5"/>
                      <a:pt x="1" y="5"/>
                      <a:pt x="1" y="5"/>
                    </a:cubicBezTo>
                    <a:cubicBezTo>
                      <a:pt x="2" y="5"/>
                      <a:pt x="2" y="5"/>
                      <a:pt x="2" y="5"/>
                    </a:cubicBezTo>
                    <a:cubicBezTo>
                      <a:pt x="3" y="4"/>
                      <a:pt x="3" y="4"/>
                      <a:pt x="3" y="4"/>
                    </a:cubicBezTo>
                    <a:cubicBezTo>
                      <a:pt x="4" y="4"/>
                      <a:pt x="4" y="4"/>
                      <a:pt x="4" y="4"/>
                    </a:cubicBezTo>
                    <a:cubicBezTo>
                      <a:pt x="6" y="3"/>
                      <a:pt x="7" y="2"/>
                      <a:pt x="9" y="1"/>
                    </a:cubicBezTo>
                    <a:cubicBezTo>
                      <a:pt x="11" y="1"/>
                      <a:pt x="12" y="0"/>
                      <a:pt x="14" y="0"/>
                    </a:cubicBezTo>
                    <a:cubicBezTo>
                      <a:pt x="18" y="0"/>
                      <a:pt x="22" y="1"/>
                      <a:pt x="25" y="4"/>
                    </a:cubicBezTo>
                    <a:cubicBezTo>
                      <a:pt x="30" y="6"/>
                      <a:pt x="34" y="11"/>
                      <a:pt x="37" y="17"/>
                    </a:cubicBezTo>
                    <a:cubicBezTo>
                      <a:pt x="37" y="17"/>
                      <a:pt x="37" y="17"/>
                      <a:pt x="37" y="17"/>
                    </a:cubicBezTo>
                    <a:cubicBezTo>
                      <a:pt x="38" y="21"/>
                      <a:pt x="38" y="24"/>
                      <a:pt x="38" y="27"/>
                    </a:cubicBezTo>
                    <a:cubicBezTo>
                      <a:pt x="38" y="29"/>
                      <a:pt x="38" y="31"/>
                      <a:pt x="37" y="32"/>
                    </a:cubicBezTo>
                    <a:cubicBezTo>
                      <a:pt x="37" y="33"/>
                      <a:pt x="37" y="33"/>
                      <a:pt x="36" y="34"/>
                    </a:cubicBezTo>
                    <a:cubicBezTo>
                      <a:pt x="36" y="34"/>
                      <a:pt x="36" y="34"/>
                      <a:pt x="36" y="34"/>
                    </a:cubicBezTo>
                    <a:cubicBezTo>
                      <a:pt x="36" y="34"/>
                      <a:pt x="36" y="34"/>
                      <a:pt x="36" y="34"/>
                    </a:cubicBezTo>
                    <a:cubicBezTo>
                      <a:pt x="36" y="35"/>
                      <a:pt x="36" y="35"/>
                      <a:pt x="36" y="35"/>
                    </a:cubicBezTo>
                    <a:cubicBezTo>
                      <a:pt x="36" y="35"/>
                      <a:pt x="36" y="35"/>
                      <a:pt x="36" y="35"/>
                    </a:cubicBezTo>
                    <a:cubicBezTo>
                      <a:pt x="36" y="35"/>
                      <a:pt x="36" y="35"/>
                      <a:pt x="36" y="35"/>
                    </a:cubicBezTo>
                    <a:cubicBezTo>
                      <a:pt x="36" y="35"/>
                      <a:pt x="36" y="35"/>
                      <a:pt x="36" y="35"/>
                    </a:cubicBezTo>
                    <a:cubicBezTo>
                      <a:pt x="35" y="36"/>
                      <a:pt x="35" y="36"/>
                      <a:pt x="35" y="36"/>
                    </a:cubicBezTo>
                    <a:cubicBezTo>
                      <a:pt x="35" y="37"/>
                      <a:pt x="35" y="37"/>
                      <a:pt x="35" y="37"/>
                    </a:cubicBezTo>
                    <a:cubicBezTo>
                      <a:pt x="35" y="37"/>
                      <a:pt x="35" y="37"/>
                      <a:pt x="35" y="37"/>
                    </a:cubicBezTo>
                    <a:cubicBezTo>
                      <a:pt x="34" y="37"/>
                      <a:pt x="34" y="37"/>
                      <a:pt x="34" y="37"/>
                    </a:cubicBezTo>
                    <a:cubicBezTo>
                      <a:pt x="34" y="38"/>
                      <a:pt x="34" y="38"/>
                      <a:pt x="34" y="38"/>
                    </a:cubicBezTo>
                    <a:cubicBezTo>
                      <a:pt x="68" y="91"/>
                      <a:pt x="68" y="91"/>
                      <a:pt x="68" y="91"/>
                    </a:cubicBezTo>
                    <a:cubicBezTo>
                      <a:pt x="68" y="92"/>
                      <a:pt x="68" y="92"/>
                      <a:pt x="68" y="92"/>
                    </a:cubicBezTo>
                    <a:cubicBezTo>
                      <a:pt x="68" y="92"/>
                      <a:pt x="68" y="92"/>
                      <a:pt x="69" y="93"/>
                    </a:cubicBezTo>
                    <a:cubicBezTo>
                      <a:pt x="69" y="94"/>
                      <a:pt x="69" y="95"/>
                      <a:pt x="69" y="9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5" name="Google Shape;805;p35"/>
              <p:cNvSpPr/>
              <p:nvPr/>
            </p:nvSpPr>
            <p:spPr>
              <a:xfrm>
                <a:off x="2752216" y="1397084"/>
                <a:ext cx="282546" cy="233713"/>
              </a:xfrm>
              <a:custGeom>
                <a:avLst/>
                <a:gdLst/>
                <a:ahLst/>
                <a:cxnLst/>
                <a:rect l="l" t="t" r="r" b="b"/>
                <a:pathLst>
                  <a:path w="126" h="104" extrusionOk="0">
                    <a:moveTo>
                      <a:pt x="56" y="6"/>
                    </a:moveTo>
                    <a:cubicBezTo>
                      <a:pt x="78" y="0"/>
                      <a:pt x="104" y="17"/>
                      <a:pt x="114" y="43"/>
                    </a:cubicBezTo>
                    <a:cubicBezTo>
                      <a:pt x="126" y="77"/>
                      <a:pt x="126" y="77"/>
                      <a:pt x="126" y="77"/>
                    </a:cubicBezTo>
                    <a:cubicBezTo>
                      <a:pt x="125" y="77"/>
                      <a:pt x="125" y="77"/>
                      <a:pt x="125" y="77"/>
                    </a:cubicBezTo>
                    <a:cubicBezTo>
                      <a:pt x="112" y="80"/>
                      <a:pt x="112" y="80"/>
                      <a:pt x="112" y="80"/>
                    </a:cubicBezTo>
                    <a:cubicBezTo>
                      <a:pt x="100" y="47"/>
                      <a:pt x="100" y="47"/>
                      <a:pt x="100" y="47"/>
                    </a:cubicBezTo>
                    <a:cubicBezTo>
                      <a:pt x="93" y="30"/>
                      <a:pt x="77" y="19"/>
                      <a:pt x="63" y="23"/>
                    </a:cubicBezTo>
                    <a:cubicBezTo>
                      <a:pt x="38" y="30"/>
                      <a:pt x="38" y="30"/>
                      <a:pt x="38" y="30"/>
                    </a:cubicBezTo>
                    <a:cubicBezTo>
                      <a:pt x="24" y="34"/>
                      <a:pt x="18" y="50"/>
                      <a:pt x="24" y="67"/>
                    </a:cubicBezTo>
                    <a:cubicBezTo>
                      <a:pt x="36" y="101"/>
                      <a:pt x="36" y="101"/>
                      <a:pt x="36" y="101"/>
                    </a:cubicBezTo>
                    <a:cubicBezTo>
                      <a:pt x="23" y="104"/>
                      <a:pt x="23" y="104"/>
                      <a:pt x="23" y="104"/>
                    </a:cubicBezTo>
                    <a:cubicBezTo>
                      <a:pt x="22" y="104"/>
                      <a:pt x="22" y="104"/>
                      <a:pt x="22" y="104"/>
                    </a:cubicBezTo>
                    <a:cubicBezTo>
                      <a:pt x="10" y="71"/>
                      <a:pt x="10" y="71"/>
                      <a:pt x="10" y="71"/>
                    </a:cubicBezTo>
                    <a:cubicBezTo>
                      <a:pt x="0" y="45"/>
                      <a:pt x="10" y="19"/>
                      <a:pt x="31" y="13"/>
                    </a:cubicBezTo>
                    <a:lnTo>
                      <a:pt x="56" y="6"/>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6" name="Google Shape;806;p35"/>
              <p:cNvSpPr/>
              <p:nvPr/>
            </p:nvSpPr>
            <p:spPr>
              <a:xfrm>
                <a:off x="2898721" y="1885438"/>
                <a:ext cx="252896" cy="74998"/>
              </a:xfrm>
              <a:custGeom>
                <a:avLst/>
                <a:gdLst/>
                <a:ahLst/>
                <a:cxnLst/>
                <a:rect l="l" t="t" r="r" b="b"/>
                <a:pathLst>
                  <a:path w="145" h="43" extrusionOk="0">
                    <a:moveTo>
                      <a:pt x="145" y="0"/>
                    </a:moveTo>
                    <a:lnTo>
                      <a:pt x="131" y="9"/>
                    </a:lnTo>
                    <a:lnTo>
                      <a:pt x="0" y="43"/>
                    </a:lnTo>
                    <a:lnTo>
                      <a:pt x="13" y="36"/>
                    </a:lnTo>
                    <a:lnTo>
                      <a:pt x="145"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7" name="Google Shape;807;p35"/>
              <p:cNvSpPr/>
              <p:nvPr/>
            </p:nvSpPr>
            <p:spPr>
              <a:xfrm>
                <a:off x="2760937" y="1679632"/>
                <a:ext cx="113368" cy="249410"/>
              </a:xfrm>
              <a:custGeom>
                <a:avLst/>
                <a:gdLst/>
                <a:ahLst/>
                <a:cxnLst/>
                <a:rect l="l" t="t" r="r" b="b"/>
                <a:pathLst>
                  <a:path w="65" h="143" extrusionOk="0">
                    <a:moveTo>
                      <a:pt x="65" y="136"/>
                    </a:moveTo>
                    <a:lnTo>
                      <a:pt x="52" y="143"/>
                    </a:lnTo>
                    <a:lnTo>
                      <a:pt x="0" y="8"/>
                    </a:lnTo>
                    <a:lnTo>
                      <a:pt x="14" y="0"/>
                    </a:lnTo>
                    <a:lnTo>
                      <a:pt x="65" y="136"/>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8" name="Google Shape;808;p35"/>
              <p:cNvSpPr/>
              <p:nvPr/>
            </p:nvSpPr>
            <p:spPr>
              <a:xfrm>
                <a:off x="2851630" y="1916833"/>
                <a:ext cx="69764" cy="48835"/>
              </a:xfrm>
              <a:custGeom>
                <a:avLst/>
                <a:gdLst/>
                <a:ahLst/>
                <a:cxnLst/>
                <a:rect l="l" t="t" r="r" b="b"/>
                <a:pathLst>
                  <a:path w="31" h="22" extrusionOk="0">
                    <a:moveTo>
                      <a:pt x="31" y="14"/>
                    </a:moveTo>
                    <a:cubicBezTo>
                      <a:pt x="21" y="20"/>
                      <a:pt x="21" y="20"/>
                      <a:pt x="21" y="20"/>
                    </a:cubicBezTo>
                    <a:cubicBezTo>
                      <a:pt x="13" y="22"/>
                      <a:pt x="3" y="16"/>
                      <a:pt x="0" y="6"/>
                    </a:cubicBezTo>
                    <a:cubicBezTo>
                      <a:pt x="10" y="0"/>
                      <a:pt x="10" y="0"/>
                      <a:pt x="10" y="0"/>
                    </a:cubicBezTo>
                    <a:cubicBezTo>
                      <a:pt x="14" y="10"/>
                      <a:pt x="23" y="16"/>
                      <a:pt x="31" y="1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09" name="Google Shape;809;p35"/>
              <p:cNvSpPr/>
              <p:nvPr/>
            </p:nvSpPr>
            <p:spPr>
              <a:xfrm>
                <a:off x="3226613" y="2176706"/>
                <a:ext cx="24418" cy="17441"/>
              </a:xfrm>
              <a:custGeom>
                <a:avLst/>
                <a:gdLst/>
                <a:ahLst/>
                <a:cxnLst/>
                <a:rect l="l" t="t" r="r" b="b"/>
                <a:pathLst>
                  <a:path w="14" h="10" extrusionOk="0">
                    <a:moveTo>
                      <a:pt x="14" y="3"/>
                    </a:moveTo>
                    <a:lnTo>
                      <a:pt x="0" y="10"/>
                    </a:lnTo>
                    <a:lnTo>
                      <a:pt x="0" y="8"/>
                    </a:lnTo>
                    <a:lnTo>
                      <a:pt x="13" y="0"/>
                    </a:lnTo>
                    <a:lnTo>
                      <a:pt x="14" y="3"/>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10" name="Google Shape;810;p35"/>
              <p:cNvSpPr/>
              <p:nvPr/>
            </p:nvSpPr>
            <p:spPr>
              <a:xfrm>
                <a:off x="3221381" y="2174963"/>
                <a:ext cx="27906" cy="15698"/>
              </a:xfrm>
              <a:custGeom>
                <a:avLst/>
                <a:gdLst/>
                <a:ahLst/>
                <a:cxnLst/>
                <a:rect l="l" t="t" r="r" b="b"/>
                <a:pathLst>
                  <a:path w="12" h="7" extrusionOk="0">
                    <a:moveTo>
                      <a:pt x="12" y="1"/>
                    </a:moveTo>
                    <a:cubicBezTo>
                      <a:pt x="2" y="7"/>
                      <a:pt x="2" y="7"/>
                      <a:pt x="2" y="7"/>
                    </a:cubicBezTo>
                    <a:cubicBezTo>
                      <a:pt x="1" y="7"/>
                      <a:pt x="1" y="6"/>
                      <a:pt x="0" y="6"/>
                    </a:cubicBezTo>
                    <a:cubicBezTo>
                      <a:pt x="11" y="0"/>
                      <a:pt x="11" y="0"/>
                      <a:pt x="11" y="0"/>
                    </a:cubicBezTo>
                    <a:cubicBezTo>
                      <a:pt x="12" y="0"/>
                      <a:pt x="12" y="0"/>
                      <a:pt x="12" y="1"/>
                    </a:cubicBez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11" name="Google Shape;811;p35"/>
              <p:cNvSpPr/>
              <p:nvPr/>
            </p:nvSpPr>
            <p:spPr>
              <a:xfrm>
                <a:off x="3226613" y="2181939"/>
                <a:ext cx="24418" cy="15698"/>
              </a:xfrm>
              <a:custGeom>
                <a:avLst/>
                <a:gdLst/>
                <a:ahLst/>
                <a:cxnLst/>
                <a:rect l="l" t="t" r="r" b="b"/>
                <a:pathLst>
                  <a:path w="11" h="7" extrusionOk="0">
                    <a:moveTo>
                      <a:pt x="11" y="1"/>
                    </a:moveTo>
                    <a:cubicBezTo>
                      <a:pt x="0" y="7"/>
                      <a:pt x="0" y="7"/>
                      <a:pt x="0" y="7"/>
                    </a:cubicBezTo>
                    <a:cubicBezTo>
                      <a:pt x="0" y="7"/>
                      <a:pt x="0" y="6"/>
                      <a:pt x="0" y="6"/>
                    </a:cubicBezTo>
                    <a:cubicBezTo>
                      <a:pt x="11" y="0"/>
                      <a:pt x="11" y="0"/>
                      <a:pt x="11" y="0"/>
                    </a:cubicBezTo>
                    <a:cubicBezTo>
                      <a:pt x="11" y="0"/>
                      <a:pt x="11" y="1"/>
                      <a:pt x="11" y="1"/>
                    </a:cubicBez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12" name="Google Shape;812;p35"/>
              <p:cNvSpPr/>
              <p:nvPr/>
            </p:nvSpPr>
            <p:spPr>
              <a:xfrm>
                <a:off x="3226613" y="2183683"/>
                <a:ext cx="24418" cy="13953"/>
              </a:xfrm>
              <a:custGeom>
                <a:avLst/>
                <a:gdLst/>
                <a:ahLst/>
                <a:cxnLst/>
                <a:rect l="l" t="t" r="r" b="b"/>
                <a:pathLst>
                  <a:path w="14" h="8" extrusionOk="0">
                    <a:moveTo>
                      <a:pt x="14" y="0"/>
                    </a:moveTo>
                    <a:lnTo>
                      <a:pt x="0" y="8"/>
                    </a:lnTo>
                    <a:lnTo>
                      <a:pt x="0" y="8"/>
                    </a:lnTo>
                    <a:lnTo>
                      <a:pt x="14" y="0"/>
                    </a:lnTo>
                    <a:lnTo>
                      <a:pt x="14" y="0"/>
                    </a:ln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13" name="Google Shape;813;p35"/>
              <p:cNvSpPr/>
              <p:nvPr/>
            </p:nvSpPr>
            <p:spPr>
              <a:xfrm>
                <a:off x="3305099" y="2326701"/>
                <a:ext cx="47091" cy="20929"/>
              </a:xfrm>
              <a:custGeom>
                <a:avLst/>
                <a:gdLst/>
                <a:ahLst/>
                <a:cxnLst/>
                <a:rect l="l" t="t" r="r" b="b"/>
                <a:pathLst>
                  <a:path w="27" h="12" extrusionOk="0">
                    <a:moveTo>
                      <a:pt x="27" y="0"/>
                    </a:moveTo>
                    <a:lnTo>
                      <a:pt x="13" y="8"/>
                    </a:lnTo>
                    <a:lnTo>
                      <a:pt x="0" y="12"/>
                    </a:lnTo>
                    <a:lnTo>
                      <a:pt x="14" y="4"/>
                    </a:lnTo>
                    <a:lnTo>
                      <a:pt x="27" y="0"/>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14" name="Google Shape;814;p35"/>
              <p:cNvSpPr/>
              <p:nvPr/>
            </p:nvSpPr>
            <p:spPr>
              <a:xfrm>
                <a:off x="3245799" y="2232518"/>
                <a:ext cx="26162" cy="19186"/>
              </a:xfrm>
              <a:custGeom>
                <a:avLst/>
                <a:gdLst/>
                <a:ahLst/>
                <a:cxnLst/>
                <a:rect l="l" t="t" r="r" b="b"/>
                <a:pathLst>
                  <a:path w="15" h="11" extrusionOk="0">
                    <a:moveTo>
                      <a:pt x="15" y="3"/>
                    </a:moveTo>
                    <a:lnTo>
                      <a:pt x="2" y="11"/>
                    </a:lnTo>
                    <a:lnTo>
                      <a:pt x="0" y="8"/>
                    </a:lnTo>
                    <a:lnTo>
                      <a:pt x="15" y="0"/>
                    </a:lnTo>
                    <a:lnTo>
                      <a:pt x="15" y="3"/>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15" name="Google Shape;815;p35"/>
              <p:cNvSpPr/>
              <p:nvPr/>
            </p:nvSpPr>
            <p:spPr>
              <a:xfrm>
                <a:off x="3244054" y="2230775"/>
                <a:ext cx="27906" cy="15698"/>
              </a:xfrm>
              <a:custGeom>
                <a:avLst/>
                <a:gdLst/>
                <a:ahLst/>
                <a:cxnLst/>
                <a:rect l="l" t="t" r="r" b="b"/>
                <a:pathLst>
                  <a:path w="12" h="7" extrusionOk="0">
                    <a:moveTo>
                      <a:pt x="12" y="1"/>
                    </a:moveTo>
                    <a:cubicBezTo>
                      <a:pt x="1" y="7"/>
                      <a:pt x="1" y="7"/>
                      <a:pt x="1" y="7"/>
                    </a:cubicBezTo>
                    <a:cubicBezTo>
                      <a:pt x="1" y="7"/>
                      <a:pt x="0" y="7"/>
                      <a:pt x="0" y="7"/>
                    </a:cubicBezTo>
                    <a:cubicBezTo>
                      <a:pt x="11" y="1"/>
                      <a:pt x="11" y="1"/>
                      <a:pt x="11" y="1"/>
                    </a:cubicBezTo>
                    <a:cubicBezTo>
                      <a:pt x="11" y="0"/>
                      <a:pt x="12" y="1"/>
                      <a:pt x="12" y="1"/>
                    </a:cubicBez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16" name="Google Shape;816;p35"/>
              <p:cNvSpPr/>
              <p:nvPr/>
            </p:nvSpPr>
            <p:spPr>
              <a:xfrm>
                <a:off x="3245799" y="2237751"/>
                <a:ext cx="27906" cy="17441"/>
              </a:xfrm>
              <a:custGeom>
                <a:avLst/>
                <a:gdLst/>
                <a:ahLst/>
                <a:cxnLst/>
                <a:rect l="l" t="t" r="r" b="b"/>
                <a:pathLst>
                  <a:path w="12" h="8" extrusionOk="0">
                    <a:moveTo>
                      <a:pt x="11" y="1"/>
                    </a:moveTo>
                    <a:cubicBezTo>
                      <a:pt x="0" y="8"/>
                      <a:pt x="0" y="8"/>
                      <a:pt x="0" y="8"/>
                    </a:cubicBezTo>
                    <a:cubicBezTo>
                      <a:pt x="1" y="7"/>
                      <a:pt x="1" y="7"/>
                      <a:pt x="1" y="6"/>
                    </a:cubicBezTo>
                    <a:cubicBezTo>
                      <a:pt x="11" y="0"/>
                      <a:pt x="11" y="0"/>
                      <a:pt x="11" y="0"/>
                    </a:cubicBezTo>
                    <a:cubicBezTo>
                      <a:pt x="12" y="1"/>
                      <a:pt x="11" y="1"/>
                      <a:pt x="11" y="1"/>
                    </a:cubicBez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17" name="Google Shape;817;p35"/>
              <p:cNvSpPr/>
              <p:nvPr/>
            </p:nvSpPr>
            <p:spPr>
              <a:xfrm>
                <a:off x="3245799" y="2239495"/>
                <a:ext cx="26162" cy="15698"/>
              </a:xfrm>
              <a:custGeom>
                <a:avLst/>
                <a:gdLst/>
                <a:ahLst/>
                <a:cxnLst/>
                <a:rect l="l" t="t" r="r" b="b"/>
                <a:pathLst>
                  <a:path w="15" h="9" extrusionOk="0">
                    <a:moveTo>
                      <a:pt x="15" y="0"/>
                    </a:moveTo>
                    <a:lnTo>
                      <a:pt x="0" y="9"/>
                    </a:lnTo>
                    <a:lnTo>
                      <a:pt x="0" y="9"/>
                    </a:lnTo>
                    <a:lnTo>
                      <a:pt x="15" y="0"/>
                    </a:lnTo>
                    <a:lnTo>
                      <a:pt x="15" y="0"/>
                    </a:ln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18" name="Google Shape;818;p35"/>
              <p:cNvSpPr/>
              <p:nvPr/>
            </p:nvSpPr>
            <p:spPr>
              <a:xfrm>
                <a:off x="3249287" y="2270889"/>
                <a:ext cx="80229" cy="76742"/>
              </a:xfrm>
              <a:custGeom>
                <a:avLst/>
                <a:gdLst/>
                <a:ahLst/>
                <a:cxnLst/>
                <a:rect l="l" t="t" r="r" b="b"/>
                <a:pathLst>
                  <a:path w="46" h="44" extrusionOk="0">
                    <a:moveTo>
                      <a:pt x="46" y="36"/>
                    </a:moveTo>
                    <a:lnTo>
                      <a:pt x="32" y="44"/>
                    </a:lnTo>
                    <a:lnTo>
                      <a:pt x="0" y="8"/>
                    </a:lnTo>
                    <a:lnTo>
                      <a:pt x="13" y="0"/>
                    </a:lnTo>
                    <a:lnTo>
                      <a:pt x="46" y="36"/>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819" name="Google Shape;819;p35"/>
              <p:cNvPicPr preferRelativeResize="0"/>
              <p:nvPr/>
            </p:nvPicPr>
            <p:blipFill rotWithShape="1">
              <a:blip r:embed="rId20">
                <a:alphaModFix/>
              </a:blip>
              <a:srcRect/>
              <a:stretch/>
            </p:blipFill>
            <p:spPr>
              <a:xfrm>
                <a:off x="2999879" y="2326701"/>
                <a:ext cx="47091" cy="47092"/>
              </a:xfrm>
              <a:prstGeom prst="rect">
                <a:avLst/>
              </a:prstGeom>
              <a:noFill/>
              <a:ln>
                <a:noFill/>
              </a:ln>
            </p:spPr>
          </p:pic>
          <p:sp>
            <p:nvSpPr>
              <p:cNvPr id="820" name="Google Shape;820;p35"/>
              <p:cNvSpPr/>
              <p:nvPr/>
            </p:nvSpPr>
            <p:spPr>
              <a:xfrm>
                <a:off x="3010344" y="2270889"/>
                <a:ext cx="261617" cy="78486"/>
              </a:xfrm>
              <a:custGeom>
                <a:avLst/>
                <a:gdLst/>
                <a:ahLst/>
                <a:cxnLst/>
                <a:rect l="l" t="t" r="r" b="b"/>
                <a:pathLst>
                  <a:path w="150" h="45" extrusionOk="0">
                    <a:moveTo>
                      <a:pt x="150" y="0"/>
                    </a:moveTo>
                    <a:lnTo>
                      <a:pt x="137" y="8"/>
                    </a:lnTo>
                    <a:lnTo>
                      <a:pt x="0" y="45"/>
                    </a:lnTo>
                    <a:lnTo>
                      <a:pt x="13" y="37"/>
                    </a:lnTo>
                    <a:lnTo>
                      <a:pt x="150" y="0"/>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21" name="Google Shape;821;p35"/>
              <p:cNvSpPr/>
              <p:nvPr/>
            </p:nvSpPr>
            <p:spPr>
              <a:xfrm>
                <a:off x="2923138" y="2255193"/>
                <a:ext cx="24418" cy="15698"/>
              </a:xfrm>
              <a:custGeom>
                <a:avLst/>
                <a:gdLst/>
                <a:ahLst/>
                <a:cxnLst/>
                <a:rect l="l" t="t" r="r" b="b"/>
                <a:pathLst>
                  <a:path w="11" h="7" extrusionOk="0">
                    <a:moveTo>
                      <a:pt x="0" y="6"/>
                    </a:moveTo>
                    <a:cubicBezTo>
                      <a:pt x="11" y="0"/>
                      <a:pt x="11" y="0"/>
                      <a:pt x="11" y="0"/>
                    </a:cubicBezTo>
                    <a:cubicBezTo>
                      <a:pt x="11" y="0"/>
                      <a:pt x="11" y="1"/>
                      <a:pt x="11" y="1"/>
                    </a:cubicBezTo>
                    <a:cubicBezTo>
                      <a:pt x="0" y="7"/>
                      <a:pt x="0" y="7"/>
                      <a:pt x="0" y="7"/>
                    </a:cubicBezTo>
                    <a:cubicBezTo>
                      <a:pt x="0" y="7"/>
                      <a:pt x="0" y="6"/>
                      <a:pt x="0" y="6"/>
                    </a:cubicBez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22" name="Google Shape;822;p35"/>
              <p:cNvSpPr/>
              <p:nvPr/>
            </p:nvSpPr>
            <p:spPr>
              <a:xfrm>
                <a:off x="2947556" y="2174963"/>
                <a:ext cx="303475" cy="88951"/>
              </a:xfrm>
              <a:custGeom>
                <a:avLst/>
                <a:gdLst/>
                <a:ahLst/>
                <a:cxnLst/>
                <a:rect l="l" t="t" r="r" b="b"/>
                <a:pathLst>
                  <a:path w="135" h="40" extrusionOk="0">
                    <a:moveTo>
                      <a:pt x="133" y="0"/>
                    </a:moveTo>
                    <a:cubicBezTo>
                      <a:pt x="134" y="0"/>
                      <a:pt x="134" y="0"/>
                      <a:pt x="134" y="1"/>
                    </a:cubicBezTo>
                    <a:cubicBezTo>
                      <a:pt x="135" y="3"/>
                      <a:pt x="135" y="3"/>
                      <a:pt x="135" y="3"/>
                    </a:cubicBezTo>
                    <a:cubicBezTo>
                      <a:pt x="135" y="3"/>
                      <a:pt x="135" y="4"/>
                      <a:pt x="135" y="4"/>
                    </a:cubicBezTo>
                    <a:cubicBezTo>
                      <a:pt x="2" y="40"/>
                      <a:pt x="2" y="40"/>
                      <a:pt x="2" y="40"/>
                    </a:cubicBezTo>
                    <a:cubicBezTo>
                      <a:pt x="1" y="40"/>
                      <a:pt x="1" y="40"/>
                      <a:pt x="0" y="39"/>
                    </a:cubicBezTo>
                    <a:cubicBezTo>
                      <a:pt x="0" y="37"/>
                      <a:pt x="0" y="37"/>
                      <a:pt x="0" y="37"/>
                    </a:cubicBezTo>
                    <a:cubicBezTo>
                      <a:pt x="0" y="37"/>
                      <a:pt x="0" y="36"/>
                      <a:pt x="0" y="36"/>
                    </a:cubicBezTo>
                    <a:lnTo>
                      <a:pt x="13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23" name="Google Shape;823;p35"/>
              <p:cNvSpPr/>
              <p:nvPr/>
            </p:nvSpPr>
            <p:spPr>
              <a:xfrm>
                <a:off x="2924883" y="2262169"/>
                <a:ext cx="27906" cy="15698"/>
              </a:xfrm>
              <a:custGeom>
                <a:avLst/>
                <a:gdLst/>
                <a:ahLst/>
                <a:cxnLst/>
                <a:rect l="l" t="t" r="r" b="b"/>
                <a:pathLst>
                  <a:path w="12" h="7" extrusionOk="0">
                    <a:moveTo>
                      <a:pt x="12" y="1"/>
                    </a:moveTo>
                    <a:cubicBezTo>
                      <a:pt x="1" y="7"/>
                      <a:pt x="1" y="7"/>
                      <a:pt x="1" y="7"/>
                    </a:cubicBezTo>
                    <a:cubicBezTo>
                      <a:pt x="1" y="7"/>
                      <a:pt x="0" y="7"/>
                      <a:pt x="0" y="6"/>
                    </a:cubicBezTo>
                    <a:cubicBezTo>
                      <a:pt x="10" y="0"/>
                      <a:pt x="10" y="0"/>
                      <a:pt x="10" y="0"/>
                    </a:cubicBezTo>
                    <a:cubicBezTo>
                      <a:pt x="11" y="1"/>
                      <a:pt x="11" y="1"/>
                      <a:pt x="12" y="1"/>
                    </a:cubicBez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24" name="Google Shape;824;p35"/>
              <p:cNvSpPr/>
              <p:nvPr/>
            </p:nvSpPr>
            <p:spPr>
              <a:xfrm>
                <a:off x="2923138" y="2255193"/>
                <a:ext cx="24418" cy="13953"/>
              </a:xfrm>
              <a:custGeom>
                <a:avLst/>
                <a:gdLst/>
                <a:ahLst/>
                <a:cxnLst/>
                <a:rect l="l" t="t" r="r" b="b"/>
                <a:pathLst>
                  <a:path w="14" h="8" extrusionOk="0">
                    <a:moveTo>
                      <a:pt x="0" y="8"/>
                    </a:moveTo>
                    <a:lnTo>
                      <a:pt x="14" y="0"/>
                    </a:lnTo>
                    <a:lnTo>
                      <a:pt x="14" y="0"/>
                    </a:lnTo>
                    <a:lnTo>
                      <a:pt x="1" y="8"/>
                    </a:lnTo>
                    <a:lnTo>
                      <a:pt x="0" y="8"/>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25" name="Google Shape;825;p35"/>
              <p:cNvSpPr/>
              <p:nvPr/>
            </p:nvSpPr>
            <p:spPr>
              <a:xfrm>
                <a:off x="2923138" y="2256936"/>
                <a:ext cx="24418" cy="19186"/>
              </a:xfrm>
              <a:custGeom>
                <a:avLst/>
                <a:gdLst/>
                <a:ahLst/>
                <a:cxnLst/>
                <a:rect l="l" t="t" r="r" b="b"/>
                <a:pathLst>
                  <a:path w="14" h="11" extrusionOk="0">
                    <a:moveTo>
                      <a:pt x="14" y="3"/>
                    </a:moveTo>
                    <a:lnTo>
                      <a:pt x="1" y="11"/>
                    </a:lnTo>
                    <a:lnTo>
                      <a:pt x="0" y="8"/>
                    </a:lnTo>
                    <a:lnTo>
                      <a:pt x="14" y="0"/>
                    </a:lnTo>
                    <a:lnTo>
                      <a:pt x="14" y="3"/>
                    </a:ln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26" name="Google Shape;826;p35"/>
              <p:cNvSpPr/>
              <p:nvPr/>
            </p:nvSpPr>
            <p:spPr>
              <a:xfrm>
                <a:off x="2944068" y="2311005"/>
                <a:ext cx="24418" cy="19186"/>
              </a:xfrm>
              <a:custGeom>
                <a:avLst/>
                <a:gdLst/>
                <a:ahLst/>
                <a:cxnLst/>
                <a:rect l="l" t="t" r="r" b="b"/>
                <a:pathLst>
                  <a:path w="11" h="8" extrusionOk="0">
                    <a:moveTo>
                      <a:pt x="1" y="6"/>
                    </a:moveTo>
                    <a:cubicBezTo>
                      <a:pt x="11" y="0"/>
                      <a:pt x="11" y="0"/>
                      <a:pt x="11" y="0"/>
                    </a:cubicBezTo>
                    <a:cubicBezTo>
                      <a:pt x="11" y="0"/>
                      <a:pt x="11" y="1"/>
                      <a:pt x="11" y="1"/>
                    </a:cubicBezTo>
                    <a:cubicBezTo>
                      <a:pt x="1" y="8"/>
                      <a:pt x="1" y="8"/>
                      <a:pt x="1" y="8"/>
                    </a:cubicBezTo>
                    <a:cubicBezTo>
                      <a:pt x="0" y="7"/>
                      <a:pt x="0" y="7"/>
                      <a:pt x="1" y="6"/>
                    </a:cubicBez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27" name="Google Shape;827;p35"/>
              <p:cNvSpPr/>
              <p:nvPr/>
            </p:nvSpPr>
            <p:spPr>
              <a:xfrm>
                <a:off x="2968485" y="2230775"/>
                <a:ext cx="305220" cy="88951"/>
              </a:xfrm>
              <a:custGeom>
                <a:avLst/>
                <a:gdLst/>
                <a:ahLst/>
                <a:cxnLst/>
                <a:rect l="l" t="t" r="r" b="b"/>
                <a:pathLst>
                  <a:path w="136" h="40" extrusionOk="0">
                    <a:moveTo>
                      <a:pt x="134" y="1"/>
                    </a:moveTo>
                    <a:cubicBezTo>
                      <a:pt x="134" y="0"/>
                      <a:pt x="135" y="1"/>
                      <a:pt x="135" y="1"/>
                    </a:cubicBezTo>
                    <a:cubicBezTo>
                      <a:pt x="135" y="3"/>
                      <a:pt x="135" y="3"/>
                      <a:pt x="135" y="3"/>
                    </a:cubicBezTo>
                    <a:cubicBezTo>
                      <a:pt x="136" y="4"/>
                      <a:pt x="135" y="4"/>
                      <a:pt x="135" y="4"/>
                    </a:cubicBezTo>
                    <a:cubicBezTo>
                      <a:pt x="2" y="40"/>
                      <a:pt x="2" y="40"/>
                      <a:pt x="2" y="40"/>
                    </a:cubicBezTo>
                    <a:cubicBezTo>
                      <a:pt x="2" y="40"/>
                      <a:pt x="1" y="40"/>
                      <a:pt x="1" y="39"/>
                    </a:cubicBezTo>
                    <a:cubicBezTo>
                      <a:pt x="0" y="37"/>
                      <a:pt x="0" y="37"/>
                      <a:pt x="0" y="37"/>
                    </a:cubicBezTo>
                    <a:cubicBezTo>
                      <a:pt x="0" y="37"/>
                      <a:pt x="0" y="36"/>
                      <a:pt x="1" y="36"/>
                    </a:cubicBezTo>
                    <a:lnTo>
                      <a:pt x="134" y="1"/>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28" name="Google Shape;828;p35"/>
              <p:cNvSpPr/>
              <p:nvPr/>
            </p:nvSpPr>
            <p:spPr>
              <a:xfrm>
                <a:off x="2945812" y="2317981"/>
                <a:ext cx="26162" cy="15698"/>
              </a:xfrm>
              <a:custGeom>
                <a:avLst/>
                <a:gdLst/>
                <a:ahLst/>
                <a:cxnLst/>
                <a:rect l="l" t="t" r="r" b="b"/>
                <a:pathLst>
                  <a:path w="12" h="7" extrusionOk="0">
                    <a:moveTo>
                      <a:pt x="12" y="1"/>
                    </a:moveTo>
                    <a:cubicBezTo>
                      <a:pt x="1" y="7"/>
                      <a:pt x="1" y="7"/>
                      <a:pt x="1" y="7"/>
                    </a:cubicBezTo>
                    <a:cubicBezTo>
                      <a:pt x="1" y="7"/>
                      <a:pt x="0" y="7"/>
                      <a:pt x="0" y="6"/>
                    </a:cubicBezTo>
                    <a:cubicBezTo>
                      <a:pt x="11" y="0"/>
                      <a:pt x="11" y="0"/>
                      <a:pt x="11" y="0"/>
                    </a:cubicBezTo>
                    <a:cubicBezTo>
                      <a:pt x="11" y="1"/>
                      <a:pt x="12" y="1"/>
                      <a:pt x="12" y="1"/>
                    </a:cubicBez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29" name="Google Shape;829;p35"/>
              <p:cNvSpPr/>
              <p:nvPr/>
            </p:nvSpPr>
            <p:spPr>
              <a:xfrm>
                <a:off x="2945812" y="2311005"/>
                <a:ext cx="24418" cy="13953"/>
              </a:xfrm>
              <a:custGeom>
                <a:avLst/>
                <a:gdLst/>
                <a:ahLst/>
                <a:cxnLst/>
                <a:rect l="l" t="t" r="r" b="b"/>
                <a:pathLst>
                  <a:path w="14" h="8" extrusionOk="0">
                    <a:moveTo>
                      <a:pt x="0" y="8"/>
                    </a:moveTo>
                    <a:lnTo>
                      <a:pt x="13" y="0"/>
                    </a:lnTo>
                    <a:lnTo>
                      <a:pt x="14" y="0"/>
                    </a:lnTo>
                    <a:lnTo>
                      <a:pt x="0" y="8"/>
                    </a:lnTo>
                    <a:lnTo>
                      <a:pt x="0" y="8"/>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30" name="Google Shape;830;p35"/>
              <p:cNvSpPr/>
              <p:nvPr/>
            </p:nvSpPr>
            <p:spPr>
              <a:xfrm>
                <a:off x="2945812" y="2314493"/>
                <a:ext cx="24418" cy="17441"/>
              </a:xfrm>
              <a:custGeom>
                <a:avLst/>
                <a:gdLst/>
                <a:ahLst/>
                <a:cxnLst/>
                <a:rect l="l" t="t" r="r" b="b"/>
                <a:pathLst>
                  <a:path w="14" h="10" extrusionOk="0">
                    <a:moveTo>
                      <a:pt x="14" y="2"/>
                    </a:moveTo>
                    <a:lnTo>
                      <a:pt x="0" y="10"/>
                    </a:lnTo>
                    <a:lnTo>
                      <a:pt x="0" y="9"/>
                    </a:lnTo>
                    <a:lnTo>
                      <a:pt x="13" y="0"/>
                    </a:lnTo>
                    <a:lnTo>
                      <a:pt x="14" y="2"/>
                    </a:ln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831" name="Google Shape;831;p35"/>
              <p:cNvPicPr preferRelativeResize="0"/>
              <p:nvPr/>
            </p:nvPicPr>
            <p:blipFill rotWithShape="1">
              <a:blip r:embed="rId21">
                <a:alphaModFix/>
              </a:blip>
              <a:srcRect/>
              <a:stretch/>
            </p:blipFill>
            <p:spPr>
              <a:xfrm>
                <a:off x="3001624" y="2345887"/>
                <a:ext cx="68021" cy="249410"/>
              </a:xfrm>
              <a:prstGeom prst="rect">
                <a:avLst/>
              </a:prstGeom>
              <a:noFill/>
              <a:ln>
                <a:noFill/>
              </a:ln>
            </p:spPr>
          </p:pic>
          <p:pic>
            <p:nvPicPr>
              <p:cNvPr id="832" name="Google Shape;832;p35"/>
              <p:cNvPicPr preferRelativeResize="0"/>
              <p:nvPr/>
            </p:nvPicPr>
            <p:blipFill rotWithShape="1">
              <a:blip r:embed="rId22">
                <a:alphaModFix/>
              </a:blip>
              <a:srcRect/>
              <a:stretch/>
            </p:blipFill>
            <p:spPr>
              <a:xfrm>
                <a:off x="3026041" y="2560414"/>
                <a:ext cx="54068" cy="148251"/>
              </a:xfrm>
              <a:prstGeom prst="rect">
                <a:avLst/>
              </a:prstGeom>
              <a:noFill/>
              <a:ln>
                <a:noFill/>
              </a:ln>
            </p:spPr>
          </p:pic>
          <p:sp>
            <p:nvSpPr>
              <p:cNvPr id="833" name="Google Shape;833;p35"/>
              <p:cNvSpPr/>
              <p:nvPr/>
            </p:nvSpPr>
            <p:spPr>
              <a:xfrm>
                <a:off x="2896977" y="2112174"/>
                <a:ext cx="455213" cy="577306"/>
              </a:xfrm>
              <a:custGeom>
                <a:avLst/>
                <a:gdLst/>
                <a:ahLst/>
                <a:cxnLst/>
                <a:rect l="l" t="t" r="r" b="b"/>
                <a:pathLst>
                  <a:path w="203" h="257" extrusionOk="0">
                    <a:moveTo>
                      <a:pt x="0" y="45"/>
                    </a:moveTo>
                    <a:cubicBezTo>
                      <a:pt x="167" y="0"/>
                      <a:pt x="167" y="0"/>
                      <a:pt x="167" y="0"/>
                    </a:cubicBezTo>
                    <a:cubicBezTo>
                      <a:pt x="203" y="96"/>
                      <a:pt x="203" y="96"/>
                      <a:pt x="203" y="96"/>
                    </a:cubicBezTo>
                    <a:cubicBezTo>
                      <a:pt x="193" y="99"/>
                      <a:pt x="193" y="99"/>
                      <a:pt x="193" y="99"/>
                    </a:cubicBezTo>
                    <a:cubicBezTo>
                      <a:pt x="167" y="71"/>
                      <a:pt x="167" y="71"/>
                      <a:pt x="167" y="71"/>
                    </a:cubicBezTo>
                    <a:cubicBezTo>
                      <a:pt x="61" y="100"/>
                      <a:pt x="61" y="100"/>
                      <a:pt x="61" y="100"/>
                    </a:cubicBezTo>
                    <a:cubicBezTo>
                      <a:pt x="62" y="107"/>
                      <a:pt x="62" y="107"/>
                      <a:pt x="62" y="107"/>
                    </a:cubicBezTo>
                    <a:cubicBezTo>
                      <a:pt x="73" y="205"/>
                      <a:pt x="73" y="205"/>
                      <a:pt x="73" y="205"/>
                    </a:cubicBezTo>
                    <a:cubicBezTo>
                      <a:pt x="79" y="257"/>
                      <a:pt x="79" y="257"/>
                      <a:pt x="79" y="257"/>
                    </a:cubicBezTo>
                    <a:cubicBezTo>
                      <a:pt x="26" y="117"/>
                      <a:pt x="26" y="117"/>
                      <a:pt x="26" y="117"/>
                    </a:cubicBezTo>
                    <a:lnTo>
                      <a:pt x="0" y="45"/>
                    </a:lnTo>
                    <a:close/>
                    <a:moveTo>
                      <a:pt x="167" y="56"/>
                    </a:moveTo>
                    <a:cubicBezTo>
                      <a:pt x="167" y="54"/>
                      <a:pt x="167" y="54"/>
                      <a:pt x="167" y="54"/>
                    </a:cubicBezTo>
                    <a:cubicBezTo>
                      <a:pt x="167" y="54"/>
                      <a:pt x="166" y="53"/>
                      <a:pt x="166" y="54"/>
                    </a:cubicBezTo>
                    <a:cubicBezTo>
                      <a:pt x="33" y="89"/>
                      <a:pt x="33" y="89"/>
                      <a:pt x="33" y="89"/>
                    </a:cubicBezTo>
                    <a:cubicBezTo>
                      <a:pt x="32" y="89"/>
                      <a:pt x="32" y="90"/>
                      <a:pt x="32" y="90"/>
                    </a:cubicBezTo>
                    <a:cubicBezTo>
                      <a:pt x="33" y="92"/>
                      <a:pt x="33" y="92"/>
                      <a:pt x="33" y="92"/>
                    </a:cubicBezTo>
                    <a:cubicBezTo>
                      <a:pt x="33" y="93"/>
                      <a:pt x="34" y="93"/>
                      <a:pt x="34" y="93"/>
                    </a:cubicBezTo>
                    <a:cubicBezTo>
                      <a:pt x="167" y="57"/>
                      <a:pt x="167" y="57"/>
                      <a:pt x="167" y="57"/>
                    </a:cubicBezTo>
                    <a:cubicBezTo>
                      <a:pt x="167" y="57"/>
                      <a:pt x="168" y="57"/>
                      <a:pt x="167" y="56"/>
                    </a:cubicBezTo>
                    <a:moveTo>
                      <a:pt x="158" y="31"/>
                    </a:moveTo>
                    <a:cubicBezTo>
                      <a:pt x="157" y="29"/>
                      <a:pt x="157" y="29"/>
                      <a:pt x="157" y="29"/>
                    </a:cubicBezTo>
                    <a:cubicBezTo>
                      <a:pt x="157" y="28"/>
                      <a:pt x="157" y="28"/>
                      <a:pt x="156" y="28"/>
                    </a:cubicBezTo>
                    <a:cubicBezTo>
                      <a:pt x="23" y="64"/>
                      <a:pt x="23" y="64"/>
                      <a:pt x="23" y="64"/>
                    </a:cubicBezTo>
                    <a:cubicBezTo>
                      <a:pt x="23" y="64"/>
                      <a:pt x="23" y="65"/>
                      <a:pt x="23" y="65"/>
                    </a:cubicBezTo>
                    <a:cubicBezTo>
                      <a:pt x="23" y="67"/>
                      <a:pt x="23" y="67"/>
                      <a:pt x="23" y="67"/>
                    </a:cubicBezTo>
                    <a:cubicBezTo>
                      <a:pt x="24" y="68"/>
                      <a:pt x="24" y="68"/>
                      <a:pt x="25" y="68"/>
                    </a:cubicBezTo>
                    <a:cubicBezTo>
                      <a:pt x="158" y="32"/>
                      <a:pt x="158" y="32"/>
                      <a:pt x="158" y="32"/>
                    </a:cubicBezTo>
                    <a:cubicBezTo>
                      <a:pt x="158" y="32"/>
                      <a:pt x="158" y="31"/>
                      <a:pt x="158" y="31"/>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34" name="Google Shape;834;p35"/>
              <p:cNvSpPr/>
              <p:nvPr/>
            </p:nvSpPr>
            <p:spPr>
              <a:xfrm>
                <a:off x="2931859" y="2373793"/>
                <a:ext cx="141273" cy="327896"/>
              </a:xfrm>
              <a:custGeom>
                <a:avLst/>
                <a:gdLst/>
                <a:ahLst/>
                <a:cxnLst/>
                <a:rect l="l" t="t" r="r" b="b"/>
                <a:pathLst>
                  <a:path w="81" h="188" extrusionOk="0">
                    <a:moveTo>
                      <a:pt x="81" y="181"/>
                    </a:moveTo>
                    <a:lnTo>
                      <a:pt x="67" y="188"/>
                    </a:lnTo>
                    <a:lnTo>
                      <a:pt x="0" y="8"/>
                    </a:lnTo>
                    <a:lnTo>
                      <a:pt x="13" y="0"/>
                    </a:lnTo>
                    <a:lnTo>
                      <a:pt x="81" y="181"/>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35" name="Google Shape;835;p35"/>
              <p:cNvSpPr/>
              <p:nvPr/>
            </p:nvSpPr>
            <p:spPr>
              <a:xfrm>
                <a:off x="2869071" y="2389490"/>
                <a:ext cx="211038" cy="380219"/>
              </a:xfrm>
              <a:custGeom>
                <a:avLst/>
                <a:gdLst/>
                <a:ahLst/>
                <a:cxnLst/>
                <a:rect l="l" t="t" r="r" b="b"/>
                <a:pathLst>
                  <a:path w="121" h="218" extrusionOk="0">
                    <a:moveTo>
                      <a:pt x="121" y="210"/>
                    </a:moveTo>
                    <a:lnTo>
                      <a:pt x="107" y="218"/>
                    </a:lnTo>
                    <a:lnTo>
                      <a:pt x="0" y="8"/>
                    </a:lnTo>
                    <a:lnTo>
                      <a:pt x="14" y="0"/>
                    </a:lnTo>
                    <a:lnTo>
                      <a:pt x="121" y="21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36" name="Google Shape;836;p35"/>
              <p:cNvSpPr/>
              <p:nvPr/>
            </p:nvSpPr>
            <p:spPr>
              <a:xfrm>
                <a:off x="3033018" y="2270889"/>
                <a:ext cx="514513" cy="484867"/>
              </a:xfrm>
              <a:custGeom>
                <a:avLst/>
                <a:gdLst/>
                <a:ahLst/>
                <a:cxnLst/>
                <a:rect l="l" t="t" r="r" b="b"/>
                <a:pathLst>
                  <a:path w="295" h="278" extrusionOk="0">
                    <a:moveTo>
                      <a:pt x="137" y="0"/>
                    </a:moveTo>
                    <a:lnTo>
                      <a:pt x="170" y="36"/>
                    </a:lnTo>
                    <a:lnTo>
                      <a:pt x="183" y="32"/>
                    </a:lnTo>
                    <a:lnTo>
                      <a:pt x="282" y="5"/>
                    </a:lnTo>
                    <a:lnTo>
                      <a:pt x="295" y="206"/>
                    </a:lnTo>
                    <a:lnTo>
                      <a:pt x="27" y="278"/>
                    </a:lnTo>
                    <a:lnTo>
                      <a:pt x="23" y="240"/>
                    </a:lnTo>
                    <a:lnTo>
                      <a:pt x="16" y="173"/>
                    </a:lnTo>
                    <a:lnTo>
                      <a:pt x="1" y="46"/>
                    </a:lnTo>
                    <a:lnTo>
                      <a:pt x="0" y="37"/>
                    </a:lnTo>
                    <a:lnTo>
                      <a:pt x="137"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37" name="Google Shape;837;p35"/>
              <p:cNvSpPr/>
              <p:nvPr/>
            </p:nvSpPr>
            <p:spPr>
              <a:xfrm>
                <a:off x="3055691" y="2630179"/>
                <a:ext cx="491839" cy="139530"/>
              </a:xfrm>
              <a:custGeom>
                <a:avLst/>
                <a:gdLst/>
                <a:ahLst/>
                <a:cxnLst/>
                <a:rect l="l" t="t" r="r" b="b"/>
                <a:pathLst>
                  <a:path w="282" h="80" extrusionOk="0">
                    <a:moveTo>
                      <a:pt x="282" y="0"/>
                    </a:moveTo>
                    <a:lnTo>
                      <a:pt x="268" y="8"/>
                    </a:lnTo>
                    <a:lnTo>
                      <a:pt x="0" y="80"/>
                    </a:lnTo>
                    <a:lnTo>
                      <a:pt x="14" y="72"/>
                    </a:lnTo>
                    <a:lnTo>
                      <a:pt x="282"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38" name="Google Shape;838;p35"/>
              <p:cNvSpPr/>
              <p:nvPr/>
            </p:nvSpPr>
            <p:spPr>
              <a:xfrm>
                <a:off x="2893489" y="2373793"/>
                <a:ext cx="186620" cy="381964"/>
              </a:xfrm>
              <a:custGeom>
                <a:avLst/>
                <a:gdLst/>
                <a:ahLst/>
                <a:cxnLst/>
                <a:rect l="l" t="t" r="r" b="b"/>
                <a:pathLst>
                  <a:path w="107" h="219" extrusionOk="0">
                    <a:moveTo>
                      <a:pt x="35" y="0"/>
                    </a:moveTo>
                    <a:lnTo>
                      <a:pt x="103" y="181"/>
                    </a:lnTo>
                    <a:lnTo>
                      <a:pt x="107" y="219"/>
                    </a:lnTo>
                    <a:lnTo>
                      <a:pt x="0" y="9"/>
                    </a:lnTo>
                    <a:lnTo>
                      <a:pt x="35"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39" name="Google Shape;839;p35"/>
              <p:cNvSpPr/>
              <p:nvPr/>
            </p:nvSpPr>
            <p:spPr>
              <a:xfrm>
                <a:off x="3531833" y="3535380"/>
                <a:ext cx="26162" cy="15698"/>
              </a:xfrm>
              <a:custGeom>
                <a:avLst/>
                <a:gdLst/>
                <a:ahLst/>
                <a:cxnLst/>
                <a:rect l="l" t="t" r="r" b="b"/>
                <a:pathLst>
                  <a:path w="15" h="9" extrusionOk="0">
                    <a:moveTo>
                      <a:pt x="15" y="0"/>
                    </a:moveTo>
                    <a:lnTo>
                      <a:pt x="1" y="8"/>
                    </a:lnTo>
                    <a:lnTo>
                      <a:pt x="0" y="9"/>
                    </a:lnTo>
                    <a:lnTo>
                      <a:pt x="14" y="1"/>
                    </a:lnTo>
                    <a:lnTo>
                      <a:pt x="15" y="0"/>
                    </a:ln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40" name="Google Shape;840;p35"/>
              <p:cNvSpPr/>
              <p:nvPr/>
            </p:nvSpPr>
            <p:spPr>
              <a:xfrm>
                <a:off x="3531833" y="3418523"/>
                <a:ext cx="45347" cy="132553"/>
              </a:xfrm>
              <a:custGeom>
                <a:avLst/>
                <a:gdLst/>
                <a:ahLst/>
                <a:cxnLst/>
                <a:rect l="l" t="t" r="r" b="b"/>
                <a:pathLst>
                  <a:path w="20" h="59" extrusionOk="0">
                    <a:moveTo>
                      <a:pt x="11" y="53"/>
                    </a:moveTo>
                    <a:cubicBezTo>
                      <a:pt x="0" y="59"/>
                      <a:pt x="0" y="59"/>
                      <a:pt x="0" y="59"/>
                    </a:cubicBezTo>
                    <a:cubicBezTo>
                      <a:pt x="5" y="42"/>
                      <a:pt x="8" y="24"/>
                      <a:pt x="9" y="6"/>
                    </a:cubicBezTo>
                    <a:cubicBezTo>
                      <a:pt x="20" y="0"/>
                      <a:pt x="20" y="0"/>
                      <a:pt x="20" y="0"/>
                    </a:cubicBezTo>
                    <a:cubicBezTo>
                      <a:pt x="18" y="18"/>
                      <a:pt x="15" y="36"/>
                      <a:pt x="11" y="5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41" name="Google Shape;841;p35"/>
              <p:cNvSpPr/>
              <p:nvPr/>
            </p:nvSpPr>
            <p:spPr>
              <a:xfrm>
                <a:off x="3209172" y="2942377"/>
                <a:ext cx="368008" cy="511029"/>
              </a:xfrm>
              <a:custGeom>
                <a:avLst/>
                <a:gdLst/>
                <a:ahLst/>
                <a:cxnLst/>
                <a:rect l="l" t="t" r="r" b="b"/>
                <a:pathLst>
                  <a:path w="164" h="227" extrusionOk="0">
                    <a:moveTo>
                      <a:pt x="58" y="6"/>
                    </a:moveTo>
                    <a:cubicBezTo>
                      <a:pt x="68" y="0"/>
                      <a:pt x="68" y="0"/>
                      <a:pt x="68" y="0"/>
                    </a:cubicBezTo>
                    <a:cubicBezTo>
                      <a:pt x="28" y="23"/>
                      <a:pt x="11" y="75"/>
                      <a:pt x="30" y="127"/>
                    </a:cubicBezTo>
                    <a:cubicBezTo>
                      <a:pt x="52" y="185"/>
                      <a:pt x="110" y="221"/>
                      <a:pt x="164" y="212"/>
                    </a:cubicBezTo>
                    <a:cubicBezTo>
                      <a:pt x="153" y="218"/>
                      <a:pt x="153" y="218"/>
                      <a:pt x="153" y="218"/>
                    </a:cubicBezTo>
                    <a:cubicBezTo>
                      <a:pt x="99" y="227"/>
                      <a:pt x="41" y="191"/>
                      <a:pt x="20" y="133"/>
                    </a:cubicBezTo>
                    <a:cubicBezTo>
                      <a:pt x="0" y="81"/>
                      <a:pt x="17" y="29"/>
                      <a:pt x="58" y="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42" name="Google Shape;842;p35"/>
              <p:cNvSpPr/>
              <p:nvPr/>
            </p:nvSpPr>
            <p:spPr>
              <a:xfrm>
                <a:off x="3226613" y="2888309"/>
                <a:ext cx="540674" cy="648814"/>
              </a:xfrm>
              <a:custGeom>
                <a:avLst/>
                <a:gdLst/>
                <a:ahLst/>
                <a:cxnLst/>
                <a:rect l="l" t="t" r="r" b="b"/>
                <a:pathLst>
                  <a:path w="241" h="289" extrusionOk="0">
                    <a:moveTo>
                      <a:pt x="82" y="15"/>
                    </a:moveTo>
                    <a:cubicBezTo>
                      <a:pt x="138" y="0"/>
                      <a:pt x="201" y="37"/>
                      <a:pt x="224" y="97"/>
                    </a:cubicBezTo>
                    <a:cubicBezTo>
                      <a:pt x="241" y="143"/>
                      <a:pt x="230" y="189"/>
                      <a:pt x="200" y="215"/>
                    </a:cubicBezTo>
                    <a:cubicBezTo>
                      <a:pt x="198" y="221"/>
                      <a:pt x="195" y="227"/>
                      <a:pt x="193" y="233"/>
                    </a:cubicBezTo>
                    <a:cubicBezTo>
                      <a:pt x="184" y="254"/>
                      <a:pt x="152" y="287"/>
                      <a:pt x="147" y="289"/>
                    </a:cubicBezTo>
                    <a:cubicBezTo>
                      <a:pt x="151" y="272"/>
                      <a:pt x="154" y="254"/>
                      <a:pt x="156" y="236"/>
                    </a:cubicBezTo>
                    <a:cubicBezTo>
                      <a:pt x="102" y="245"/>
                      <a:pt x="44" y="209"/>
                      <a:pt x="22" y="151"/>
                    </a:cubicBezTo>
                    <a:cubicBezTo>
                      <a:pt x="0" y="91"/>
                      <a:pt x="26" y="30"/>
                      <a:pt x="82" y="15"/>
                    </a:cubicBez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43" name="Google Shape;843;p35"/>
              <p:cNvSpPr/>
              <p:nvPr/>
            </p:nvSpPr>
            <p:spPr>
              <a:xfrm>
                <a:off x="2748727" y="3183066"/>
                <a:ext cx="163946" cy="202318"/>
              </a:xfrm>
              <a:custGeom>
                <a:avLst/>
                <a:gdLst/>
                <a:ahLst/>
                <a:cxnLst/>
                <a:rect l="l" t="t" r="r" b="b"/>
                <a:pathLst>
                  <a:path w="73" h="90" extrusionOk="0">
                    <a:moveTo>
                      <a:pt x="54" y="84"/>
                    </a:moveTo>
                    <a:cubicBezTo>
                      <a:pt x="43" y="90"/>
                      <a:pt x="43" y="90"/>
                      <a:pt x="43" y="90"/>
                    </a:cubicBezTo>
                    <a:cubicBezTo>
                      <a:pt x="57" y="82"/>
                      <a:pt x="62" y="63"/>
                      <a:pt x="55" y="43"/>
                    </a:cubicBezTo>
                    <a:cubicBezTo>
                      <a:pt x="47" y="21"/>
                      <a:pt x="25" y="7"/>
                      <a:pt x="6" y="12"/>
                    </a:cubicBezTo>
                    <a:cubicBezTo>
                      <a:pt x="4" y="12"/>
                      <a:pt x="2" y="13"/>
                      <a:pt x="0" y="14"/>
                    </a:cubicBezTo>
                    <a:cubicBezTo>
                      <a:pt x="10" y="8"/>
                      <a:pt x="10" y="8"/>
                      <a:pt x="10" y="8"/>
                    </a:cubicBezTo>
                    <a:cubicBezTo>
                      <a:pt x="12" y="7"/>
                      <a:pt x="14" y="6"/>
                      <a:pt x="17" y="5"/>
                    </a:cubicBezTo>
                    <a:cubicBezTo>
                      <a:pt x="36" y="0"/>
                      <a:pt x="57" y="15"/>
                      <a:pt x="66" y="37"/>
                    </a:cubicBezTo>
                    <a:cubicBezTo>
                      <a:pt x="73" y="57"/>
                      <a:pt x="68" y="76"/>
                      <a:pt x="54" y="84"/>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44" name="Google Shape;844;p35"/>
              <p:cNvSpPr/>
              <p:nvPr/>
            </p:nvSpPr>
            <p:spPr>
              <a:xfrm>
                <a:off x="2588269" y="3095860"/>
                <a:ext cx="122088" cy="258130"/>
              </a:xfrm>
              <a:custGeom>
                <a:avLst/>
                <a:gdLst/>
                <a:ahLst/>
                <a:cxnLst/>
                <a:rect l="l" t="t" r="r" b="b"/>
                <a:pathLst>
                  <a:path w="54" h="115" extrusionOk="0">
                    <a:moveTo>
                      <a:pt x="44" y="6"/>
                    </a:moveTo>
                    <a:cubicBezTo>
                      <a:pt x="54" y="0"/>
                      <a:pt x="54" y="0"/>
                      <a:pt x="54" y="0"/>
                    </a:cubicBezTo>
                    <a:cubicBezTo>
                      <a:pt x="23" y="18"/>
                      <a:pt x="11" y="61"/>
                      <a:pt x="27" y="105"/>
                    </a:cubicBezTo>
                    <a:cubicBezTo>
                      <a:pt x="27" y="105"/>
                      <a:pt x="28" y="106"/>
                      <a:pt x="29" y="109"/>
                    </a:cubicBezTo>
                    <a:cubicBezTo>
                      <a:pt x="18" y="115"/>
                      <a:pt x="18" y="115"/>
                      <a:pt x="18" y="115"/>
                    </a:cubicBezTo>
                    <a:cubicBezTo>
                      <a:pt x="17" y="112"/>
                      <a:pt x="17" y="112"/>
                      <a:pt x="17" y="112"/>
                    </a:cubicBezTo>
                    <a:cubicBezTo>
                      <a:pt x="0" y="68"/>
                      <a:pt x="12" y="24"/>
                      <a:pt x="44" y="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45" name="Google Shape;845;p35"/>
              <p:cNvSpPr/>
              <p:nvPr/>
            </p:nvSpPr>
            <p:spPr>
              <a:xfrm>
                <a:off x="2628383" y="3340038"/>
                <a:ext cx="24418" cy="15698"/>
              </a:xfrm>
              <a:custGeom>
                <a:avLst/>
                <a:gdLst/>
                <a:ahLst/>
                <a:cxnLst/>
                <a:rect l="l" t="t" r="r" b="b"/>
                <a:pathLst>
                  <a:path w="14" h="9" extrusionOk="0">
                    <a:moveTo>
                      <a:pt x="14" y="1"/>
                    </a:moveTo>
                    <a:lnTo>
                      <a:pt x="0" y="9"/>
                    </a:lnTo>
                    <a:lnTo>
                      <a:pt x="0" y="8"/>
                    </a:lnTo>
                    <a:lnTo>
                      <a:pt x="14" y="0"/>
                    </a:lnTo>
                    <a:lnTo>
                      <a:pt x="14" y="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46" name="Google Shape;846;p35"/>
              <p:cNvSpPr/>
              <p:nvPr/>
            </p:nvSpPr>
            <p:spPr>
              <a:xfrm>
                <a:off x="2628383" y="3341781"/>
                <a:ext cx="27906" cy="15698"/>
              </a:xfrm>
              <a:custGeom>
                <a:avLst/>
                <a:gdLst/>
                <a:ahLst/>
                <a:cxnLst/>
                <a:rect l="l" t="t" r="r" b="b"/>
                <a:pathLst>
                  <a:path w="16" h="9" extrusionOk="0">
                    <a:moveTo>
                      <a:pt x="16" y="2"/>
                    </a:moveTo>
                    <a:lnTo>
                      <a:pt x="2" y="9"/>
                    </a:lnTo>
                    <a:lnTo>
                      <a:pt x="0" y="8"/>
                    </a:lnTo>
                    <a:lnTo>
                      <a:pt x="14" y="0"/>
                    </a:lnTo>
                    <a:lnTo>
                      <a:pt x="16" y="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47" name="Google Shape;847;p35"/>
              <p:cNvSpPr/>
              <p:nvPr/>
            </p:nvSpPr>
            <p:spPr>
              <a:xfrm>
                <a:off x="2631871" y="3345269"/>
                <a:ext cx="27906" cy="26162"/>
              </a:xfrm>
              <a:custGeom>
                <a:avLst/>
                <a:gdLst/>
                <a:ahLst/>
                <a:cxnLst/>
                <a:rect l="l" t="t" r="r" b="b"/>
                <a:pathLst>
                  <a:path w="13" h="12" extrusionOk="0">
                    <a:moveTo>
                      <a:pt x="13" y="6"/>
                    </a:moveTo>
                    <a:cubicBezTo>
                      <a:pt x="3" y="12"/>
                      <a:pt x="3" y="12"/>
                      <a:pt x="3" y="12"/>
                    </a:cubicBezTo>
                    <a:cubicBezTo>
                      <a:pt x="2" y="10"/>
                      <a:pt x="1" y="8"/>
                      <a:pt x="0" y="6"/>
                    </a:cubicBezTo>
                    <a:cubicBezTo>
                      <a:pt x="11" y="0"/>
                      <a:pt x="11" y="0"/>
                      <a:pt x="11" y="0"/>
                    </a:cubicBezTo>
                    <a:cubicBezTo>
                      <a:pt x="11" y="2"/>
                      <a:pt x="12" y="4"/>
                      <a:pt x="13" y="6"/>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48" name="Google Shape;848;p35"/>
              <p:cNvSpPr/>
              <p:nvPr/>
            </p:nvSpPr>
            <p:spPr>
              <a:xfrm>
                <a:off x="2637104" y="3357479"/>
                <a:ext cx="26162" cy="19186"/>
              </a:xfrm>
              <a:custGeom>
                <a:avLst/>
                <a:gdLst/>
                <a:ahLst/>
                <a:cxnLst/>
                <a:rect l="l" t="t" r="r" b="b"/>
                <a:pathLst>
                  <a:path w="11" h="8" extrusionOk="0">
                    <a:moveTo>
                      <a:pt x="11" y="2"/>
                    </a:moveTo>
                    <a:cubicBezTo>
                      <a:pt x="1" y="8"/>
                      <a:pt x="1" y="8"/>
                      <a:pt x="1" y="8"/>
                    </a:cubicBezTo>
                    <a:cubicBezTo>
                      <a:pt x="0" y="7"/>
                      <a:pt x="0" y="7"/>
                      <a:pt x="0" y="6"/>
                    </a:cubicBezTo>
                    <a:cubicBezTo>
                      <a:pt x="10" y="0"/>
                      <a:pt x="10" y="0"/>
                      <a:pt x="10" y="0"/>
                    </a:cubicBezTo>
                    <a:cubicBezTo>
                      <a:pt x="11" y="1"/>
                      <a:pt x="11" y="1"/>
                      <a:pt x="11"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49" name="Google Shape;849;p35"/>
              <p:cNvSpPr/>
              <p:nvPr/>
            </p:nvSpPr>
            <p:spPr>
              <a:xfrm>
                <a:off x="2640593" y="3362711"/>
                <a:ext cx="324405" cy="326151"/>
              </a:xfrm>
              <a:custGeom>
                <a:avLst/>
                <a:gdLst/>
                <a:ahLst/>
                <a:cxnLst/>
                <a:rect l="l" t="t" r="r" b="b"/>
                <a:pathLst>
                  <a:path w="145" h="145" extrusionOk="0">
                    <a:moveTo>
                      <a:pt x="145" y="139"/>
                    </a:moveTo>
                    <a:cubicBezTo>
                      <a:pt x="134" y="145"/>
                      <a:pt x="134" y="145"/>
                      <a:pt x="134" y="145"/>
                    </a:cubicBezTo>
                    <a:cubicBezTo>
                      <a:pt x="53" y="100"/>
                      <a:pt x="13" y="34"/>
                      <a:pt x="0" y="6"/>
                    </a:cubicBezTo>
                    <a:cubicBezTo>
                      <a:pt x="10" y="0"/>
                      <a:pt x="10" y="0"/>
                      <a:pt x="10" y="0"/>
                    </a:cubicBezTo>
                    <a:cubicBezTo>
                      <a:pt x="24" y="28"/>
                      <a:pt x="63" y="94"/>
                      <a:pt x="145" y="139"/>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50" name="Google Shape;850;p35"/>
              <p:cNvSpPr/>
              <p:nvPr/>
            </p:nvSpPr>
            <p:spPr>
              <a:xfrm>
                <a:off x="2609199" y="3057490"/>
                <a:ext cx="439516" cy="617420"/>
              </a:xfrm>
              <a:custGeom>
                <a:avLst/>
                <a:gdLst/>
                <a:ahLst/>
                <a:cxnLst/>
                <a:rect l="l" t="t" r="r" b="b"/>
                <a:pathLst>
                  <a:path w="196" h="275" extrusionOk="0">
                    <a:moveTo>
                      <a:pt x="170" y="82"/>
                    </a:moveTo>
                    <a:cubicBezTo>
                      <a:pt x="196" y="145"/>
                      <a:pt x="160" y="269"/>
                      <a:pt x="159" y="275"/>
                    </a:cubicBezTo>
                    <a:cubicBezTo>
                      <a:pt x="77" y="230"/>
                      <a:pt x="38" y="164"/>
                      <a:pt x="24" y="136"/>
                    </a:cubicBezTo>
                    <a:cubicBezTo>
                      <a:pt x="24" y="135"/>
                      <a:pt x="24" y="135"/>
                      <a:pt x="23" y="134"/>
                    </a:cubicBezTo>
                    <a:cubicBezTo>
                      <a:pt x="22" y="132"/>
                      <a:pt x="21" y="130"/>
                      <a:pt x="21" y="128"/>
                    </a:cubicBezTo>
                    <a:cubicBezTo>
                      <a:pt x="20" y="127"/>
                      <a:pt x="20" y="127"/>
                      <a:pt x="20" y="127"/>
                    </a:cubicBezTo>
                    <a:cubicBezTo>
                      <a:pt x="20" y="126"/>
                      <a:pt x="20" y="126"/>
                      <a:pt x="20" y="126"/>
                    </a:cubicBezTo>
                    <a:cubicBezTo>
                      <a:pt x="19" y="123"/>
                      <a:pt x="18" y="122"/>
                      <a:pt x="18" y="122"/>
                    </a:cubicBezTo>
                    <a:cubicBezTo>
                      <a:pt x="0" y="72"/>
                      <a:pt x="18" y="22"/>
                      <a:pt x="60" y="11"/>
                    </a:cubicBezTo>
                    <a:cubicBezTo>
                      <a:pt x="102" y="0"/>
                      <a:pt x="151" y="31"/>
                      <a:pt x="170" y="82"/>
                    </a:cubicBezTo>
                    <a:close/>
                    <a:moveTo>
                      <a:pt x="109" y="143"/>
                    </a:moveTo>
                    <a:cubicBezTo>
                      <a:pt x="128" y="138"/>
                      <a:pt x="136" y="116"/>
                      <a:pt x="128" y="93"/>
                    </a:cubicBezTo>
                    <a:cubicBezTo>
                      <a:pt x="119" y="71"/>
                      <a:pt x="98" y="56"/>
                      <a:pt x="79" y="61"/>
                    </a:cubicBezTo>
                    <a:cubicBezTo>
                      <a:pt x="60" y="66"/>
                      <a:pt x="52" y="89"/>
                      <a:pt x="60" y="111"/>
                    </a:cubicBezTo>
                    <a:cubicBezTo>
                      <a:pt x="69" y="134"/>
                      <a:pt x="91" y="148"/>
                      <a:pt x="109" y="143"/>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51" name="Google Shape;851;p35"/>
              <p:cNvSpPr/>
              <p:nvPr/>
            </p:nvSpPr>
            <p:spPr>
              <a:xfrm>
                <a:off x="2457461" y="1772070"/>
                <a:ext cx="106391" cy="230224"/>
              </a:xfrm>
              <a:custGeom>
                <a:avLst/>
                <a:gdLst/>
                <a:ahLst/>
                <a:cxnLst/>
                <a:rect l="l" t="t" r="r" b="b"/>
                <a:pathLst>
                  <a:path w="61" h="132" extrusionOk="0">
                    <a:moveTo>
                      <a:pt x="61" y="124"/>
                    </a:moveTo>
                    <a:lnTo>
                      <a:pt x="47" y="132"/>
                    </a:lnTo>
                    <a:lnTo>
                      <a:pt x="0" y="8"/>
                    </a:lnTo>
                    <a:lnTo>
                      <a:pt x="15" y="0"/>
                    </a:lnTo>
                    <a:lnTo>
                      <a:pt x="61" y="124"/>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52" name="Google Shape;852;p35"/>
              <p:cNvSpPr/>
              <p:nvPr/>
            </p:nvSpPr>
            <p:spPr>
              <a:xfrm>
                <a:off x="2539434" y="1988341"/>
                <a:ext cx="66276" cy="132553"/>
              </a:xfrm>
              <a:custGeom>
                <a:avLst/>
                <a:gdLst/>
                <a:ahLst/>
                <a:cxnLst/>
                <a:rect l="l" t="t" r="r" b="b"/>
                <a:pathLst>
                  <a:path w="38" h="76" extrusionOk="0">
                    <a:moveTo>
                      <a:pt x="38" y="68"/>
                    </a:moveTo>
                    <a:lnTo>
                      <a:pt x="26" y="76"/>
                    </a:lnTo>
                    <a:lnTo>
                      <a:pt x="0" y="8"/>
                    </a:lnTo>
                    <a:lnTo>
                      <a:pt x="14" y="0"/>
                    </a:lnTo>
                    <a:lnTo>
                      <a:pt x="38" y="68"/>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853" name="Google Shape;853;p35"/>
              <p:cNvPicPr preferRelativeResize="0"/>
              <p:nvPr/>
            </p:nvPicPr>
            <p:blipFill rotWithShape="1">
              <a:blip r:embed="rId23">
                <a:alphaModFix/>
              </a:blip>
              <a:srcRect/>
              <a:stretch/>
            </p:blipFill>
            <p:spPr>
              <a:xfrm>
                <a:off x="2471413" y="1942994"/>
                <a:ext cx="101158" cy="68021"/>
              </a:xfrm>
              <a:prstGeom prst="rect">
                <a:avLst/>
              </a:prstGeom>
              <a:noFill/>
              <a:ln>
                <a:noFill/>
              </a:ln>
            </p:spPr>
          </p:pic>
          <p:pic>
            <p:nvPicPr>
              <p:cNvPr id="854" name="Google Shape;854;p35"/>
              <p:cNvPicPr preferRelativeResize="0"/>
              <p:nvPr/>
            </p:nvPicPr>
            <p:blipFill rotWithShape="1">
              <a:blip r:embed="rId24">
                <a:alphaModFix/>
              </a:blip>
              <a:srcRect/>
              <a:stretch/>
            </p:blipFill>
            <p:spPr>
              <a:xfrm>
                <a:off x="2440019" y="1941250"/>
                <a:ext cx="74997" cy="33139"/>
              </a:xfrm>
              <a:prstGeom prst="rect">
                <a:avLst/>
              </a:prstGeom>
              <a:noFill/>
              <a:ln>
                <a:noFill/>
              </a:ln>
            </p:spPr>
          </p:pic>
          <p:pic>
            <p:nvPicPr>
              <p:cNvPr id="855" name="Google Shape;855;p35"/>
              <p:cNvPicPr preferRelativeResize="0"/>
              <p:nvPr/>
            </p:nvPicPr>
            <p:blipFill rotWithShape="1">
              <a:blip r:embed="rId25">
                <a:alphaModFix/>
              </a:blip>
              <a:srcRect/>
              <a:stretch/>
            </p:blipFill>
            <p:spPr>
              <a:xfrm>
                <a:off x="2433043" y="1942994"/>
                <a:ext cx="47091" cy="33139"/>
              </a:xfrm>
              <a:prstGeom prst="rect">
                <a:avLst/>
              </a:prstGeom>
              <a:noFill/>
              <a:ln>
                <a:noFill/>
              </a:ln>
            </p:spPr>
          </p:pic>
          <p:pic>
            <p:nvPicPr>
              <p:cNvPr id="856" name="Google Shape;856;p35"/>
              <p:cNvPicPr preferRelativeResize="0"/>
              <p:nvPr/>
            </p:nvPicPr>
            <p:blipFill rotWithShape="1">
              <a:blip r:embed="rId26">
                <a:alphaModFix/>
              </a:blip>
              <a:srcRect/>
              <a:stretch/>
            </p:blipFill>
            <p:spPr>
              <a:xfrm>
                <a:off x="2424323" y="1944739"/>
                <a:ext cx="54068" cy="34882"/>
              </a:xfrm>
              <a:prstGeom prst="rect">
                <a:avLst/>
              </a:prstGeom>
              <a:noFill/>
              <a:ln>
                <a:noFill/>
              </a:ln>
            </p:spPr>
          </p:pic>
          <p:pic>
            <p:nvPicPr>
              <p:cNvPr id="857" name="Google Shape;857;p35"/>
              <p:cNvPicPr preferRelativeResize="0"/>
              <p:nvPr/>
            </p:nvPicPr>
            <p:blipFill rotWithShape="1">
              <a:blip r:embed="rId27">
                <a:alphaModFix/>
              </a:blip>
              <a:srcRect/>
              <a:stretch/>
            </p:blipFill>
            <p:spPr>
              <a:xfrm>
                <a:off x="2424323" y="2134847"/>
                <a:ext cx="47091" cy="33139"/>
              </a:xfrm>
              <a:prstGeom prst="rect">
                <a:avLst/>
              </a:prstGeom>
              <a:noFill/>
              <a:ln>
                <a:noFill/>
              </a:ln>
            </p:spPr>
          </p:pic>
          <p:pic>
            <p:nvPicPr>
              <p:cNvPr id="858" name="Google Shape;858;p35"/>
              <p:cNvPicPr preferRelativeResize="0"/>
              <p:nvPr/>
            </p:nvPicPr>
            <p:blipFill rotWithShape="1">
              <a:blip r:embed="rId28">
                <a:alphaModFix/>
              </a:blip>
              <a:srcRect/>
              <a:stretch/>
            </p:blipFill>
            <p:spPr>
              <a:xfrm>
                <a:off x="2354559" y="1949970"/>
                <a:ext cx="108135" cy="162204"/>
              </a:xfrm>
              <a:prstGeom prst="rect">
                <a:avLst/>
              </a:prstGeom>
              <a:noFill/>
              <a:ln>
                <a:noFill/>
              </a:ln>
            </p:spPr>
          </p:pic>
          <p:pic>
            <p:nvPicPr>
              <p:cNvPr id="859" name="Google Shape;859;p35"/>
              <p:cNvPicPr preferRelativeResize="0"/>
              <p:nvPr/>
            </p:nvPicPr>
            <p:blipFill rotWithShape="1">
              <a:blip r:embed="rId29">
                <a:alphaModFix/>
              </a:blip>
              <a:srcRect/>
              <a:stretch/>
            </p:blipFill>
            <p:spPr>
              <a:xfrm>
                <a:off x="2354559" y="2077292"/>
                <a:ext cx="40115" cy="34882"/>
              </a:xfrm>
              <a:prstGeom prst="rect">
                <a:avLst/>
              </a:prstGeom>
              <a:noFill/>
              <a:ln>
                <a:noFill/>
              </a:ln>
            </p:spPr>
          </p:pic>
          <p:pic>
            <p:nvPicPr>
              <p:cNvPr id="860" name="Google Shape;860;p35"/>
              <p:cNvPicPr preferRelativeResize="0"/>
              <p:nvPr/>
            </p:nvPicPr>
            <p:blipFill rotWithShape="1">
              <a:blip r:embed="rId30">
                <a:alphaModFix/>
              </a:blip>
              <a:srcRect/>
              <a:stretch/>
            </p:blipFill>
            <p:spPr>
              <a:xfrm>
                <a:off x="2354559" y="2080780"/>
                <a:ext cx="108135" cy="80230"/>
              </a:xfrm>
              <a:prstGeom prst="rect">
                <a:avLst/>
              </a:prstGeom>
              <a:noFill/>
              <a:ln>
                <a:noFill/>
              </a:ln>
            </p:spPr>
          </p:pic>
          <p:pic>
            <p:nvPicPr>
              <p:cNvPr id="861" name="Google Shape;861;p35"/>
              <p:cNvPicPr preferRelativeResize="0"/>
              <p:nvPr/>
            </p:nvPicPr>
            <p:blipFill rotWithShape="1">
              <a:blip r:embed="rId31">
                <a:alphaModFix/>
              </a:blip>
              <a:srcRect/>
              <a:stretch/>
            </p:blipFill>
            <p:spPr>
              <a:xfrm>
                <a:off x="2246424" y="1904623"/>
                <a:ext cx="74997" cy="108136"/>
              </a:xfrm>
              <a:prstGeom prst="rect">
                <a:avLst/>
              </a:prstGeom>
              <a:noFill/>
              <a:ln>
                <a:noFill/>
              </a:ln>
            </p:spPr>
          </p:pic>
          <p:pic>
            <p:nvPicPr>
              <p:cNvPr id="862" name="Google Shape;862;p35"/>
              <p:cNvPicPr preferRelativeResize="0"/>
              <p:nvPr/>
            </p:nvPicPr>
            <p:blipFill rotWithShape="1">
              <a:blip r:embed="rId32">
                <a:alphaModFix/>
              </a:blip>
              <a:srcRect/>
              <a:stretch/>
            </p:blipFill>
            <p:spPr>
              <a:xfrm>
                <a:off x="2180148" y="1850556"/>
                <a:ext cx="127321" cy="87206"/>
              </a:xfrm>
              <a:prstGeom prst="rect">
                <a:avLst/>
              </a:prstGeom>
              <a:noFill/>
              <a:ln>
                <a:noFill/>
              </a:ln>
            </p:spPr>
          </p:pic>
          <p:pic>
            <p:nvPicPr>
              <p:cNvPr id="863" name="Google Shape;863;p35"/>
              <p:cNvPicPr preferRelativeResize="0"/>
              <p:nvPr/>
            </p:nvPicPr>
            <p:blipFill rotWithShape="1">
              <a:blip r:embed="rId33">
                <a:alphaModFix/>
              </a:blip>
              <a:srcRect/>
              <a:stretch/>
            </p:blipFill>
            <p:spPr>
              <a:xfrm>
                <a:off x="2239447" y="2023224"/>
                <a:ext cx="155226" cy="88951"/>
              </a:xfrm>
              <a:prstGeom prst="rect">
                <a:avLst/>
              </a:prstGeom>
              <a:noFill/>
              <a:ln>
                <a:noFill/>
              </a:ln>
            </p:spPr>
          </p:pic>
          <p:pic>
            <p:nvPicPr>
              <p:cNvPr id="864" name="Google Shape;864;p35"/>
              <p:cNvPicPr preferRelativeResize="0"/>
              <p:nvPr/>
            </p:nvPicPr>
            <p:blipFill rotWithShape="1">
              <a:blip r:embed="rId34">
                <a:alphaModFix/>
              </a:blip>
              <a:srcRect/>
              <a:stretch/>
            </p:blipFill>
            <p:spPr>
              <a:xfrm>
                <a:off x="2239447" y="2023224"/>
                <a:ext cx="41859" cy="34882"/>
              </a:xfrm>
              <a:prstGeom prst="rect">
                <a:avLst/>
              </a:prstGeom>
              <a:noFill/>
              <a:ln>
                <a:noFill/>
              </a:ln>
            </p:spPr>
          </p:pic>
          <p:pic>
            <p:nvPicPr>
              <p:cNvPr id="865" name="Google Shape;865;p35"/>
              <p:cNvPicPr preferRelativeResize="0"/>
              <p:nvPr/>
            </p:nvPicPr>
            <p:blipFill rotWithShape="1">
              <a:blip r:embed="rId35">
                <a:alphaModFix/>
              </a:blip>
              <a:srcRect/>
              <a:stretch/>
            </p:blipFill>
            <p:spPr>
              <a:xfrm>
                <a:off x="2230726" y="2028456"/>
                <a:ext cx="54068" cy="33139"/>
              </a:xfrm>
              <a:prstGeom prst="rect">
                <a:avLst/>
              </a:prstGeom>
              <a:noFill/>
              <a:ln>
                <a:noFill/>
              </a:ln>
            </p:spPr>
          </p:pic>
          <p:sp>
            <p:nvSpPr>
              <p:cNvPr id="866" name="Google Shape;866;p35"/>
              <p:cNvSpPr/>
              <p:nvPr/>
            </p:nvSpPr>
            <p:spPr>
              <a:xfrm>
                <a:off x="2159218" y="1871485"/>
                <a:ext cx="54068" cy="87206"/>
              </a:xfrm>
              <a:custGeom>
                <a:avLst/>
                <a:gdLst/>
                <a:ahLst/>
                <a:cxnLst/>
                <a:rect l="l" t="t" r="r" b="b"/>
                <a:pathLst>
                  <a:path w="24" h="39" extrusionOk="0">
                    <a:moveTo>
                      <a:pt x="14" y="6"/>
                    </a:moveTo>
                    <a:cubicBezTo>
                      <a:pt x="24" y="0"/>
                      <a:pt x="24" y="0"/>
                      <a:pt x="24" y="0"/>
                    </a:cubicBezTo>
                    <a:cubicBezTo>
                      <a:pt x="15" y="6"/>
                      <a:pt x="11" y="19"/>
                      <a:pt x="16" y="33"/>
                    </a:cubicBezTo>
                    <a:cubicBezTo>
                      <a:pt x="5" y="39"/>
                      <a:pt x="5" y="39"/>
                      <a:pt x="5" y="39"/>
                    </a:cubicBezTo>
                    <a:cubicBezTo>
                      <a:pt x="0" y="25"/>
                      <a:pt x="4" y="12"/>
                      <a:pt x="14" y="6"/>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67" name="Google Shape;867;p35"/>
              <p:cNvSpPr/>
              <p:nvPr/>
            </p:nvSpPr>
            <p:spPr>
              <a:xfrm>
                <a:off x="2171427" y="1944739"/>
                <a:ext cx="111623" cy="73253"/>
              </a:xfrm>
              <a:custGeom>
                <a:avLst/>
                <a:gdLst/>
                <a:ahLst/>
                <a:cxnLst/>
                <a:rect l="l" t="t" r="r" b="b"/>
                <a:pathLst>
                  <a:path w="50" h="32" extrusionOk="0">
                    <a:moveTo>
                      <a:pt x="50" y="20"/>
                    </a:moveTo>
                    <a:cubicBezTo>
                      <a:pt x="39" y="26"/>
                      <a:pt x="39" y="26"/>
                      <a:pt x="39" y="26"/>
                    </a:cubicBezTo>
                    <a:cubicBezTo>
                      <a:pt x="37" y="27"/>
                      <a:pt x="36" y="28"/>
                      <a:pt x="34" y="28"/>
                    </a:cubicBezTo>
                    <a:cubicBezTo>
                      <a:pt x="21" y="32"/>
                      <a:pt x="6" y="22"/>
                      <a:pt x="0" y="6"/>
                    </a:cubicBezTo>
                    <a:cubicBezTo>
                      <a:pt x="11" y="0"/>
                      <a:pt x="11" y="0"/>
                      <a:pt x="11" y="0"/>
                    </a:cubicBezTo>
                    <a:cubicBezTo>
                      <a:pt x="17" y="16"/>
                      <a:pt x="32" y="26"/>
                      <a:pt x="45" y="22"/>
                    </a:cubicBezTo>
                    <a:cubicBezTo>
                      <a:pt x="47" y="22"/>
                      <a:pt x="48" y="21"/>
                      <a:pt x="50" y="20"/>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68" name="Google Shape;868;p35"/>
              <p:cNvSpPr/>
              <p:nvPr/>
            </p:nvSpPr>
            <p:spPr>
              <a:xfrm>
                <a:off x="2181891" y="1859276"/>
                <a:ext cx="132552" cy="144763"/>
              </a:xfrm>
              <a:custGeom>
                <a:avLst/>
                <a:gdLst/>
                <a:ahLst/>
                <a:cxnLst/>
                <a:rect l="l" t="t" r="r" b="b"/>
                <a:pathLst>
                  <a:path w="59" h="64" extrusionOk="0">
                    <a:moveTo>
                      <a:pt x="19" y="3"/>
                    </a:moveTo>
                    <a:cubicBezTo>
                      <a:pt x="32" y="0"/>
                      <a:pt x="47" y="10"/>
                      <a:pt x="53" y="25"/>
                    </a:cubicBezTo>
                    <a:cubicBezTo>
                      <a:pt x="59" y="41"/>
                      <a:pt x="53" y="57"/>
                      <a:pt x="40" y="60"/>
                    </a:cubicBezTo>
                    <a:cubicBezTo>
                      <a:pt x="27" y="64"/>
                      <a:pt x="12" y="54"/>
                      <a:pt x="6" y="38"/>
                    </a:cubicBezTo>
                    <a:cubicBezTo>
                      <a:pt x="0" y="22"/>
                      <a:pt x="6" y="7"/>
                      <a:pt x="19" y="3"/>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869" name="Google Shape;869;p35"/>
              <p:cNvPicPr preferRelativeResize="0"/>
              <p:nvPr/>
            </p:nvPicPr>
            <p:blipFill rotWithShape="1">
              <a:blip r:embed="rId36">
                <a:alphaModFix/>
              </a:blip>
              <a:srcRect/>
              <a:stretch/>
            </p:blipFill>
            <p:spPr>
              <a:xfrm>
                <a:off x="2208053" y="2030200"/>
                <a:ext cx="68021" cy="54068"/>
              </a:xfrm>
              <a:prstGeom prst="rect">
                <a:avLst/>
              </a:prstGeom>
              <a:noFill/>
              <a:ln>
                <a:noFill/>
              </a:ln>
            </p:spPr>
          </p:pic>
          <p:sp>
            <p:nvSpPr>
              <p:cNvPr id="870" name="Google Shape;870;p35"/>
              <p:cNvSpPr/>
              <p:nvPr/>
            </p:nvSpPr>
            <p:spPr>
              <a:xfrm>
                <a:off x="2080733" y="1772070"/>
                <a:ext cx="402890" cy="115112"/>
              </a:xfrm>
              <a:custGeom>
                <a:avLst/>
                <a:gdLst/>
                <a:ahLst/>
                <a:cxnLst/>
                <a:rect l="l" t="t" r="r" b="b"/>
                <a:pathLst>
                  <a:path w="231" h="66" extrusionOk="0">
                    <a:moveTo>
                      <a:pt x="231" y="0"/>
                    </a:moveTo>
                    <a:lnTo>
                      <a:pt x="216" y="8"/>
                    </a:lnTo>
                    <a:lnTo>
                      <a:pt x="0" y="66"/>
                    </a:lnTo>
                    <a:lnTo>
                      <a:pt x="13" y="58"/>
                    </a:lnTo>
                    <a:lnTo>
                      <a:pt x="231" y="0"/>
                    </a:lnTo>
                    <a:close/>
                  </a:path>
                </a:pathLst>
              </a:custGeom>
              <a:solidFill>
                <a:srgbClr val="F4F9F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871" name="Google Shape;871;p35"/>
              <p:cNvPicPr preferRelativeResize="0"/>
              <p:nvPr/>
            </p:nvPicPr>
            <p:blipFill rotWithShape="1">
              <a:blip r:embed="rId37">
                <a:alphaModFix/>
              </a:blip>
              <a:srcRect/>
              <a:stretch/>
            </p:blipFill>
            <p:spPr>
              <a:xfrm>
                <a:off x="2173171" y="2054618"/>
                <a:ext cx="80229" cy="115112"/>
              </a:xfrm>
              <a:prstGeom prst="rect">
                <a:avLst/>
              </a:prstGeom>
              <a:noFill/>
              <a:ln>
                <a:noFill/>
              </a:ln>
            </p:spPr>
          </p:pic>
          <p:sp>
            <p:nvSpPr>
              <p:cNvPr id="872" name="Google Shape;872;p35"/>
              <p:cNvSpPr/>
              <p:nvPr/>
            </p:nvSpPr>
            <p:spPr>
              <a:xfrm>
                <a:off x="2072013" y="1742420"/>
                <a:ext cx="572068" cy="498820"/>
              </a:xfrm>
              <a:custGeom>
                <a:avLst/>
                <a:gdLst/>
                <a:ahLst/>
                <a:cxnLst/>
                <a:rect l="l" t="t" r="r" b="b"/>
                <a:pathLst>
                  <a:path w="328" h="286" extrusionOk="0">
                    <a:moveTo>
                      <a:pt x="0" y="66"/>
                    </a:moveTo>
                    <a:lnTo>
                      <a:pt x="246" y="0"/>
                    </a:lnTo>
                    <a:lnTo>
                      <a:pt x="328" y="221"/>
                    </a:lnTo>
                    <a:lnTo>
                      <a:pt x="82" y="286"/>
                    </a:lnTo>
                    <a:lnTo>
                      <a:pt x="0" y="66"/>
                    </a:lnTo>
                    <a:close/>
                    <a:moveTo>
                      <a:pt x="282" y="141"/>
                    </a:moveTo>
                    <a:lnTo>
                      <a:pt x="236" y="17"/>
                    </a:lnTo>
                    <a:lnTo>
                      <a:pt x="18" y="75"/>
                    </a:lnTo>
                    <a:lnTo>
                      <a:pt x="77" y="234"/>
                    </a:lnTo>
                    <a:lnTo>
                      <a:pt x="90" y="267"/>
                    </a:lnTo>
                    <a:lnTo>
                      <a:pt x="223" y="231"/>
                    </a:lnTo>
                    <a:lnTo>
                      <a:pt x="306" y="209"/>
                    </a:lnTo>
                    <a:lnTo>
                      <a:pt x="282" y="14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73" name="Google Shape;873;p35"/>
              <p:cNvSpPr/>
              <p:nvPr/>
            </p:nvSpPr>
            <p:spPr>
              <a:xfrm>
                <a:off x="2072013" y="1742420"/>
                <a:ext cx="572068" cy="498820"/>
              </a:xfrm>
              <a:custGeom>
                <a:avLst/>
                <a:gdLst/>
                <a:ahLst/>
                <a:cxnLst/>
                <a:rect l="l" t="t" r="r" b="b"/>
                <a:pathLst>
                  <a:path w="328" h="286" extrusionOk="0">
                    <a:moveTo>
                      <a:pt x="0" y="66"/>
                    </a:moveTo>
                    <a:lnTo>
                      <a:pt x="246" y="0"/>
                    </a:lnTo>
                    <a:lnTo>
                      <a:pt x="328" y="221"/>
                    </a:lnTo>
                    <a:lnTo>
                      <a:pt x="82" y="286"/>
                    </a:lnTo>
                    <a:lnTo>
                      <a:pt x="0" y="66"/>
                    </a:lnTo>
                    <a:moveTo>
                      <a:pt x="282" y="141"/>
                    </a:moveTo>
                    <a:lnTo>
                      <a:pt x="236" y="17"/>
                    </a:lnTo>
                    <a:lnTo>
                      <a:pt x="18" y="75"/>
                    </a:lnTo>
                    <a:lnTo>
                      <a:pt x="77" y="234"/>
                    </a:lnTo>
                    <a:lnTo>
                      <a:pt x="90" y="267"/>
                    </a:lnTo>
                    <a:lnTo>
                      <a:pt x="223" y="231"/>
                    </a:lnTo>
                    <a:lnTo>
                      <a:pt x="306" y="209"/>
                    </a:lnTo>
                    <a:lnTo>
                      <a:pt x="282" y="141"/>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74" name="Google Shape;874;p35"/>
              <p:cNvSpPr/>
              <p:nvPr/>
            </p:nvSpPr>
            <p:spPr>
              <a:xfrm>
                <a:off x="2387696" y="1949970"/>
                <a:ext cx="218014" cy="195342"/>
              </a:xfrm>
              <a:custGeom>
                <a:avLst/>
                <a:gdLst/>
                <a:ahLst/>
                <a:cxnLst/>
                <a:rect l="l" t="t" r="r" b="b"/>
                <a:pathLst>
                  <a:path w="97" h="87" extrusionOk="0">
                    <a:moveTo>
                      <a:pt x="38" y="1"/>
                    </a:moveTo>
                    <a:cubicBezTo>
                      <a:pt x="42" y="0"/>
                      <a:pt x="46" y="0"/>
                      <a:pt x="50" y="1"/>
                    </a:cubicBezTo>
                    <a:cubicBezTo>
                      <a:pt x="51" y="1"/>
                      <a:pt x="51" y="1"/>
                      <a:pt x="52" y="1"/>
                    </a:cubicBezTo>
                    <a:cubicBezTo>
                      <a:pt x="52" y="2"/>
                      <a:pt x="52" y="2"/>
                      <a:pt x="52" y="2"/>
                    </a:cubicBezTo>
                    <a:cubicBezTo>
                      <a:pt x="56" y="3"/>
                      <a:pt x="61" y="6"/>
                      <a:pt x="65" y="9"/>
                    </a:cubicBezTo>
                    <a:cubicBezTo>
                      <a:pt x="69" y="11"/>
                      <a:pt x="73" y="14"/>
                      <a:pt x="78" y="17"/>
                    </a:cubicBezTo>
                    <a:cubicBezTo>
                      <a:pt x="97" y="70"/>
                      <a:pt x="97" y="70"/>
                      <a:pt x="97" y="70"/>
                    </a:cubicBezTo>
                    <a:cubicBezTo>
                      <a:pt x="32" y="87"/>
                      <a:pt x="32" y="87"/>
                      <a:pt x="32" y="87"/>
                    </a:cubicBezTo>
                    <a:cubicBezTo>
                      <a:pt x="31" y="85"/>
                      <a:pt x="31" y="85"/>
                      <a:pt x="31" y="85"/>
                    </a:cubicBezTo>
                    <a:cubicBezTo>
                      <a:pt x="21" y="77"/>
                      <a:pt x="11" y="70"/>
                      <a:pt x="0" y="63"/>
                    </a:cubicBezTo>
                    <a:cubicBezTo>
                      <a:pt x="1" y="62"/>
                      <a:pt x="1" y="62"/>
                      <a:pt x="1" y="62"/>
                    </a:cubicBezTo>
                    <a:cubicBezTo>
                      <a:pt x="3" y="54"/>
                      <a:pt x="6" y="47"/>
                      <a:pt x="9" y="39"/>
                    </a:cubicBezTo>
                    <a:cubicBezTo>
                      <a:pt x="12" y="29"/>
                      <a:pt x="16" y="18"/>
                      <a:pt x="23" y="10"/>
                    </a:cubicBezTo>
                    <a:cubicBezTo>
                      <a:pt x="24" y="10"/>
                      <a:pt x="24" y="9"/>
                      <a:pt x="25" y="9"/>
                    </a:cubicBezTo>
                    <a:cubicBezTo>
                      <a:pt x="28" y="6"/>
                      <a:pt x="31" y="3"/>
                      <a:pt x="35" y="2"/>
                    </a:cubicBezTo>
                    <a:cubicBezTo>
                      <a:pt x="36" y="2"/>
                      <a:pt x="37" y="1"/>
                      <a:pt x="38" y="1"/>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75" name="Google Shape;875;p35"/>
              <p:cNvSpPr/>
              <p:nvPr/>
            </p:nvSpPr>
            <p:spPr>
              <a:xfrm>
                <a:off x="2103407" y="1772070"/>
                <a:ext cx="460445" cy="378476"/>
              </a:xfrm>
              <a:custGeom>
                <a:avLst/>
                <a:gdLst/>
                <a:ahLst/>
                <a:cxnLst/>
                <a:rect l="l" t="t" r="r" b="b"/>
                <a:pathLst>
                  <a:path w="205" h="168" extrusionOk="0">
                    <a:moveTo>
                      <a:pt x="0" y="45"/>
                    </a:moveTo>
                    <a:cubicBezTo>
                      <a:pt x="169" y="0"/>
                      <a:pt x="169" y="0"/>
                      <a:pt x="169" y="0"/>
                    </a:cubicBezTo>
                    <a:cubicBezTo>
                      <a:pt x="205" y="96"/>
                      <a:pt x="205" y="96"/>
                      <a:pt x="205" y="96"/>
                    </a:cubicBezTo>
                    <a:cubicBezTo>
                      <a:pt x="200" y="93"/>
                      <a:pt x="196" y="90"/>
                      <a:pt x="192" y="88"/>
                    </a:cubicBezTo>
                    <a:cubicBezTo>
                      <a:pt x="188" y="85"/>
                      <a:pt x="183" y="82"/>
                      <a:pt x="179" y="81"/>
                    </a:cubicBezTo>
                    <a:cubicBezTo>
                      <a:pt x="178" y="80"/>
                      <a:pt x="178" y="80"/>
                      <a:pt x="177" y="80"/>
                    </a:cubicBezTo>
                    <a:cubicBezTo>
                      <a:pt x="173" y="79"/>
                      <a:pt x="169" y="79"/>
                      <a:pt x="165" y="80"/>
                    </a:cubicBezTo>
                    <a:cubicBezTo>
                      <a:pt x="164" y="80"/>
                      <a:pt x="163" y="81"/>
                      <a:pt x="162" y="81"/>
                    </a:cubicBezTo>
                    <a:cubicBezTo>
                      <a:pt x="158" y="82"/>
                      <a:pt x="155" y="85"/>
                      <a:pt x="152" y="88"/>
                    </a:cubicBezTo>
                    <a:cubicBezTo>
                      <a:pt x="151" y="88"/>
                      <a:pt x="151" y="89"/>
                      <a:pt x="150" y="89"/>
                    </a:cubicBezTo>
                    <a:cubicBezTo>
                      <a:pt x="143" y="97"/>
                      <a:pt x="139" y="108"/>
                      <a:pt x="136" y="118"/>
                    </a:cubicBezTo>
                    <a:cubicBezTo>
                      <a:pt x="133" y="126"/>
                      <a:pt x="130" y="133"/>
                      <a:pt x="128" y="141"/>
                    </a:cubicBezTo>
                    <a:cubicBezTo>
                      <a:pt x="127" y="142"/>
                      <a:pt x="127" y="142"/>
                      <a:pt x="127" y="142"/>
                    </a:cubicBezTo>
                    <a:cubicBezTo>
                      <a:pt x="119" y="136"/>
                      <a:pt x="111" y="131"/>
                      <a:pt x="103" y="126"/>
                    </a:cubicBezTo>
                    <a:cubicBezTo>
                      <a:pt x="94" y="121"/>
                      <a:pt x="85" y="116"/>
                      <a:pt x="76" y="118"/>
                    </a:cubicBezTo>
                    <a:cubicBezTo>
                      <a:pt x="76" y="118"/>
                      <a:pt x="76" y="118"/>
                      <a:pt x="76" y="118"/>
                    </a:cubicBezTo>
                    <a:cubicBezTo>
                      <a:pt x="73" y="118"/>
                      <a:pt x="71" y="120"/>
                      <a:pt x="69" y="121"/>
                    </a:cubicBezTo>
                    <a:cubicBezTo>
                      <a:pt x="67" y="123"/>
                      <a:pt x="64" y="126"/>
                      <a:pt x="62" y="130"/>
                    </a:cubicBezTo>
                    <a:cubicBezTo>
                      <a:pt x="55" y="141"/>
                      <a:pt x="49" y="154"/>
                      <a:pt x="46" y="168"/>
                    </a:cubicBezTo>
                    <a:lnTo>
                      <a:pt x="0" y="45"/>
                    </a:lnTo>
                    <a:close/>
                    <a:moveTo>
                      <a:pt x="75" y="99"/>
                    </a:moveTo>
                    <a:cubicBezTo>
                      <a:pt x="88" y="96"/>
                      <a:pt x="94" y="80"/>
                      <a:pt x="88" y="64"/>
                    </a:cubicBezTo>
                    <a:cubicBezTo>
                      <a:pt x="82" y="49"/>
                      <a:pt x="67" y="39"/>
                      <a:pt x="54" y="42"/>
                    </a:cubicBezTo>
                    <a:cubicBezTo>
                      <a:pt x="41" y="46"/>
                      <a:pt x="35" y="61"/>
                      <a:pt x="41" y="77"/>
                    </a:cubicBezTo>
                    <a:cubicBezTo>
                      <a:pt x="47" y="93"/>
                      <a:pt x="62" y="103"/>
                      <a:pt x="75" y="99"/>
                    </a:cubicBezTo>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76" name="Google Shape;876;p35"/>
              <p:cNvSpPr/>
              <p:nvPr/>
            </p:nvSpPr>
            <p:spPr>
              <a:xfrm>
                <a:off x="2206309" y="2033688"/>
                <a:ext cx="254640" cy="174412"/>
              </a:xfrm>
              <a:custGeom>
                <a:avLst/>
                <a:gdLst/>
                <a:ahLst/>
                <a:cxnLst/>
                <a:rect l="l" t="t" r="r" b="b"/>
                <a:pathLst>
                  <a:path w="113" h="78" extrusionOk="0">
                    <a:moveTo>
                      <a:pt x="30" y="2"/>
                    </a:moveTo>
                    <a:cubicBezTo>
                      <a:pt x="30" y="2"/>
                      <a:pt x="30" y="2"/>
                      <a:pt x="30" y="2"/>
                    </a:cubicBezTo>
                    <a:cubicBezTo>
                      <a:pt x="39" y="0"/>
                      <a:pt x="48" y="5"/>
                      <a:pt x="57" y="10"/>
                    </a:cubicBezTo>
                    <a:cubicBezTo>
                      <a:pt x="65" y="15"/>
                      <a:pt x="73" y="20"/>
                      <a:pt x="81" y="26"/>
                    </a:cubicBezTo>
                    <a:cubicBezTo>
                      <a:pt x="92" y="33"/>
                      <a:pt x="102" y="40"/>
                      <a:pt x="112" y="48"/>
                    </a:cubicBezTo>
                    <a:cubicBezTo>
                      <a:pt x="113" y="50"/>
                      <a:pt x="113" y="50"/>
                      <a:pt x="113" y="50"/>
                    </a:cubicBezTo>
                    <a:cubicBezTo>
                      <a:pt x="10" y="78"/>
                      <a:pt x="10" y="78"/>
                      <a:pt x="10" y="78"/>
                    </a:cubicBezTo>
                    <a:cubicBezTo>
                      <a:pt x="0" y="52"/>
                      <a:pt x="0" y="52"/>
                      <a:pt x="0" y="52"/>
                    </a:cubicBezTo>
                    <a:cubicBezTo>
                      <a:pt x="3" y="38"/>
                      <a:pt x="9" y="25"/>
                      <a:pt x="16" y="14"/>
                    </a:cubicBezTo>
                    <a:cubicBezTo>
                      <a:pt x="18" y="10"/>
                      <a:pt x="21" y="7"/>
                      <a:pt x="23" y="5"/>
                    </a:cubicBezTo>
                    <a:cubicBezTo>
                      <a:pt x="25" y="4"/>
                      <a:pt x="27" y="2"/>
                      <a:pt x="30" y="2"/>
                    </a:cubicBez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77" name="Google Shape;877;p35"/>
              <p:cNvSpPr/>
              <p:nvPr/>
            </p:nvSpPr>
            <p:spPr>
              <a:xfrm>
                <a:off x="2049339" y="1857532"/>
                <a:ext cx="165691" cy="399405"/>
              </a:xfrm>
              <a:custGeom>
                <a:avLst/>
                <a:gdLst/>
                <a:ahLst/>
                <a:cxnLst/>
                <a:rect l="l" t="t" r="r" b="b"/>
                <a:pathLst>
                  <a:path w="95" h="229" extrusionOk="0">
                    <a:moveTo>
                      <a:pt x="95" y="220"/>
                    </a:moveTo>
                    <a:lnTo>
                      <a:pt x="82" y="229"/>
                    </a:lnTo>
                    <a:lnTo>
                      <a:pt x="0" y="8"/>
                    </a:lnTo>
                    <a:lnTo>
                      <a:pt x="13" y="0"/>
                    </a:lnTo>
                    <a:lnTo>
                      <a:pt x="95" y="22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878" name="Google Shape;878;p35"/>
              <p:cNvSpPr/>
              <p:nvPr/>
            </p:nvSpPr>
            <p:spPr>
              <a:xfrm>
                <a:off x="2192356" y="2127871"/>
                <a:ext cx="451725" cy="129065"/>
              </a:xfrm>
              <a:custGeom>
                <a:avLst/>
                <a:gdLst/>
                <a:ahLst/>
                <a:cxnLst/>
                <a:rect l="l" t="t" r="r" b="b"/>
                <a:pathLst>
                  <a:path w="259" h="74" extrusionOk="0">
                    <a:moveTo>
                      <a:pt x="259" y="0"/>
                    </a:moveTo>
                    <a:lnTo>
                      <a:pt x="245" y="7"/>
                    </a:lnTo>
                    <a:lnTo>
                      <a:pt x="0" y="74"/>
                    </a:lnTo>
                    <a:lnTo>
                      <a:pt x="13" y="65"/>
                    </a:lnTo>
                    <a:lnTo>
                      <a:pt x="25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8C99E-46DD-1FE1-FB8A-5C5549D62202}"/>
              </a:ext>
            </a:extLst>
          </p:cNvPr>
          <p:cNvSpPr>
            <a:spLocks noGrp="1"/>
          </p:cNvSpPr>
          <p:nvPr>
            <p:ph type="title"/>
          </p:nvPr>
        </p:nvSpPr>
        <p:spPr>
          <a:xfrm>
            <a:off x="720000" y="167707"/>
            <a:ext cx="7704000" cy="572700"/>
          </a:xfrm>
        </p:spPr>
        <p:txBody>
          <a:bodyPr/>
          <a:lstStyle/>
          <a:p>
            <a:r>
              <a:rPr lang="en-US" sz="3200" b="1" dirty="0">
                <a:solidFill>
                  <a:schemeClr val="tx1"/>
                </a:solidFill>
                <a:latin typeface="Assistant" pitchFamily="2" charset="-79"/>
                <a:cs typeface="Assistant" pitchFamily="2" charset="-79"/>
              </a:rPr>
              <a:t>System Logic Diagram</a:t>
            </a:r>
            <a:br>
              <a:rPr lang="en-US" dirty="0"/>
            </a:br>
            <a:endParaRPr lang="en-US" dirty="0"/>
          </a:p>
        </p:txBody>
      </p:sp>
      <p:pic>
        <p:nvPicPr>
          <p:cNvPr id="6" name="Picture 5">
            <a:extLst>
              <a:ext uri="{FF2B5EF4-FFF2-40B4-BE49-F238E27FC236}">
                <a16:creationId xmlns:a16="http://schemas.microsoft.com/office/drawing/2014/main" id="{9BCAD97D-B36D-DE37-92FD-AA8C9F4BD024}"/>
              </a:ext>
            </a:extLst>
          </p:cNvPr>
          <p:cNvPicPr>
            <a:picLocks noChangeAspect="1"/>
          </p:cNvPicPr>
          <p:nvPr/>
        </p:nvPicPr>
        <p:blipFill>
          <a:blip r:embed="rId2"/>
          <a:stretch>
            <a:fillRect/>
          </a:stretch>
        </p:blipFill>
        <p:spPr>
          <a:xfrm>
            <a:off x="825391" y="891915"/>
            <a:ext cx="7276792" cy="3972393"/>
          </a:xfrm>
          <a:prstGeom prst="rect">
            <a:avLst/>
          </a:prstGeom>
        </p:spPr>
      </p:pic>
    </p:spTree>
    <p:extLst>
      <p:ext uri="{BB962C8B-B14F-4D97-AF65-F5344CB8AC3E}">
        <p14:creationId xmlns:p14="http://schemas.microsoft.com/office/powerpoint/2010/main" val="893005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B29E721-087A-1F5B-A0EB-8AFE65F70655}"/>
              </a:ext>
            </a:extLst>
          </p:cNvPr>
          <p:cNvPicPr>
            <a:picLocks noChangeAspect="1"/>
          </p:cNvPicPr>
          <p:nvPr/>
        </p:nvPicPr>
        <p:blipFill>
          <a:blip r:embed="rId2"/>
          <a:srcRect b="14509"/>
          <a:stretch>
            <a:fillRect/>
          </a:stretch>
        </p:blipFill>
        <p:spPr>
          <a:xfrm>
            <a:off x="0" y="964043"/>
            <a:ext cx="8334059" cy="3215414"/>
          </a:xfrm>
          <a:prstGeom prst="rect">
            <a:avLst/>
          </a:prstGeom>
        </p:spPr>
      </p:pic>
      <p:sp>
        <p:nvSpPr>
          <p:cNvPr id="13" name="Title 5">
            <a:extLst>
              <a:ext uri="{FF2B5EF4-FFF2-40B4-BE49-F238E27FC236}">
                <a16:creationId xmlns:a16="http://schemas.microsoft.com/office/drawing/2014/main" id="{81F94A39-D1C6-22E5-BD2F-AC715A5B9A6A}"/>
              </a:ext>
            </a:extLst>
          </p:cNvPr>
          <p:cNvSpPr txBox="1">
            <a:spLocks/>
          </p:cNvSpPr>
          <p:nvPr/>
        </p:nvSpPr>
        <p:spPr>
          <a:xfrm>
            <a:off x="809941" y="160414"/>
            <a:ext cx="7756938" cy="11737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1pPr>
            <a:lvl2pPr marR="0" lvl="1"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2pPr>
            <a:lvl3pPr marR="0" lvl="2"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3pPr>
            <a:lvl4pPr marR="0" lvl="3"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4pPr>
            <a:lvl5pPr marR="0" lvl="4"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5pPr>
            <a:lvl6pPr marR="0" lvl="5"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6pPr>
            <a:lvl7pPr marR="0" lvl="6"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7pPr>
            <a:lvl8pPr marR="0" lvl="7"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8pPr>
            <a:lvl9pPr marR="0" lvl="8"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9pPr>
          </a:lstStyle>
          <a:p>
            <a:r>
              <a:rPr lang="en-US" sz="3200" b="1" dirty="0">
                <a:solidFill>
                  <a:schemeClr val="tx1"/>
                </a:solidFill>
                <a:latin typeface="Assistant" pitchFamily="2" charset="-79"/>
                <a:cs typeface="Assistant" pitchFamily="2" charset="-79"/>
              </a:rPr>
              <a:t>Application Pipeline (Workflow Process)</a:t>
            </a:r>
            <a:br>
              <a:rPr lang="en-US" dirty="0"/>
            </a:br>
            <a:endParaRPr lang="en-US" dirty="0"/>
          </a:p>
        </p:txBody>
      </p:sp>
    </p:spTree>
    <p:extLst>
      <p:ext uri="{BB962C8B-B14F-4D97-AF65-F5344CB8AC3E}">
        <p14:creationId xmlns:p14="http://schemas.microsoft.com/office/powerpoint/2010/main" val="4230581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D907684-C2B8-41D2-7CA2-22635D4E5DBF}"/>
              </a:ext>
            </a:extLst>
          </p:cNvPr>
          <p:cNvPicPr>
            <a:picLocks noChangeAspect="1"/>
          </p:cNvPicPr>
          <p:nvPr/>
        </p:nvPicPr>
        <p:blipFill>
          <a:blip r:embed="rId2"/>
          <a:stretch>
            <a:fillRect/>
          </a:stretch>
        </p:blipFill>
        <p:spPr>
          <a:xfrm>
            <a:off x="0" y="0"/>
            <a:ext cx="9144000" cy="5143499"/>
          </a:xfrm>
          <a:prstGeom prst="rect">
            <a:avLst/>
          </a:prstGeom>
        </p:spPr>
      </p:pic>
      <p:sp>
        <p:nvSpPr>
          <p:cNvPr id="11" name="Title 1">
            <a:extLst>
              <a:ext uri="{FF2B5EF4-FFF2-40B4-BE49-F238E27FC236}">
                <a16:creationId xmlns:a16="http://schemas.microsoft.com/office/drawing/2014/main" id="{91E952F7-8DB2-C1DB-4D26-F24D589753E1}"/>
              </a:ext>
            </a:extLst>
          </p:cNvPr>
          <p:cNvSpPr txBox="1">
            <a:spLocks/>
          </p:cNvSpPr>
          <p:nvPr/>
        </p:nvSpPr>
        <p:spPr>
          <a:xfrm>
            <a:off x="914873" y="0"/>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1pPr>
            <a:lvl2pPr marR="0" lvl="1"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2pPr>
            <a:lvl3pPr marR="0" lvl="2"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3pPr>
            <a:lvl4pPr marR="0" lvl="3"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4pPr>
            <a:lvl5pPr marR="0" lvl="4"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5pPr>
            <a:lvl6pPr marR="0" lvl="5"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6pPr>
            <a:lvl7pPr marR="0" lvl="6"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7pPr>
            <a:lvl8pPr marR="0" lvl="7"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8pPr>
            <a:lvl9pPr marR="0" lvl="8"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9pPr>
          </a:lstStyle>
          <a:p>
            <a:r>
              <a:rPr lang="en-US" sz="3200" b="1" dirty="0">
                <a:solidFill>
                  <a:schemeClr val="tx1"/>
                </a:solidFill>
                <a:latin typeface="Assistant" pitchFamily="2" charset="-79"/>
                <a:cs typeface="Assistant" pitchFamily="2" charset="-79"/>
              </a:rPr>
              <a:t>Graphical User Interface (GUI Design)</a:t>
            </a:r>
            <a:endParaRPr lang="en-US" dirty="0"/>
          </a:p>
        </p:txBody>
      </p:sp>
    </p:spTree>
    <p:extLst>
      <p:ext uri="{BB962C8B-B14F-4D97-AF65-F5344CB8AC3E}">
        <p14:creationId xmlns:p14="http://schemas.microsoft.com/office/powerpoint/2010/main" val="1623535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FE2D67C-CF19-AB98-A20A-A77D84EFC7A6}"/>
              </a:ext>
            </a:extLst>
          </p:cNvPr>
          <p:cNvPicPr>
            <a:picLocks noChangeAspect="1"/>
          </p:cNvPicPr>
          <p:nvPr/>
        </p:nvPicPr>
        <p:blipFill>
          <a:blip r:embed="rId2"/>
          <a:stretch>
            <a:fillRect/>
          </a:stretch>
        </p:blipFill>
        <p:spPr>
          <a:xfrm>
            <a:off x="0" y="0"/>
            <a:ext cx="9196466" cy="5143500"/>
          </a:xfrm>
          <a:prstGeom prst="rect">
            <a:avLst/>
          </a:prstGeom>
        </p:spPr>
      </p:pic>
      <p:sp>
        <p:nvSpPr>
          <p:cNvPr id="11" name="Title 1">
            <a:extLst>
              <a:ext uri="{FF2B5EF4-FFF2-40B4-BE49-F238E27FC236}">
                <a16:creationId xmlns:a16="http://schemas.microsoft.com/office/drawing/2014/main" id="{D9F18472-817F-3F6A-0708-E3089250C59C}"/>
              </a:ext>
            </a:extLst>
          </p:cNvPr>
          <p:cNvSpPr>
            <a:spLocks noGrp="1"/>
          </p:cNvSpPr>
          <p:nvPr>
            <p:ph type="title"/>
          </p:nvPr>
        </p:nvSpPr>
        <p:spPr>
          <a:xfrm>
            <a:off x="840150" y="114717"/>
            <a:ext cx="7702550" cy="573088"/>
          </a:xfrm>
        </p:spPr>
        <p:txBody>
          <a:bodyPr/>
          <a:lstStyle/>
          <a:p>
            <a:r>
              <a:rPr lang="en-US" sz="3200" b="1" dirty="0">
                <a:solidFill>
                  <a:schemeClr val="tx1"/>
                </a:solidFill>
                <a:latin typeface="Assistant" pitchFamily="2" charset="-79"/>
                <a:cs typeface="Assistant" pitchFamily="2" charset="-79"/>
              </a:rPr>
              <a:t>Graphical User Interface (GUI Design)</a:t>
            </a:r>
            <a:endParaRPr lang="en-US" dirty="0"/>
          </a:p>
        </p:txBody>
      </p:sp>
    </p:spTree>
    <p:extLst>
      <p:ext uri="{BB962C8B-B14F-4D97-AF65-F5344CB8AC3E}">
        <p14:creationId xmlns:p14="http://schemas.microsoft.com/office/powerpoint/2010/main" val="1610189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CE07DD4-0D00-22BE-2122-E269397504A6}"/>
              </a:ext>
            </a:extLst>
          </p:cNvPr>
          <p:cNvPicPr>
            <a:picLocks noChangeAspect="1"/>
          </p:cNvPicPr>
          <p:nvPr/>
        </p:nvPicPr>
        <p:blipFill>
          <a:blip r:embed="rId2"/>
          <a:stretch>
            <a:fillRect/>
          </a:stretch>
        </p:blipFill>
        <p:spPr>
          <a:xfrm>
            <a:off x="0" y="0"/>
            <a:ext cx="8679305" cy="5143500"/>
          </a:xfrm>
          <a:prstGeom prst="rect">
            <a:avLst/>
          </a:prstGeom>
        </p:spPr>
      </p:pic>
      <p:sp>
        <p:nvSpPr>
          <p:cNvPr id="8" name="Title 1">
            <a:extLst>
              <a:ext uri="{FF2B5EF4-FFF2-40B4-BE49-F238E27FC236}">
                <a16:creationId xmlns:a16="http://schemas.microsoft.com/office/drawing/2014/main" id="{8FCC110E-8C2B-D08D-78FA-B92BBDA8E8D4}"/>
              </a:ext>
            </a:extLst>
          </p:cNvPr>
          <p:cNvSpPr>
            <a:spLocks noGrp="1"/>
          </p:cNvSpPr>
          <p:nvPr>
            <p:ph type="title"/>
          </p:nvPr>
        </p:nvSpPr>
        <p:spPr>
          <a:xfrm>
            <a:off x="720725" y="77241"/>
            <a:ext cx="7702550" cy="573088"/>
          </a:xfrm>
        </p:spPr>
        <p:txBody>
          <a:bodyPr/>
          <a:lstStyle/>
          <a:p>
            <a:r>
              <a:rPr lang="en-US" sz="3200" b="1" dirty="0">
                <a:solidFill>
                  <a:schemeClr val="tx1"/>
                </a:solidFill>
                <a:latin typeface="Assistant" pitchFamily="2" charset="-79"/>
                <a:cs typeface="Assistant" pitchFamily="2" charset="-79"/>
              </a:rPr>
              <a:t>Graphical User Interface (GUI Design)</a:t>
            </a:r>
            <a:endParaRPr lang="en-US" dirty="0"/>
          </a:p>
        </p:txBody>
      </p:sp>
      <p:sp>
        <p:nvSpPr>
          <p:cNvPr id="2" name="Flowchart: Connector 1">
            <a:extLst>
              <a:ext uri="{FF2B5EF4-FFF2-40B4-BE49-F238E27FC236}">
                <a16:creationId xmlns:a16="http://schemas.microsoft.com/office/drawing/2014/main" id="{2E9EF5C6-B4FB-5B5C-12C3-773E24CDDC9E}"/>
              </a:ext>
            </a:extLst>
          </p:cNvPr>
          <p:cNvSpPr/>
          <p:nvPr/>
        </p:nvSpPr>
        <p:spPr>
          <a:xfrm>
            <a:off x="6422231" y="2928938"/>
            <a:ext cx="1121569" cy="814387"/>
          </a:xfrm>
          <a:prstGeom prst="flowChartConnector">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dirty="0"/>
          </a:p>
        </p:txBody>
      </p:sp>
      <p:sp>
        <p:nvSpPr>
          <p:cNvPr id="3" name="TextBox 2">
            <a:extLst>
              <a:ext uri="{FF2B5EF4-FFF2-40B4-BE49-F238E27FC236}">
                <a16:creationId xmlns:a16="http://schemas.microsoft.com/office/drawing/2014/main" id="{19B00BCA-60F3-8C7A-866B-8B8BE7D473DB}"/>
              </a:ext>
            </a:extLst>
          </p:cNvPr>
          <p:cNvSpPr txBox="1"/>
          <p:nvPr/>
        </p:nvSpPr>
        <p:spPr>
          <a:xfrm>
            <a:off x="4507706" y="4729163"/>
            <a:ext cx="2378869" cy="307777"/>
          </a:xfrm>
          <a:prstGeom prst="rect">
            <a:avLst/>
          </a:prstGeom>
          <a:noFill/>
        </p:spPr>
        <p:txBody>
          <a:bodyPr wrap="square" rtlCol="0">
            <a:spAutoFit/>
          </a:bodyPr>
          <a:lstStyle/>
          <a:p>
            <a:r>
              <a:rPr lang="en-US" dirty="0">
                <a:solidFill>
                  <a:schemeClr val="tx1"/>
                </a:solidFill>
                <a:latin typeface="Amasis MT Pro Medium" panose="02040604050005020304" pitchFamily="18" charset="0"/>
              </a:rPr>
              <a:t>Eco mode &amp; dark mode </a:t>
            </a:r>
          </a:p>
        </p:txBody>
      </p:sp>
      <p:cxnSp>
        <p:nvCxnSpPr>
          <p:cNvPr id="6" name="Connector: Curved 5">
            <a:extLst>
              <a:ext uri="{FF2B5EF4-FFF2-40B4-BE49-F238E27FC236}">
                <a16:creationId xmlns:a16="http://schemas.microsoft.com/office/drawing/2014/main" id="{218D3292-D5D8-BF1D-CD5C-1122F1090505}"/>
              </a:ext>
            </a:extLst>
          </p:cNvPr>
          <p:cNvCxnSpPr>
            <a:cxnSpLocks/>
          </p:cNvCxnSpPr>
          <p:nvPr/>
        </p:nvCxnSpPr>
        <p:spPr>
          <a:xfrm rot="5400000" flipH="1" flipV="1">
            <a:off x="5516762" y="3718321"/>
            <a:ext cx="1146573" cy="1035847"/>
          </a:xfrm>
          <a:prstGeom prst="curvedConnector3">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825909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B6658-A949-1EFE-42F7-ABF969F65C66}"/>
              </a:ext>
            </a:extLst>
          </p:cNvPr>
          <p:cNvSpPr>
            <a:spLocks noGrp="1"/>
          </p:cNvSpPr>
          <p:nvPr>
            <p:ph type="title"/>
          </p:nvPr>
        </p:nvSpPr>
        <p:spPr>
          <a:xfrm>
            <a:off x="715100" y="445025"/>
            <a:ext cx="7713900" cy="572700"/>
          </a:xfrm>
        </p:spPr>
        <p:txBody>
          <a:bodyPr wrap="square" anchor="ctr">
            <a:normAutofit/>
          </a:bodyPr>
          <a:lstStyle/>
          <a:p>
            <a:r>
              <a:rPr lang="en-US" dirty="0"/>
              <a:t>Experiment &amp; Testing (Survey Analysis)</a:t>
            </a:r>
          </a:p>
        </p:txBody>
      </p:sp>
      <p:graphicFrame>
        <p:nvGraphicFramePr>
          <p:cNvPr id="3" name="Table 2">
            <a:extLst>
              <a:ext uri="{FF2B5EF4-FFF2-40B4-BE49-F238E27FC236}">
                <a16:creationId xmlns:a16="http://schemas.microsoft.com/office/drawing/2014/main" id="{EB41B3F2-2E18-F0AE-815D-50B1D29481BB}"/>
              </a:ext>
            </a:extLst>
          </p:cNvPr>
          <p:cNvGraphicFramePr>
            <a:graphicFrameLocks noGrp="1"/>
          </p:cNvGraphicFramePr>
          <p:nvPr>
            <p:extLst>
              <p:ext uri="{D42A27DB-BD31-4B8C-83A1-F6EECF244321}">
                <p14:modId xmlns:p14="http://schemas.microsoft.com/office/powerpoint/2010/main" val="2940280324"/>
              </p:ext>
            </p:extLst>
          </p:nvPr>
        </p:nvGraphicFramePr>
        <p:xfrm>
          <a:off x="1181759" y="1208225"/>
          <a:ext cx="6780583" cy="3264412"/>
        </p:xfrm>
        <a:graphic>
          <a:graphicData uri="http://schemas.openxmlformats.org/drawingml/2006/table">
            <a:tbl>
              <a:tblPr/>
              <a:tblGrid>
                <a:gridCol w="1372568">
                  <a:extLst>
                    <a:ext uri="{9D8B030D-6E8A-4147-A177-3AD203B41FA5}">
                      <a16:colId xmlns:a16="http://schemas.microsoft.com/office/drawing/2014/main" val="361160807"/>
                    </a:ext>
                  </a:extLst>
                </a:gridCol>
                <a:gridCol w="1362182">
                  <a:extLst>
                    <a:ext uri="{9D8B030D-6E8A-4147-A177-3AD203B41FA5}">
                      <a16:colId xmlns:a16="http://schemas.microsoft.com/office/drawing/2014/main" val="2487307537"/>
                    </a:ext>
                  </a:extLst>
                </a:gridCol>
                <a:gridCol w="1369601">
                  <a:extLst>
                    <a:ext uri="{9D8B030D-6E8A-4147-A177-3AD203B41FA5}">
                      <a16:colId xmlns:a16="http://schemas.microsoft.com/office/drawing/2014/main" val="4255743321"/>
                    </a:ext>
                  </a:extLst>
                </a:gridCol>
                <a:gridCol w="1314050">
                  <a:extLst>
                    <a:ext uri="{9D8B030D-6E8A-4147-A177-3AD203B41FA5}">
                      <a16:colId xmlns:a16="http://schemas.microsoft.com/office/drawing/2014/main" val="2868441777"/>
                    </a:ext>
                  </a:extLst>
                </a:gridCol>
                <a:gridCol w="1362182">
                  <a:extLst>
                    <a:ext uri="{9D8B030D-6E8A-4147-A177-3AD203B41FA5}">
                      <a16:colId xmlns:a16="http://schemas.microsoft.com/office/drawing/2014/main" val="449899557"/>
                    </a:ext>
                  </a:extLst>
                </a:gridCol>
              </a:tblGrid>
              <a:tr h="297202">
                <a:tc>
                  <a:txBody>
                    <a:bodyPr/>
                    <a:lstStyle/>
                    <a:p>
                      <a:pPr>
                        <a:buNone/>
                      </a:pPr>
                      <a:r>
                        <a:rPr lang="en-US" sz="1200" b="1" dirty="0"/>
                        <a:t>Question</a:t>
                      </a:r>
                      <a:endParaRPr lang="en-US" sz="1200" dirty="0"/>
                    </a:p>
                  </a:txBody>
                  <a:tcPr marL="77869" marR="77869" marT="38935" marB="38935" anchor="ctr">
                    <a:lnL>
                      <a:noFill/>
                    </a:lnL>
                    <a:lnR>
                      <a:noFill/>
                    </a:lnR>
                    <a:lnT>
                      <a:noFill/>
                    </a:lnT>
                    <a:lnB>
                      <a:noFill/>
                    </a:lnB>
                    <a:noFill/>
                  </a:tcPr>
                </a:tc>
                <a:tc>
                  <a:txBody>
                    <a:bodyPr/>
                    <a:lstStyle/>
                    <a:p>
                      <a:pPr>
                        <a:buNone/>
                      </a:pPr>
                      <a:r>
                        <a:rPr lang="en-US" sz="1200" b="1" dirty="0"/>
                        <a:t>Option A</a:t>
                      </a:r>
                      <a:endParaRPr lang="en-US" sz="1200" dirty="0"/>
                    </a:p>
                  </a:txBody>
                  <a:tcPr marL="77869" marR="77869" marT="38935" marB="38935" anchor="ctr">
                    <a:lnL>
                      <a:noFill/>
                    </a:lnL>
                    <a:lnR>
                      <a:noFill/>
                    </a:lnR>
                    <a:lnT>
                      <a:noFill/>
                    </a:lnT>
                    <a:lnB>
                      <a:noFill/>
                    </a:lnB>
                    <a:noFill/>
                  </a:tcPr>
                </a:tc>
                <a:tc>
                  <a:txBody>
                    <a:bodyPr/>
                    <a:lstStyle/>
                    <a:p>
                      <a:pPr>
                        <a:buNone/>
                      </a:pPr>
                      <a:r>
                        <a:rPr lang="en-US" sz="1200" b="1" dirty="0"/>
                        <a:t>Option B</a:t>
                      </a:r>
                      <a:endParaRPr lang="en-US" sz="1200" dirty="0"/>
                    </a:p>
                  </a:txBody>
                  <a:tcPr marL="77869" marR="77869" marT="38935" marB="38935" anchor="ctr">
                    <a:lnL>
                      <a:noFill/>
                    </a:lnL>
                    <a:lnR>
                      <a:noFill/>
                    </a:lnR>
                    <a:lnT>
                      <a:noFill/>
                    </a:lnT>
                    <a:lnB>
                      <a:noFill/>
                    </a:lnB>
                    <a:noFill/>
                  </a:tcPr>
                </a:tc>
                <a:tc>
                  <a:txBody>
                    <a:bodyPr/>
                    <a:lstStyle/>
                    <a:p>
                      <a:pPr>
                        <a:buNone/>
                      </a:pPr>
                      <a:r>
                        <a:rPr lang="en-US" sz="1200" b="1" dirty="0"/>
                        <a:t>Option C</a:t>
                      </a:r>
                      <a:endParaRPr lang="en-US" sz="1200" dirty="0"/>
                    </a:p>
                  </a:txBody>
                  <a:tcPr marL="77869" marR="77869" marT="38935" marB="38935" anchor="ctr">
                    <a:lnL>
                      <a:noFill/>
                    </a:lnL>
                    <a:lnR>
                      <a:noFill/>
                    </a:lnR>
                    <a:lnT>
                      <a:noFill/>
                    </a:lnT>
                    <a:lnB>
                      <a:noFill/>
                    </a:lnB>
                    <a:noFill/>
                  </a:tcPr>
                </a:tc>
                <a:tc>
                  <a:txBody>
                    <a:bodyPr/>
                    <a:lstStyle/>
                    <a:p>
                      <a:pPr>
                        <a:buNone/>
                      </a:pPr>
                      <a:r>
                        <a:rPr lang="en-US" sz="1200" b="1" dirty="0"/>
                        <a:t>Result Insight</a:t>
                      </a:r>
                      <a:endParaRPr lang="en-US" sz="1200" dirty="0"/>
                    </a:p>
                  </a:txBody>
                  <a:tcPr marL="77869" marR="77869" marT="38935" marB="38935" anchor="ctr">
                    <a:lnL>
                      <a:noFill/>
                    </a:lnL>
                    <a:lnR>
                      <a:noFill/>
                    </a:lnR>
                    <a:lnT>
                      <a:noFill/>
                    </a:lnT>
                    <a:lnB>
                      <a:noFill/>
                    </a:lnB>
                    <a:noFill/>
                  </a:tcPr>
                </a:tc>
                <a:extLst>
                  <a:ext uri="{0D108BD9-81ED-4DB2-BD59-A6C34878D82A}">
                    <a16:rowId xmlns:a16="http://schemas.microsoft.com/office/drawing/2014/main" val="828610880"/>
                  </a:ext>
                </a:extLst>
              </a:tr>
              <a:tr h="482352">
                <a:tc>
                  <a:txBody>
                    <a:bodyPr/>
                    <a:lstStyle/>
                    <a:p>
                      <a:pPr>
                        <a:buNone/>
                      </a:pPr>
                      <a:r>
                        <a:rPr lang="en-US" sz="1200" dirty="0"/>
                        <a:t>Do you find this app useful?</a:t>
                      </a:r>
                    </a:p>
                  </a:txBody>
                  <a:tcPr marL="77869" marR="77869" marT="38935" marB="38935" anchor="ctr">
                    <a:lnL>
                      <a:noFill/>
                    </a:lnL>
                    <a:lnR>
                      <a:noFill/>
                    </a:lnR>
                    <a:lnT>
                      <a:noFill/>
                    </a:lnT>
                    <a:lnB>
                      <a:noFill/>
                    </a:lnB>
                    <a:noFill/>
                  </a:tcPr>
                </a:tc>
                <a:tc>
                  <a:txBody>
                    <a:bodyPr/>
                    <a:lstStyle/>
                    <a:p>
                      <a:pPr>
                        <a:buNone/>
                      </a:pPr>
                      <a:r>
                        <a:rPr lang="en-US" sz="1200" dirty="0"/>
                        <a:t>Yes (85%)</a:t>
                      </a:r>
                    </a:p>
                  </a:txBody>
                  <a:tcPr marL="77869" marR="77869" marT="38935" marB="38935" anchor="ctr">
                    <a:lnL>
                      <a:noFill/>
                    </a:lnL>
                    <a:lnR>
                      <a:noFill/>
                    </a:lnR>
                    <a:lnT>
                      <a:noFill/>
                    </a:lnT>
                    <a:lnB>
                      <a:noFill/>
                    </a:lnB>
                    <a:noFill/>
                  </a:tcPr>
                </a:tc>
                <a:tc>
                  <a:txBody>
                    <a:bodyPr/>
                    <a:lstStyle/>
                    <a:p>
                      <a:pPr>
                        <a:buNone/>
                      </a:pPr>
                      <a:r>
                        <a:rPr lang="en-US" sz="1200" dirty="0"/>
                        <a:t>Maybe (10%)</a:t>
                      </a:r>
                    </a:p>
                  </a:txBody>
                  <a:tcPr marL="77869" marR="77869" marT="38935" marB="38935" anchor="ctr">
                    <a:lnL>
                      <a:noFill/>
                    </a:lnL>
                    <a:lnR>
                      <a:noFill/>
                    </a:lnR>
                    <a:lnT>
                      <a:noFill/>
                    </a:lnT>
                    <a:lnB>
                      <a:noFill/>
                    </a:lnB>
                    <a:noFill/>
                  </a:tcPr>
                </a:tc>
                <a:tc>
                  <a:txBody>
                    <a:bodyPr/>
                    <a:lstStyle/>
                    <a:p>
                      <a:pPr>
                        <a:buNone/>
                      </a:pPr>
                      <a:r>
                        <a:rPr lang="en-US" sz="1200" dirty="0"/>
                        <a:t>No (5%)</a:t>
                      </a:r>
                    </a:p>
                  </a:txBody>
                  <a:tcPr marL="77869" marR="77869" marT="38935" marB="38935" anchor="ctr">
                    <a:lnL>
                      <a:noFill/>
                    </a:lnL>
                    <a:lnR>
                      <a:noFill/>
                    </a:lnR>
                    <a:lnT>
                      <a:noFill/>
                    </a:lnT>
                    <a:lnB>
                      <a:noFill/>
                    </a:lnB>
                    <a:noFill/>
                  </a:tcPr>
                </a:tc>
                <a:tc>
                  <a:txBody>
                    <a:bodyPr/>
                    <a:lstStyle/>
                    <a:p>
                      <a:pPr>
                        <a:buNone/>
                      </a:pPr>
                      <a:r>
                        <a:rPr lang="en-US" sz="1200" dirty="0"/>
                        <a:t>Strong interest in the app</a:t>
                      </a:r>
                    </a:p>
                  </a:txBody>
                  <a:tcPr marL="77869" marR="77869" marT="38935" marB="38935" anchor="ctr">
                    <a:lnL>
                      <a:noFill/>
                    </a:lnL>
                    <a:lnR>
                      <a:noFill/>
                    </a:lnR>
                    <a:lnT>
                      <a:noFill/>
                    </a:lnT>
                    <a:lnB>
                      <a:noFill/>
                    </a:lnB>
                    <a:noFill/>
                  </a:tcPr>
                </a:tc>
                <a:extLst>
                  <a:ext uri="{0D108BD9-81ED-4DB2-BD59-A6C34878D82A}">
                    <a16:rowId xmlns:a16="http://schemas.microsoft.com/office/drawing/2014/main" val="855940021"/>
                  </a:ext>
                </a:extLst>
              </a:tr>
              <a:tr h="482352">
                <a:tc>
                  <a:txBody>
                    <a:bodyPr/>
                    <a:lstStyle/>
                    <a:p>
                      <a:pPr>
                        <a:buNone/>
                      </a:pPr>
                      <a:r>
                        <a:rPr lang="en-US" sz="1200" dirty="0"/>
                        <a:t>Which feature is most important?</a:t>
                      </a:r>
                    </a:p>
                  </a:txBody>
                  <a:tcPr marL="77869" marR="77869" marT="38935" marB="38935" anchor="ctr">
                    <a:lnL>
                      <a:noFill/>
                    </a:lnL>
                    <a:lnR>
                      <a:noFill/>
                    </a:lnR>
                    <a:lnT>
                      <a:noFill/>
                    </a:lnT>
                    <a:lnB>
                      <a:noFill/>
                    </a:lnB>
                    <a:noFill/>
                  </a:tcPr>
                </a:tc>
                <a:tc>
                  <a:txBody>
                    <a:bodyPr/>
                    <a:lstStyle/>
                    <a:p>
                      <a:pPr>
                        <a:buNone/>
                      </a:pPr>
                      <a:r>
                        <a:rPr lang="en-US" sz="1200" dirty="0"/>
                        <a:t>Schedule (40%)</a:t>
                      </a:r>
                    </a:p>
                  </a:txBody>
                  <a:tcPr marL="77869" marR="77869" marT="38935" marB="38935" anchor="ctr">
                    <a:lnL>
                      <a:noFill/>
                    </a:lnL>
                    <a:lnR>
                      <a:noFill/>
                    </a:lnR>
                    <a:lnT>
                      <a:noFill/>
                    </a:lnT>
                    <a:lnB>
                      <a:noFill/>
                    </a:lnB>
                    <a:noFill/>
                  </a:tcPr>
                </a:tc>
                <a:tc>
                  <a:txBody>
                    <a:bodyPr/>
                    <a:lstStyle/>
                    <a:p>
                      <a:pPr>
                        <a:buNone/>
                      </a:pPr>
                      <a:r>
                        <a:rPr lang="en-US" sz="1200" dirty="0"/>
                        <a:t>Tasks (30%)</a:t>
                      </a:r>
                    </a:p>
                  </a:txBody>
                  <a:tcPr marL="77869" marR="77869" marT="38935" marB="38935" anchor="ctr">
                    <a:lnL>
                      <a:noFill/>
                    </a:lnL>
                    <a:lnR>
                      <a:noFill/>
                    </a:lnR>
                    <a:lnT>
                      <a:noFill/>
                    </a:lnT>
                    <a:lnB>
                      <a:noFill/>
                    </a:lnB>
                    <a:noFill/>
                  </a:tcPr>
                </a:tc>
                <a:tc>
                  <a:txBody>
                    <a:bodyPr/>
                    <a:lstStyle/>
                    <a:p>
                      <a:pPr>
                        <a:buNone/>
                      </a:pPr>
                      <a:r>
                        <a:rPr lang="en-US" sz="1200" dirty="0"/>
                        <a:t>Budget (30%)</a:t>
                      </a:r>
                    </a:p>
                  </a:txBody>
                  <a:tcPr marL="77869" marR="77869" marT="38935" marB="38935" anchor="ctr">
                    <a:lnL>
                      <a:noFill/>
                    </a:lnL>
                    <a:lnR>
                      <a:noFill/>
                    </a:lnR>
                    <a:lnT>
                      <a:noFill/>
                    </a:lnT>
                    <a:lnB>
                      <a:noFill/>
                    </a:lnB>
                    <a:noFill/>
                  </a:tcPr>
                </a:tc>
                <a:tc>
                  <a:txBody>
                    <a:bodyPr/>
                    <a:lstStyle/>
                    <a:p>
                      <a:pPr>
                        <a:buNone/>
                      </a:pPr>
                      <a:r>
                        <a:rPr lang="en-US" sz="1200" dirty="0"/>
                        <a:t>Core features are well-balanced</a:t>
                      </a:r>
                    </a:p>
                  </a:txBody>
                  <a:tcPr marL="77869" marR="77869" marT="38935" marB="38935" anchor="ctr">
                    <a:lnL>
                      <a:noFill/>
                    </a:lnL>
                    <a:lnR>
                      <a:noFill/>
                    </a:lnR>
                    <a:lnT>
                      <a:noFill/>
                    </a:lnT>
                    <a:lnB>
                      <a:noFill/>
                    </a:lnB>
                    <a:noFill/>
                  </a:tcPr>
                </a:tc>
                <a:extLst>
                  <a:ext uri="{0D108BD9-81ED-4DB2-BD59-A6C34878D82A}">
                    <a16:rowId xmlns:a16="http://schemas.microsoft.com/office/drawing/2014/main" val="3436951107"/>
                  </a:ext>
                </a:extLst>
              </a:tr>
              <a:tr h="667502">
                <a:tc>
                  <a:txBody>
                    <a:bodyPr/>
                    <a:lstStyle/>
                    <a:p>
                      <a:pPr>
                        <a:buNone/>
                      </a:pPr>
                      <a:r>
                        <a:rPr lang="en-US" sz="1200" dirty="0"/>
                        <a:t>Is the interface easy to understand?</a:t>
                      </a:r>
                    </a:p>
                  </a:txBody>
                  <a:tcPr marL="77869" marR="77869" marT="38935" marB="38935" anchor="ctr">
                    <a:lnL>
                      <a:noFill/>
                    </a:lnL>
                    <a:lnR>
                      <a:noFill/>
                    </a:lnR>
                    <a:lnT>
                      <a:noFill/>
                    </a:lnT>
                    <a:lnB>
                      <a:noFill/>
                    </a:lnB>
                    <a:noFill/>
                  </a:tcPr>
                </a:tc>
                <a:tc>
                  <a:txBody>
                    <a:bodyPr/>
                    <a:lstStyle/>
                    <a:p>
                      <a:pPr>
                        <a:buNone/>
                      </a:pPr>
                      <a:r>
                        <a:rPr lang="en-US" sz="1200" dirty="0"/>
                        <a:t>Yes (80%)</a:t>
                      </a:r>
                    </a:p>
                  </a:txBody>
                  <a:tcPr marL="77869" marR="77869" marT="38935" marB="38935" anchor="ctr">
                    <a:lnL>
                      <a:noFill/>
                    </a:lnL>
                    <a:lnR>
                      <a:noFill/>
                    </a:lnR>
                    <a:lnT>
                      <a:noFill/>
                    </a:lnT>
                    <a:lnB>
                      <a:noFill/>
                    </a:lnB>
                    <a:noFill/>
                  </a:tcPr>
                </a:tc>
                <a:tc>
                  <a:txBody>
                    <a:bodyPr/>
                    <a:lstStyle/>
                    <a:p>
                      <a:pPr>
                        <a:buNone/>
                      </a:pPr>
                      <a:r>
                        <a:rPr lang="en-US" sz="1200" dirty="0"/>
                        <a:t>Medium (15%)</a:t>
                      </a:r>
                    </a:p>
                  </a:txBody>
                  <a:tcPr marL="77869" marR="77869" marT="38935" marB="38935" anchor="ctr">
                    <a:lnL>
                      <a:noFill/>
                    </a:lnL>
                    <a:lnR>
                      <a:noFill/>
                    </a:lnR>
                    <a:lnT>
                      <a:noFill/>
                    </a:lnT>
                    <a:lnB>
                      <a:noFill/>
                    </a:lnB>
                    <a:noFill/>
                  </a:tcPr>
                </a:tc>
                <a:tc>
                  <a:txBody>
                    <a:bodyPr/>
                    <a:lstStyle/>
                    <a:p>
                      <a:pPr>
                        <a:buNone/>
                      </a:pPr>
                      <a:r>
                        <a:rPr lang="en-US" sz="1200" dirty="0"/>
                        <a:t>No (5%)</a:t>
                      </a:r>
                    </a:p>
                  </a:txBody>
                  <a:tcPr marL="77869" marR="77869" marT="38935" marB="38935" anchor="ctr">
                    <a:lnL>
                      <a:noFill/>
                    </a:lnL>
                    <a:lnR>
                      <a:noFill/>
                    </a:lnR>
                    <a:lnT>
                      <a:noFill/>
                    </a:lnT>
                    <a:lnB>
                      <a:noFill/>
                    </a:lnB>
                    <a:noFill/>
                  </a:tcPr>
                </a:tc>
                <a:tc>
                  <a:txBody>
                    <a:bodyPr/>
                    <a:lstStyle/>
                    <a:p>
                      <a:pPr>
                        <a:buNone/>
                      </a:pPr>
                      <a:r>
                        <a:rPr lang="en-US" sz="1200" dirty="0"/>
                        <a:t>UI is simple and user-friendly</a:t>
                      </a:r>
                    </a:p>
                  </a:txBody>
                  <a:tcPr marL="77869" marR="77869" marT="38935" marB="38935" anchor="ctr">
                    <a:lnL>
                      <a:noFill/>
                    </a:lnL>
                    <a:lnR>
                      <a:noFill/>
                    </a:lnR>
                    <a:lnT>
                      <a:noFill/>
                    </a:lnT>
                    <a:lnB>
                      <a:noFill/>
                    </a:lnB>
                    <a:noFill/>
                  </a:tcPr>
                </a:tc>
                <a:extLst>
                  <a:ext uri="{0D108BD9-81ED-4DB2-BD59-A6C34878D82A}">
                    <a16:rowId xmlns:a16="http://schemas.microsoft.com/office/drawing/2014/main" val="2412294612"/>
                  </a:ext>
                </a:extLst>
              </a:tr>
              <a:tr h="667502">
                <a:tc>
                  <a:txBody>
                    <a:bodyPr/>
                    <a:lstStyle/>
                    <a:p>
                      <a:pPr>
                        <a:buNone/>
                      </a:pPr>
                      <a:r>
                        <a:rPr lang="en-US" sz="1200" dirty="0"/>
                        <a:t>Would you use this app regularly?</a:t>
                      </a:r>
                    </a:p>
                  </a:txBody>
                  <a:tcPr marL="77869" marR="77869" marT="38935" marB="38935" anchor="ctr">
                    <a:lnL>
                      <a:noFill/>
                    </a:lnL>
                    <a:lnR>
                      <a:noFill/>
                    </a:lnR>
                    <a:lnT>
                      <a:noFill/>
                    </a:lnT>
                    <a:lnB>
                      <a:noFill/>
                    </a:lnB>
                    <a:noFill/>
                  </a:tcPr>
                </a:tc>
                <a:tc>
                  <a:txBody>
                    <a:bodyPr/>
                    <a:lstStyle/>
                    <a:p>
                      <a:pPr>
                        <a:buNone/>
                      </a:pPr>
                      <a:r>
                        <a:rPr lang="en-US" sz="1200" dirty="0"/>
                        <a:t>Yes (75%)</a:t>
                      </a:r>
                    </a:p>
                  </a:txBody>
                  <a:tcPr marL="77869" marR="77869" marT="38935" marB="38935" anchor="ctr">
                    <a:lnL>
                      <a:noFill/>
                    </a:lnL>
                    <a:lnR>
                      <a:noFill/>
                    </a:lnR>
                    <a:lnT>
                      <a:noFill/>
                    </a:lnT>
                    <a:lnB>
                      <a:noFill/>
                    </a:lnB>
                    <a:noFill/>
                  </a:tcPr>
                </a:tc>
                <a:tc>
                  <a:txBody>
                    <a:bodyPr/>
                    <a:lstStyle/>
                    <a:p>
                      <a:pPr>
                        <a:buNone/>
                      </a:pPr>
                      <a:r>
                        <a:rPr lang="en-US" sz="1200" dirty="0"/>
                        <a:t>Maybe (20%)</a:t>
                      </a:r>
                    </a:p>
                  </a:txBody>
                  <a:tcPr marL="77869" marR="77869" marT="38935" marB="38935" anchor="ctr">
                    <a:lnL>
                      <a:noFill/>
                    </a:lnL>
                    <a:lnR>
                      <a:noFill/>
                    </a:lnR>
                    <a:lnT>
                      <a:noFill/>
                    </a:lnT>
                    <a:lnB>
                      <a:noFill/>
                    </a:lnB>
                    <a:noFill/>
                  </a:tcPr>
                </a:tc>
                <a:tc>
                  <a:txBody>
                    <a:bodyPr/>
                    <a:lstStyle/>
                    <a:p>
                      <a:pPr>
                        <a:buNone/>
                      </a:pPr>
                      <a:r>
                        <a:rPr lang="en-US" sz="1200" dirty="0"/>
                        <a:t>No (5%)</a:t>
                      </a:r>
                    </a:p>
                  </a:txBody>
                  <a:tcPr marL="77869" marR="77869" marT="38935" marB="38935" anchor="ctr">
                    <a:lnL>
                      <a:noFill/>
                    </a:lnL>
                    <a:lnR>
                      <a:noFill/>
                    </a:lnR>
                    <a:lnT>
                      <a:noFill/>
                    </a:lnT>
                    <a:lnB>
                      <a:noFill/>
                    </a:lnB>
                    <a:noFill/>
                  </a:tcPr>
                </a:tc>
                <a:tc>
                  <a:txBody>
                    <a:bodyPr/>
                    <a:lstStyle/>
                    <a:p>
                      <a:pPr>
                        <a:buNone/>
                      </a:pPr>
                      <a:r>
                        <a:rPr lang="en-US" sz="1200" dirty="0"/>
                        <a:t>High potential adoption</a:t>
                      </a:r>
                    </a:p>
                  </a:txBody>
                  <a:tcPr marL="77869" marR="77869" marT="38935" marB="38935" anchor="ctr">
                    <a:lnL>
                      <a:noFill/>
                    </a:lnL>
                    <a:lnR>
                      <a:noFill/>
                    </a:lnR>
                    <a:lnT>
                      <a:noFill/>
                    </a:lnT>
                    <a:lnB>
                      <a:noFill/>
                    </a:lnB>
                    <a:noFill/>
                  </a:tcPr>
                </a:tc>
                <a:extLst>
                  <a:ext uri="{0D108BD9-81ED-4DB2-BD59-A6C34878D82A}">
                    <a16:rowId xmlns:a16="http://schemas.microsoft.com/office/drawing/2014/main" val="595652744"/>
                  </a:ext>
                </a:extLst>
              </a:tr>
              <a:tr h="667502">
                <a:tc>
                  <a:txBody>
                    <a:bodyPr/>
                    <a:lstStyle/>
                    <a:p>
                      <a:pPr>
                        <a:buNone/>
                      </a:pPr>
                      <a:r>
                        <a:rPr lang="en-US" sz="1200" dirty="0"/>
                        <a:t>What improvement is most needed?</a:t>
                      </a:r>
                    </a:p>
                  </a:txBody>
                  <a:tcPr marL="77869" marR="77869" marT="38935" marB="38935" anchor="ctr">
                    <a:lnL>
                      <a:noFill/>
                    </a:lnL>
                    <a:lnR>
                      <a:noFill/>
                    </a:lnR>
                    <a:lnT>
                      <a:noFill/>
                    </a:lnT>
                    <a:lnB>
                      <a:noFill/>
                    </a:lnB>
                    <a:noFill/>
                  </a:tcPr>
                </a:tc>
                <a:tc>
                  <a:txBody>
                    <a:bodyPr/>
                    <a:lstStyle/>
                    <a:p>
                      <a:pPr>
                        <a:buNone/>
                      </a:pPr>
                      <a:r>
                        <a:rPr lang="en-US" sz="1200" dirty="0"/>
                        <a:t>Notifications (50%)</a:t>
                      </a:r>
                    </a:p>
                  </a:txBody>
                  <a:tcPr marL="77869" marR="77869" marT="38935" marB="38935" anchor="ctr">
                    <a:lnL>
                      <a:noFill/>
                    </a:lnL>
                    <a:lnR>
                      <a:noFill/>
                    </a:lnR>
                    <a:lnT>
                      <a:noFill/>
                    </a:lnT>
                    <a:lnB>
                      <a:noFill/>
                    </a:lnB>
                    <a:noFill/>
                  </a:tcPr>
                </a:tc>
                <a:tc>
                  <a:txBody>
                    <a:bodyPr/>
                    <a:lstStyle/>
                    <a:p>
                      <a:pPr>
                        <a:buNone/>
                      </a:pPr>
                      <a:r>
                        <a:rPr lang="en-US" sz="1200" dirty="0"/>
                        <a:t>Simplicity (30%)</a:t>
                      </a:r>
                    </a:p>
                  </a:txBody>
                  <a:tcPr marL="77869" marR="77869" marT="38935" marB="38935" anchor="ctr">
                    <a:lnL>
                      <a:noFill/>
                    </a:lnL>
                    <a:lnR>
                      <a:noFill/>
                    </a:lnR>
                    <a:lnT>
                      <a:noFill/>
                    </a:lnT>
                    <a:lnB>
                      <a:noFill/>
                    </a:lnB>
                    <a:noFill/>
                  </a:tcPr>
                </a:tc>
                <a:tc>
                  <a:txBody>
                    <a:bodyPr/>
                    <a:lstStyle/>
                    <a:p>
                      <a:pPr>
                        <a:buNone/>
                      </a:pPr>
                      <a:r>
                        <a:rPr lang="en-US" sz="1200" dirty="0"/>
                        <a:t>More features (20%)</a:t>
                      </a:r>
                    </a:p>
                  </a:txBody>
                  <a:tcPr marL="77869" marR="77869" marT="38935" marB="38935" anchor="ctr">
                    <a:lnL>
                      <a:noFill/>
                    </a:lnL>
                    <a:lnR>
                      <a:noFill/>
                    </a:lnR>
                    <a:lnT>
                      <a:noFill/>
                    </a:lnT>
                    <a:lnB>
                      <a:noFill/>
                    </a:lnB>
                    <a:noFill/>
                  </a:tcPr>
                </a:tc>
                <a:tc>
                  <a:txBody>
                    <a:bodyPr/>
                    <a:lstStyle/>
                    <a:p>
                      <a:pPr>
                        <a:buNone/>
                      </a:pPr>
                      <a:r>
                        <a:rPr lang="en-US" sz="1200" dirty="0"/>
                        <a:t>Focus on reminders and simplicity</a:t>
                      </a:r>
                    </a:p>
                  </a:txBody>
                  <a:tcPr marL="77869" marR="77869" marT="38935" marB="38935" anchor="ctr">
                    <a:lnL>
                      <a:noFill/>
                    </a:lnL>
                    <a:lnR>
                      <a:noFill/>
                    </a:lnR>
                    <a:lnT>
                      <a:noFill/>
                    </a:lnT>
                    <a:lnB>
                      <a:noFill/>
                    </a:lnB>
                    <a:noFill/>
                  </a:tcPr>
                </a:tc>
                <a:extLst>
                  <a:ext uri="{0D108BD9-81ED-4DB2-BD59-A6C34878D82A}">
                    <a16:rowId xmlns:a16="http://schemas.microsoft.com/office/drawing/2014/main" val="462424675"/>
                  </a:ext>
                </a:extLst>
              </a:tr>
            </a:tbl>
          </a:graphicData>
        </a:graphic>
      </p:graphicFrame>
    </p:spTree>
    <p:extLst>
      <p:ext uri="{BB962C8B-B14F-4D97-AF65-F5344CB8AC3E}">
        <p14:creationId xmlns:p14="http://schemas.microsoft.com/office/powerpoint/2010/main" val="2882217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F1FBD6-1D6E-2261-8C4D-2D02D32DDDFB}"/>
              </a:ext>
            </a:extLst>
          </p:cNvPr>
          <p:cNvPicPr>
            <a:picLocks noChangeAspect="1"/>
          </p:cNvPicPr>
          <p:nvPr/>
        </p:nvPicPr>
        <p:blipFill>
          <a:blip r:embed="rId2"/>
          <a:stretch>
            <a:fillRect/>
          </a:stretch>
        </p:blipFill>
        <p:spPr>
          <a:xfrm>
            <a:off x="599606" y="0"/>
            <a:ext cx="8544393" cy="5143499"/>
          </a:xfrm>
          <a:prstGeom prst="rect">
            <a:avLst/>
          </a:prstGeom>
        </p:spPr>
      </p:pic>
    </p:spTree>
    <p:extLst>
      <p:ext uri="{BB962C8B-B14F-4D97-AF65-F5344CB8AC3E}">
        <p14:creationId xmlns:p14="http://schemas.microsoft.com/office/powerpoint/2010/main" val="17858623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4F20F-116E-A886-F11A-326A657CB168}"/>
              </a:ext>
            </a:extLst>
          </p:cNvPr>
          <p:cNvSpPr>
            <a:spLocks noGrp="1"/>
          </p:cNvSpPr>
          <p:nvPr>
            <p:ph type="title"/>
          </p:nvPr>
        </p:nvSpPr>
        <p:spPr/>
        <p:txBody>
          <a:bodyPr/>
          <a:lstStyle/>
          <a:p>
            <a:endParaRPr lang="en-US" dirty="0"/>
          </a:p>
        </p:txBody>
      </p:sp>
      <p:pic>
        <p:nvPicPr>
          <p:cNvPr id="4" name="Picture 3">
            <a:extLst>
              <a:ext uri="{FF2B5EF4-FFF2-40B4-BE49-F238E27FC236}">
                <a16:creationId xmlns:a16="http://schemas.microsoft.com/office/drawing/2014/main" id="{658A4E4F-F247-6F01-5ABE-445BA7115E5C}"/>
              </a:ext>
            </a:extLst>
          </p:cNvPr>
          <p:cNvPicPr>
            <a:picLocks noChangeAspect="1"/>
          </p:cNvPicPr>
          <p:nvPr/>
        </p:nvPicPr>
        <p:blipFill>
          <a:blip r:embed="rId2"/>
          <a:stretch>
            <a:fillRect/>
          </a:stretch>
        </p:blipFill>
        <p:spPr>
          <a:xfrm>
            <a:off x="0" y="0"/>
            <a:ext cx="9143999" cy="5143500"/>
          </a:xfrm>
          <a:prstGeom prst="rect">
            <a:avLst/>
          </a:prstGeom>
        </p:spPr>
      </p:pic>
    </p:spTree>
    <p:extLst>
      <p:ext uri="{BB962C8B-B14F-4D97-AF65-F5344CB8AC3E}">
        <p14:creationId xmlns:p14="http://schemas.microsoft.com/office/powerpoint/2010/main" val="3703806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12171-190F-2C12-C2D3-63307F32B4F5}"/>
              </a:ext>
            </a:extLst>
          </p:cNvPr>
          <p:cNvSpPr>
            <a:spLocks noGrp="1"/>
          </p:cNvSpPr>
          <p:nvPr>
            <p:ph type="title"/>
          </p:nvPr>
        </p:nvSpPr>
        <p:spPr/>
        <p:txBody>
          <a:bodyPr/>
          <a:lstStyle/>
          <a:p>
            <a:r>
              <a:rPr lang="en-US" dirty="0"/>
              <a:t>Usefulness &amp; User Impact</a:t>
            </a:r>
          </a:p>
        </p:txBody>
      </p:sp>
      <p:sp>
        <p:nvSpPr>
          <p:cNvPr id="4" name="TextBox 3">
            <a:extLst>
              <a:ext uri="{FF2B5EF4-FFF2-40B4-BE49-F238E27FC236}">
                <a16:creationId xmlns:a16="http://schemas.microsoft.com/office/drawing/2014/main" id="{7F4D0C9B-CF0C-6BDA-3F7E-48A2A83567EB}"/>
              </a:ext>
            </a:extLst>
          </p:cNvPr>
          <p:cNvSpPr txBox="1"/>
          <p:nvPr/>
        </p:nvSpPr>
        <p:spPr>
          <a:xfrm>
            <a:off x="839450" y="1101776"/>
            <a:ext cx="7105336" cy="1668214"/>
          </a:xfrm>
          <a:prstGeom prst="rect">
            <a:avLst/>
          </a:prstGeom>
          <a:noFill/>
        </p:spPr>
        <p:txBody>
          <a:bodyPr wrap="square">
            <a:spAutoFit/>
          </a:bodyPr>
          <a:lstStyle/>
          <a:p>
            <a:pPr>
              <a:lnSpc>
                <a:spcPct val="150000"/>
              </a:lnSpc>
            </a:pPr>
            <a:r>
              <a:rPr lang="en-US" b="1" dirty="0">
                <a:solidFill>
                  <a:schemeClr val="tx1"/>
                </a:solidFill>
              </a:rPr>
              <a:t>Impact on Students</a:t>
            </a:r>
          </a:p>
          <a:p>
            <a:pPr marL="285750" indent="-285750" algn="just">
              <a:lnSpc>
                <a:spcPct val="150000"/>
              </a:lnSpc>
              <a:buFont typeface="Courier New" panose="02070309020205020404" pitchFamily="49" charset="0"/>
              <a:buChar char="o"/>
            </a:pPr>
            <a:r>
              <a:rPr lang="en-US" b="1" dirty="0">
                <a:solidFill>
                  <a:schemeClr val="tx1"/>
                </a:solidFill>
              </a:rPr>
              <a:t>Improves productivity</a:t>
            </a:r>
            <a:r>
              <a:rPr lang="en-US" dirty="0">
                <a:solidFill>
                  <a:schemeClr val="tx1"/>
                </a:solidFill>
              </a:rPr>
              <a:t> (better time management &amp; reminders) </a:t>
            </a:r>
          </a:p>
          <a:p>
            <a:pPr marL="285750" indent="-285750" algn="just">
              <a:lnSpc>
                <a:spcPct val="150000"/>
              </a:lnSpc>
              <a:buFont typeface="Courier New" panose="02070309020205020404" pitchFamily="49" charset="0"/>
              <a:buChar char="o"/>
            </a:pPr>
            <a:r>
              <a:rPr lang="en-US" b="1" dirty="0">
                <a:solidFill>
                  <a:schemeClr val="tx1"/>
                </a:solidFill>
              </a:rPr>
              <a:t>Reduces stress</a:t>
            </a:r>
            <a:r>
              <a:rPr lang="en-US" dirty="0">
                <a:solidFill>
                  <a:schemeClr val="tx1"/>
                </a:solidFill>
              </a:rPr>
              <a:t> from missed deadlines and disorganization </a:t>
            </a:r>
          </a:p>
          <a:p>
            <a:pPr marL="285750" indent="-285750" algn="just">
              <a:lnSpc>
                <a:spcPct val="150000"/>
              </a:lnSpc>
              <a:buFont typeface="Courier New" panose="02070309020205020404" pitchFamily="49" charset="0"/>
              <a:buChar char="o"/>
            </a:pPr>
            <a:r>
              <a:rPr lang="en-US" dirty="0">
                <a:solidFill>
                  <a:schemeClr val="tx1"/>
                </a:solidFill>
              </a:rPr>
              <a:t>Helps </a:t>
            </a:r>
            <a:r>
              <a:rPr lang="en-US" b="1" dirty="0">
                <a:solidFill>
                  <a:schemeClr val="tx1"/>
                </a:solidFill>
              </a:rPr>
              <a:t>control spending</a:t>
            </a:r>
            <a:r>
              <a:rPr lang="en-US" dirty="0">
                <a:solidFill>
                  <a:schemeClr val="tx1"/>
                </a:solidFill>
              </a:rPr>
              <a:t> with budget tracking </a:t>
            </a:r>
          </a:p>
          <a:p>
            <a:pPr marL="285750" indent="-285750" algn="just">
              <a:lnSpc>
                <a:spcPct val="150000"/>
              </a:lnSpc>
              <a:buFont typeface="Courier New" panose="02070309020205020404" pitchFamily="49" charset="0"/>
              <a:buChar char="o"/>
            </a:pPr>
            <a:r>
              <a:rPr lang="en-US" dirty="0">
                <a:solidFill>
                  <a:schemeClr val="tx1"/>
                </a:solidFill>
              </a:rPr>
              <a:t>Supports </a:t>
            </a:r>
            <a:r>
              <a:rPr lang="en-US" b="1" dirty="0">
                <a:solidFill>
                  <a:schemeClr val="tx1"/>
                </a:solidFill>
              </a:rPr>
              <a:t>adaptation to a new city</a:t>
            </a:r>
            <a:r>
              <a:rPr lang="en-US" dirty="0">
                <a:solidFill>
                  <a:schemeClr val="tx1"/>
                </a:solidFill>
              </a:rPr>
              <a:t> (especially international students) </a:t>
            </a:r>
          </a:p>
        </p:txBody>
      </p:sp>
      <p:sp>
        <p:nvSpPr>
          <p:cNvPr id="7" name="TextBox 6">
            <a:extLst>
              <a:ext uri="{FF2B5EF4-FFF2-40B4-BE49-F238E27FC236}">
                <a16:creationId xmlns:a16="http://schemas.microsoft.com/office/drawing/2014/main" id="{A41F9577-1F38-3CFE-6AEA-95E411EBBBB3}"/>
              </a:ext>
            </a:extLst>
          </p:cNvPr>
          <p:cNvSpPr txBox="1"/>
          <p:nvPr/>
        </p:nvSpPr>
        <p:spPr>
          <a:xfrm>
            <a:off x="777615" y="2933208"/>
            <a:ext cx="6545080" cy="1237326"/>
          </a:xfrm>
          <a:prstGeom prst="rect">
            <a:avLst/>
          </a:prstGeom>
          <a:noFill/>
        </p:spPr>
        <p:txBody>
          <a:bodyPr wrap="square">
            <a:spAutoFit/>
          </a:bodyPr>
          <a:lstStyle/>
          <a:p>
            <a:pPr>
              <a:buNone/>
            </a:pPr>
            <a:r>
              <a:rPr lang="en-US" b="1" dirty="0">
                <a:solidFill>
                  <a:schemeClr val="tx1"/>
                </a:solidFill>
              </a:rPr>
              <a:t>Practical Usefulness</a:t>
            </a:r>
          </a:p>
          <a:p>
            <a:pPr marL="285750" indent="-285750">
              <a:lnSpc>
                <a:spcPct val="150000"/>
              </a:lnSpc>
              <a:buFont typeface="Courier New" panose="02070309020205020404" pitchFamily="49" charset="0"/>
              <a:buChar char="o"/>
            </a:pPr>
            <a:r>
              <a:rPr lang="en-US" dirty="0">
                <a:solidFill>
                  <a:schemeClr val="tx1"/>
                </a:solidFill>
              </a:rPr>
              <a:t>Centralizes </a:t>
            </a:r>
            <a:r>
              <a:rPr lang="en-US" b="1" dirty="0">
                <a:solidFill>
                  <a:schemeClr val="tx1"/>
                </a:solidFill>
              </a:rPr>
              <a:t>schedule, tasks, budget, and services</a:t>
            </a:r>
            <a:r>
              <a:rPr lang="en-US" dirty="0">
                <a:solidFill>
                  <a:schemeClr val="tx1"/>
                </a:solidFill>
              </a:rPr>
              <a:t> in one app </a:t>
            </a:r>
          </a:p>
          <a:p>
            <a:pPr marL="285750" indent="-285750">
              <a:lnSpc>
                <a:spcPct val="150000"/>
              </a:lnSpc>
              <a:buFont typeface="Courier New" panose="02070309020205020404" pitchFamily="49" charset="0"/>
              <a:buChar char="o"/>
            </a:pPr>
            <a:r>
              <a:rPr lang="en-US" dirty="0">
                <a:solidFill>
                  <a:schemeClr val="tx1"/>
                </a:solidFill>
              </a:rPr>
              <a:t>Reduces need to switch between multiple tools </a:t>
            </a:r>
          </a:p>
          <a:p>
            <a:pPr marL="285750" indent="-285750">
              <a:lnSpc>
                <a:spcPct val="150000"/>
              </a:lnSpc>
              <a:buFont typeface="Courier New" panose="02070309020205020404" pitchFamily="49" charset="0"/>
              <a:buChar char="o"/>
            </a:pPr>
            <a:r>
              <a:rPr lang="en-US" dirty="0">
                <a:solidFill>
                  <a:schemeClr val="tx1"/>
                </a:solidFill>
              </a:rPr>
              <a:t>Provides </a:t>
            </a:r>
            <a:r>
              <a:rPr lang="en-US" b="1" dirty="0">
                <a:solidFill>
                  <a:schemeClr val="tx1"/>
                </a:solidFill>
              </a:rPr>
              <a:t>quick access</a:t>
            </a:r>
            <a:r>
              <a:rPr lang="en-US" dirty="0">
                <a:solidFill>
                  <a:schemeClr val="tx1"/>
                </a:solidFill>
              </a:rPr>
              <a:t> to essential student features</a:t>
            </a:r>
          </a:p>
        </p:txBody>
      </p:sp>
      <p:sp>
        <p:nvSpPr>
          <p:cNvPr id="9" name="TextBox 8">
            <a:extLst>
              <a:ext uri="{FF2B5EF4-FFF2-40B4-BE49-F238E27FC236}">
                <a16:creationId xmlns:a16="http://schemas.microsoft.com/office/drawing/2014/main" id="{1ED45C23-379B-B321-45DE-666C5EF8C709}"/>
              </a:ext>
            </a:extLst>
          </p:cNvPr>
          <p:cNvSpPr txBox="1"/>
          <p:nvPr/>
        </p:nvSpPr>
        <p:spPr>
          <a:xfrm>
            <a:off x="777615" y="4250429"/>
            <a:ext cx="7886700" cy="307777"/>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US" i="1" dirty="0">
                <a:solidFill>
                  <a:schemeClr val="tx2"/>
                </a:solidFill>
                <a:latin typeface="Times New Roman" panose="02020603050405020304" pitchFamily="18" charset="0"/>
                <a:cs typeface="Times New Roman" panose="02020603050405020304" pitchFamily="18" charset="0"/>
              </a:rPr>
              <a:t>A simple, all-in-one solution that </a:t>
            </a:r>
            <a:r>
              <a:rPr lang="en-US" b="1" i="1" dirty="0">
                <a:solidFill>
                  <a:schemeClr val="tx2"/>
                </a:solidFill>
                <a:latin typeface="Times New Roman" panose="02020603050405020304" pitchFamily="18" charset="0"/>
                <a:cs typeface="Times New Roman" panose="02020603050405020304" pitchFamily="18" charset="0"/>
              </a:rPr>
              <a:t>improves student life, organization, and financial awareness</a:t>
            </a:r>
            <a:endParaRPr lang="en-US" i="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1187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86C15-F8FF-CB33-FEDE-7B2006CA0738}"/>
              </a:ext>
            </a:extLst>
          </p:cNvPr>
          <p:cNvSpPr>
            <a:spLocks noGrp="1"/>
          </p:cNvSpPr>
          <p:nvPr>
            <p:ph type="title"/>
          </p:nvPr>
        </p:nvSpPr>
        <p:spPr>
          <a:xfrm>
            <a:off x="427219" y="437530"/>
            <a:ext cx="7846879" cy="572700"/>
          </a:xfrm>
        </p:spPr>
        <p:txBody>
          <a:bodyPr/>
          <a:lstStyle/>
          <a:p>
            <a:r>
              <a:rPr lang="en-US" sz="2800" dirty="0"/>
              <a:t>Evaluation System (Scoring, Quiz &amp; Formula)</a:t>
            </a:r>
          </a:p>
        </p:txBody>
      </p:sp>
      <p:sp>
        <p:nvSpPr>
          <p:cNvPr id="4" name="TextBox 3">
            <a:extLst>
              <a:ext uri="{FF2B5EF4-FFF2-40B4-BE49-F238E27FC236}">
                <a16:creationId xmlns:a16="http://schemas.microsoft.com/office/drawing/2014/main" id="{96A027D7-2D28-5EC9-F05C-936BDC702208}"/>
              </a:ext>
            </a:extLst>
          </p:cNvPr>
          <p:cNvSpPr txBox="1"/>
          <p:nvPr/>
        </p:nvSpPr>
        <p:spPr>
          <a:xfrm>
            <a:off x="427219" y="1010230"/>
            <a:ext cx="8641830" cy="553998"/>
          </a:xfrm>
          <a:prstGeom prst="rect">
            <a:avLst/>
          </a:prstGeom>
          <a:noFill/>
        </p:spPr>
        <p:txBody>
          <a:bodyPr wrap="square">
            <a:spAutoFit/>
          </a:bodyPr>
          <a:lstStyle/>
          <a:p>
            <a:pPr>
              <a:buNone/>
            </a:pPr>
            <a:r>
              <a:rPr lang="en-US" sz="1600" b="1" i="1" dirty="0">
                <a:solidFill>
                  <a:schemeClr val="tx1"/>
                </a:solidFill>
                <a:latin typeface="Times New Roman" panose="02020603050405020304" pitchFamily="18" charset="0"/>
                <a:cs typeface="Times New Roman" panose="02020603050405020304" pitchFamily="18" charset="0"/>
              </a:rPr>
              <a:t>Purpose: </a:t>
            </a:r>
            <a:r>
              <a:rPr lang="en-US" i="1" dirty="0">
                <a:solidFill>
                  <a:schemeClr val="tx1"/>
                </a:solidFill>
                <a:latin typeface="Times New Roman" panose="02020603050405020304" pitchFamily="18" charset="0"/>
                <a:cs typeface="Times New Roman" panose="02020603050405020304" pitchFamily="18" charset="0"/>
              </a:rPr>
              <a:t>To measure how useful and effective the app is for each student based on their activity, organization, and 	feedback.</a:t>
            </a:r>
          </a:p>
        </p:txBody>
      </p:sp>
      <p:graphicFrame>
        <p:nvGraphicFramePr>
          <p:cNvPr id="5" name="Table 4">
            <a:extLst>
              <a:ext uri="{FF2B5EF4-FFF2-40B4-BE49-F238E27FC236}">
                <a16:creationId xmlns:a16="http://schemas.microsoft.com/office/drawing/2014/main" id="{3DC52618-9082-3D13-6668-7C473C43194D}"/>
              </a:ext>
            </a:extLst>
          </p:cNvPr>
          <p:cNvGraphicFramePr>
            <a:graphicFrameLocks noGrp="1"/>
          </p:cNvGraphicFramePr>
          <p:nvPr>
            <p:extLst>
              <p:ext uri="{D42A27DB-BD31-4B8C-83A1-F6EECF244321}">
                <p14:modId xmlns:p14="http://schemas.microsoft.com/office/powerpoint/2010/main" val="2616338783"/>
              </p:ext>
            </p:extLst>
          </p:nvPr>
        </p:nvGraphicFramePr>
        <p:xfrm>
          <a:off x="986605" y="1704621"/>
          <a:ext cx="7344708" cy="2773680"/>
        </p:xfrm>
        <a:graphic>
          <a:graphicData uri="http://schemas.openxmlformats.org/drawingml/2006/table">
            <a:tbl>
              <a:tblPr bandRow="1"/>
              <a:tblGrid>
                <a:gridCol w="2448236">
                  <a:extLst>
                    <a:ext uri="{9D8B030D-6E8A-4147-A177-3AD203B41FA5}">
                      <a16:colId xmlns:a16="http://schemas.microsoft.com/office/drawing/2014/main" val="1060747548"/>
                    </a:ext>
                  </a:extLst>
                </a:gridCol>
                <a:gridCol w="2448236">
                  <a:extLst>
                    <a:ext uri="{9D8B030D-6E8A-4147-A177-3AD203B41FA5}">
                      <a16:colId xmlns:a16="http://schemas.microsoft.com/office/drawing/2014/main" val="1154607263"/>
                    </a:ext>
                  </a:extLst>
                </a:gridCol>
                <a:gridCol w="2448236">
                  <a:extLst>
                    <a:ext uri="{9D8B030D-6E8A-4147-A177-3AD203B41FA5}">
                      <a16:colId xmlns:a16="http://schemas.microsoft.com/office/drawing/2014/main" val="2802810159"/>
                    </a:ext>
                  </a:extLst>
                </a:gridCol>
              </a:tblGrid>
              <a:tr h="228222">
                <a:tc>
                  <a:txBody>
                    <a:bodyPr/>
                    <a:lstStyle/>
                    <a:p>
                      <a:pPr>
                        <a:buNone/>
                      </a:pPr>
                      <a:r>
                        <a:rPr lang="en-US" b="1" dirty="0">
                          <a:latin typeface="Assistant" pitchFamily="2" charset="-79"/>
                          <a:cs typeface="Assistant" pitchFamily="2" charset="-79"/>
                        </a:rPr>
                        <a:t>Criteria</a:t>
                      </a:r>
                      <a:endParaRPr lang="en-US" dirty="0">
                        <a:latin typeface="Assistant" pitchFamily="2" charset="-79"/>
                        <a:cs typeface="Assistant"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latin typeface="Assistant" pitchFamily="2" charset="-79"/>
                          <a:cs typeface="Assistant" pitchFamily="2" charset="-79"/>
                        </a:rPr>
                        <a:t>Description</a:t>
                      </a:r>
                      <a:endParaRPr lang="en-US" dirty="0">
                        <a:latin typeface="Assistant" pitchFamily="2" charset="-79"/>
                        <a:cs typeface="Assistant"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latin typeface="Assistant" pitchFamily="2" charset="-79"/>
                          <a:cs typeface="Assistant" pitchFamily="2" charset="-79"/>
                        </a:rPr>
                        <a:t>Score</a:t>
                      </a:r>
                      <a:endParaRPr lang="en-US" dirty="0">
                        <a:latin typeface="Assistant" pitchFamily="2" charset="-79"/>
                        <a:cs typeface="Assistant"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273083"/>
                  </a:ext>
                </a:extLst>
              </a:tr>
              <a:tr h="407956">
                <a:tc>
                  <a:txBody>
                    <a:bodyPr/>
                    <a:lstStyle/>
                    <a:p>
                      <a:pPr>
                        <a:buNone/>
                      </a:pPr>
                      <a:r>
                        <a:rPr lang="en-US" dirty="0">
                          <a:latin typeface="Assistant" pitchFamily="2" charset="-79"/>
                          <a:cs typeface="Assistant" pitchFamily="2" charset="-79"/>
                        </a:rPr>
                        <a:t>Task Completion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Assistant" pitchFamily="2" charset="-79"/>
                          <a:cs typeface="Assistant" pitchFamily="2" charset="-79"/>
                        </a:rPr>
                        <a:t>Number of completed tasks/assignments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Assistant" pitchFamily="2" charset="-79"/>
                          <a:cs typeface="Assistant" pitchFamily="2" charset="-79"/>
                        </a:rPr>
                        <a:t>25 pts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011598"/>
                  </a:ext>
                </a:extLst>
              </a:tr>
              <a:tr h="407956">
                <a:tc>
                  <a:txBody>
                    <a:bodyPr/>
                    <a:lstStyle/>
                    <a:p>
                      <a:pPr>
                        <a:buNone/>
                      </a:pPr>
                      <a:r>
                        <a:rPr lang="en-US" dirty="0">
                          <a:latin typeface="Assistant" pitchFamily="2" charset="-79"/>
                          <a:cs typeface="Assistant" pitchFamily="2" charset="-79"/>
                        </a:rPr>
                        <a:t>Schedule Usage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Assistant" pitchFamily="2" charset="-79"/>
                          <a:cs typeface="Assistant" pitchFamily="2" charset="-79"/>
                        </a:rPr>
                        <a:t>Frequency of using class planner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Assistant" pitchFamily="2" charset="-79"/>
                          <a:cs typeface="Assistant" pitchFamily="2" charset="-79"/>
                        </a:rPr>
                        <a:t>20 pts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5589360"/>
                  </a:ext>
                </a:extLst>
              </a:tr>
              <a:tr h="239975">
                <a:tc>
                  <a:txBody>
                    <a:bodyPr/>
                    <a:lstStyle/>
                    <a:p>
                      <a:pPr>
                        <a:buNone/>
                      </a:pPr>
                      <a:r>
                        <a:rPr lang="en-US" dirty="0">
                          <a:latin typeface="Assistant" pitchFamily="2" charset="-79"/>
                          <a:cs typeface="Assistant" pitchFamily="2" charset="-79"/>
                        </a:rPr>
                        <a:t>Budget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Assistant" pitchFamily="2" charset="-79"/>
                          <a:cs typeface="Assistant" pitchFamily="2" charset="-79"/>
                        </a:rPr>
                        <a:t>Staying within monthly budget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Assistant" pitchFamily="2" charset="-79"/>
                          <a:cs typeface="Assistant" pitchFamily="2" charset="-79"/>
                        </a:rPr>
                        <a:t>20 pts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3970534"/>
                  </a:ext>
                </a:extLst>
              </a:tr>
              <a:tr h="407956">
                <a:tc>
                  <a:txBody>
                    <a:bodyPr/>
                    <a:lstStyle/>
                    <a:p>
                      <a:pPr>
                        <a:buNone/>
                      </a:pPr>
                      <a:r>
                        <a:rPr lang="en-US" dirty="0">
                          <a:latin typeface="Assistant" pitchFamily="2" charset="-79"/>
                          <a:cs typeface="Assistant" pitchFamily="2" charset="-79"/>
                        </a:rPr>
                        <a:t>Quiz 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Assistant" pitchFamily="2" charset="-79"/>
                          <a:cs typeface="Assistant" pitchFamily="2" charset="-79"/>
                        </a:rPr>
                        <a:t>Student life / productivity quiz 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Assistant" pitchFamily="2" charset="-79"/>
                          <a:cs typeface="Assistant" pitchFamily="2" charset="-79"/>
                        </a:rPr>
                        <a:t>15 pts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1050833"/>
                  </a:ext>
                </a:extLst>
              </a:tr>
              <a:tr h="239975">
                <a:tc>
                  <a:txBody>
                    <a:bodyPr/>
                    <a:lstStyle/>
                    <a:p>
                      <a:pPr>
                        <a:buNone/>
                      </a:pPr>
                      <a:r>
                        <a:rPr lang="en-US" dirty="0">
                          <a:latin typeface="Assistant" pitchFamily="2" charset="-79"/>
                          <a:cs typeface="Assistant" pitchFamily="2" charset="-79"/>
                        </a:rPr>
                        <a:t>User Feedback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Assistant" pitchFamily="2" charset="-79"/>
                          <a:cs typeface="Assistant" pitchFamily="2" charset="-79"/>
                        </a:rPr>
                        <a:t>Rating given by the user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Assistant" pitchFamily="2" charset="-79"/>
                          <a:cs typeface="Assistant" pitchFamily="2" charset="-79"/>
                        </a:rPr>
                        <a:t>20 pts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5293632"/>
                  </a:ext>
                </a:extLst>
              </a:tr>
              <a:tr h="239975">
                <a:tc>
                  <a:txBody>
                    <a:bodyPr/>
                    <a:lstStyle/>
                    <a:p>
                      <a:pPr>
                        <a:buNone/>
                      </a:pPr>
                      <a:r>
                        <a:rPr lang="en-US" b="1" dirty="0">
                          <a:latin typeface="Assistant" pitchFamily="2" charset="-79"/>
                          <a:cs typeface="Assistant" pitchFamily="2" charset="-79"/>
                        </a:rPr>
                        <a:t>Total</a:t>
                      </a:r>
                      <a:endParaRPr lang="en-US" dirty="0">
                        <a:latin typeface="Assistant" pitchFamily="2" charset="-79"/>
                        <a:cs typeface="Assistant"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Assistant" pitchFamily="2" charset="-79"/>
                          <a:cs typeface="Assistant" pitchFamily="2" charset="-79"/>
                        </a:rPr>
                        <a:t>Overall app effectiveness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latin typeface="Assistant" pitchFamily="2" charset="-79"/>
                          <a:cs typeface="Assistant" pitchFamily="2" charset="-79"/>
                        </a:rPr>
                        <a:t>100 pts</a:t>
                      </a:r>
                      <a:endParaRPr lang="en-US" dirty="0">
                        <a:latin typeface="Assistant" pitchFamily="2" charset="-79"/>
                        <a:cs typeface="Assistant" pitchFamily="2" charset="-79"/>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982677"/>
                  </a:ext>
                </a:extLst>
              </a:tr>
            </a:tbl>
          </a:graphicData>
        </a:graphic>
      </p:graphicFrame>
      <p:sp>
        <p:nvSpPr>
          <p:cNvPr id="6" name="Google Shape;907;p37">
            <a:extLst>
              <a:ext uri="{FF2B5EF4-FFF2-40B4-BE49-F238E27FC236}">
                <a16:creationId xmlns:a16="http://schemas.microsoft.com/office/drawing/2014/main" id="{A04E3111-E880-B6B5-AC35-AD222E18F8F7}"/>
              </a:ext>
            </a:extLst>
          </p:cNvPr>
          <p:cNvSpPr/>
          <p:nvPr/>
        </p:nvSpPr>
        <p:spPr>
          <a:xfrm>
            <a:off x="117288" y="1490095"/>
            <a:ext cx="812100" cy="812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grpSp>
        <p:nvGrpSpPr>
          <p:cNvPr id="8" name="Google Shape;910;p37">
            <a:extLst>
              <a:ext uri="{FF2B5EF4-FFF2-40B4-BE49-F238E27FC236}">
                <a16:creationId xmlns:a16="http://schemas.microsoft.com/office/drawing/2014/main" id="{47876973-BEF3-3A4E-16EA-C97F56C29D66}"/>
              </a:ext>
            </a:extLst>
          </p:cNvPr>
          <p:cNvGrpSpPr/>
          <p:nvPr/>
        </p:nvGrpSpPr>
        <p:grpSpPr>
          <a:xfrm>
            <a:off x="371102" y="1704621"/>
            <a:ext cx="304471" cy="333079"/>
            <a:chOff x="2376489" y="5451476"/>
            <a:chExt cx="473075" cy="517525"/>
          </a:xfrm>
        </p:grpSpPr>
        <p:sp>
          <p:nvSpPr>
            <p:cNvPr id="9" name="Google Shape;911;p37">
              <a:extLst>
                <a:ext uri="{FF2B5EF4-FFF2-40B4-BE49-F238E27FC236}">
                  <a16:creationId xmlns:a16="http://schemas.microsoft.com/office/drawing/2014/main" id="{E38A95D5-85F5-B104-830A-0BB25DACDA66}"/>
                </a:ext>
              </a:extLst>
            </p:cNvPr>
            <p:cNvSpPr/>
            <p:nvPr/>
          </p:nvSpPr>
          <p:spPr>
            <a:xfrm>
              <a:off x="2376488" y="5451476"/>
              <a:ext cx="473075" cy="517525"/>
            </a:xfrm>
            <a:custGeom>
              <a:avLst/>
              <a:gdLst/>
              <a:ahLst/>
              <a:cxnLst/>
              <a:rect l="l" t="t" r="r" b="b"/>
              <a:pathLst>
                <a:path w="265" h="290" extrusionOk="0">
                  <a:moveTo>
                    <a:pt x="249" y="0"/>
                  </a:moveTo>
                  <a:cubicBezTo>
                    <a:pt x="241" y="0"/>
                    <a:pt x="234" y="6"/>
                    <a:pt x="233" y="14"/>
                  </a:cubicBezTo>
                  <a:cubicBezTo>
                    <a:pt x="212" y="27"/>
                    <a:pt x="190" y="37"/>
                    <a:pt x="167" y="46"/>
                  </a:cubicBezTo>
                  <a:cubicBezTo>
                    <a:pt x="149" y="53"/>
                    <a:pt x="129" y="59"/>
                    <a:pt x="110" y="64"/>
                  </a:cubicBezTo>
                  <a:cubicBezTo>
                    <a:pt x="109" y="61"/>
                    <a:pt x="107" y="59"/>
                    <a:pt x="104" y="59"/>
                  </a:cubicBezTo>
                  <a:cubicBezTo>
                    <a:pt x="42" y="59"/>
                    <a:pt x="42" y="59"/>
                    <a:pt x="42" y="59"/>
                  </a:cubicBezTo>
                  <a:cubicBezTo>
                    <a:pt x="32" y="59"/>
                    <a:pt x="24" y="67"/>
                    <a:pt x="24" y="77"/>
                  </a:cubicBezTo>
                  <a:cubicBezTo>
                    <a:pt x="24" y="86"/>
                    <a:pt x="24" y="86"/>
                    <a:pt x="24" y="86"/>
                  </a:cubicBezTo>
                  <a:cubicBezTo>
                    <a:pt x="9" y="86"/>
                    <a:pt x="9" y="86"/>
                    <a:pt x="9" y="86"/>
                  </a:cubicBezTo>
                  <a:cubicBezTo>
                    <a:pt x="4" y="86"/>
                    <a:pt x="0" y="91"/>
                    <a:pt x="0" y="96"/>
                  </a:cubicBezTo>
                  <a:cubicBezTo>
                    <a:pt x="0" y="129"/>
                    <a:pt x="0" y="129"/>
                    <a:pt x="0" y="129"/>
                  </a:cubicBezTo>
                  <a:cubicBezTo>
                    <a:pt x="0" y="135"/>
                    <a:pt x="4" y="139"/>
                    <a:pt x="9" y="139"/>
                  </a:cubicBezTo>
                  <a:cubicBezTo>
                    <a:pt x="24" y="139"/>
                    <a:pt x="24" y="139"/>
                    <a:pt x="24" y="139"/>
                  </a:cubicBezTo>
                  <a:cubicBezTo>
                    <a:pt x="24" y="148"/>
                    <a:pt x="24" y="148"/>
                    <a:pt x="24" y="148"/>
                  </a:cubicBezTo>
                  <a:cubicBezTo>
                    <a:pt x="24" y="158"/>
                    <a:pt x="32" y="166"/>
                    <a:pt x="42" y="166"/>
                  </a:cubicBezTo>
                  <a:cubicBezTo>
                    <a:pt x="81" y="166"/>
                    <a:pt x="81" y="166"/>
                    <a:pt x="81" y="166"/>
                  </a:cubicBezTo>
                  <a:cubicBezTo>
                    <a:pt x="81" y="282"/>
                    <a:pt x="81" y="282"/>
                    <a:pt x="81" y="282"/>
                  </a:cubicBezTo>
                  <a:cubicBezTo>
                    <a:pt x="77" y="282"/>
                    <a:pt x="77" y="282"/>
                    <a:pt x="77" y="282"/>
                  </a:cubicBezTo>
                  <a:cubicBezTo>
                    <a:pt x="67" y="282"/>
                    <a:pt x="59" y="274"/>
                    <a:pt x="59" y="264"/>
                  </a:cubicBezTo>
                  <a:cubicBezTo>
                    <a:pt x="54" y="180"/>
                    <a:pt x="54" y="180"/>
                    <a:pt x="54" y="180"/>
                  </a:cubicBezTo>
                  <a:cubicBezTo>
                    <a:pt x="54" y="178"/>
                    <a:pt x="52" y="176"/>
                    <a:pt x="50" y="176"/>
                  </a:cubicBezTo>
                  <a:cubicBezTo>
                    <a:pt x="48" y="176"/>
                    <a:pt x="46" y="178"/>
                    <a:pt x="46" y="181"/>
                  </a:cubicBezTo>
                  <a:cubicBezTo>
                    <a:pt x="50" y="265"/>
                    <a:pt x="50" y="265"/>
                    <a:pt x="50" y="265"/>
                  </a:cubicBezTo>
                  <a:cubicBezTo>
                    <a:pt x="51" y="279"/>
                    <a:pt x="63" y="290"/>
                    <a:pt x="77" y="290"/>
                  </a:cubicBezTo>
                  <a:cubicBezTo>
                    <a:pt x="84" y="290"/>
                    <a:pt x="84" y="290"/>
                    <a:pt x="84" y="290"/>
                  </a:cubicBezTo>
                  <a:cubicBezTo>
                    <a:pt x="87" y="290"/>
                    <a:pt x="90" y="288"/>
                    <a:pt x="90" y="284"/>
                  </a:cubicBezTo>
                  <a:cubicBezTo>
                    <a:pt x="90" y="166"/>
                    <a:pt x="90" y="166"/>
                    <a:pt x="90" y="166"/>
                  </a:cubicBezTo>
                  <a:cubicBezTo>
                    <a:pt x="104" y="166"/>
                    <a:pt x="104" y="166"/>
                    <a:pt x="104" y="166"/>
                  </a:cubicBezTo>
                  <a:cubicBezTo>
                    <a:pt x="107" y="166"/>
                    <a:pt x="109" y="164"/>
                    <a:pt x="110" y="162"/>
                  </a:cubicBezTo>
                  <a:cubicBezTo>
                    <a:pt x="113" y="162"/>
                    <a:pt x="115" y="163"/>
                    <a:pt x="118" y="163"/>
                  </a:cubicBezTo>
                  <a:cubicBezTo>
                    <a:pt x="118" y="163"/>
                    <a:pt x="118" y="163"/>
                    <a:pt x="119" y="163"/>
                  </a:cubicBezTo>
                  <a:cubicBezTo>
                    <a:pt x="121" y="163"/>
                    <a:pt x="122" y="162"/>
                    <a:pt x="123" y="160"/>
                  </a:cubicBezTo>
                  <a:cubicBezTo>
                    <a:pt x="123" y="158"/>
                    <a:pt x="122" y="156"/>
                    <a:pt x="120" y="155"/>
                  </a:cubicBezTo>
                  <a:cubicBezTo>
                    <a:pt x="117" y="154"/>
                    <a:pt x="113" y="154"/>
                    <a:pt x="110" y="153"/>
                  </a:cubicBezTo>
                  <a:cubicBezTo>
                    <a:pt x="110" y="72"/>
                    <a:pt x="110" y="72"/>
                    <a:pt x="110" y="72"/>
                  </a:cubicBezTo>
                  <a:cubicBezTo>
                    <a:pt x="131" y="68"/>
                    <a:pt x="151" y="62"/>
                    <a:pt x="170" y="54"/>
                  </a:cubicBezTo>
                  <a:cubicBezTo>
                    <a:pt x="192" y="46"/>
                    <a:pt x="213" y="36"/>
                    <a:pt x="233" y="24"/>
                  </a:cubicBezTo>
                  <a:cubicBezTo>
                    <a:pt x="233" y="39"/>
                    <a:pt x="233" y="39"/>
                    <a:pt x="233" y="39"/>
                  </a:cubicBezTo>
                  <a:cubicBezTo>
                    <a:pt x="233" y="42"/>
                    <a:pt x="235" y="44"/>
                    <a:pt x="237" y="44"/>
                  </a:cubicBezTo>
                  <a:cubicBezTo>
                    <a:pt x="240" y="44"/>
                    <a:pt x="241" y="42"/>
                    <a:pt x="241" y="39"/>
                  </a:cubicBezTo>
                  <a:cubicBezTo>
                    <a:pt x="241" y="16"/>
                    <a:pt x="241" y="16"/>
                    <a:pt x="241" y="16"/>
                  </a:cubicBezTo>
                  <a:cubicBezTo>
                    <a:pt x="241" y="12"/>
                    <a:pt x="245" y="9"/>
                    <a:pt x="249" y="9"/>
                  </a:cubicBezTo>
                  <a:cubicBezTo>
                    <a:pt x="253" y="9"/>
                    <a:pt x="256" y="12"/>
                    <a:pt x="256" y="16"/>
                  </a:cubicBezTo>
                  <a:cubicBezTo>
                    <a:pt x="256" y="209"/>
                    <a:pt x="256" y="209"/>
                    <a:pt x="256" y="209"/>
                  </a:cubicBezTo>
                  <a:cubicBezTo>
                    <a:pt x="256" y="213"/>
                    <a:pt x="253" y="216"/>
                    <a:pt x="249" y="216"/>
                  </a:cubicBezTo>
                  <a:cubicBezTo>
                    <a:pt x="245" y="216"/>
                    <a:pt x="241" y="213"/>
                    <a:pt x="241" y="209"/>
                  </a:cubicBezTo>
                  <a:cubicBezTo>
                    <a:pt x="241" y="60"/>
                    <a:pt x="241" y="60"/>
                    <a:pt x="241" y="60"/>
                  </a:cubicBezTo>
                  <a:cubicBezTo>
                    <a:pt x="241" y="58"/>
                    <a:pt x="240" y="56"/>
                    <a:pt x="237" y="56"/>
                  </a:cubicBezTo>
                  <a:cubicBezTo>
                    <a:pt x="235" y="56"/>
                    <a:pt x="233" y="58"/>
                    <a:pt x="233" y="60"/>
                  </a:cubicBezTo>
                  <a:cubicBezTo>
                    <a:pt x="233" y="201"/>
                    <a:pt x="233" y="201"/>
                    <a:pt x="233" y="201"/>
                  </a:cubicBezTo>
                  <a:cubicBezTo>
                    <a:pt x="213" y="189"/>
                    <a:pt x="192" y="179"/>
                    <a:pt x="170" y="171"/>
                  </a:cubicBezTo>
                  <a:cubicBezTo>
                    <a:pt x="160" y="167"/>
                    <a:pt x="149" y="163"/>
                    <a:pt x="138" y="160"/>
                  </a:cubicBezTo>
                  <a:cubicBezTo>
                    <a:pt x="136" y="159"/>
                    <a:pt x="134" y="161"/>
                    <a:pt x="133" y="163"/>
                  </a:cubicBezTo>
                  <a:cubicBezTo>
                    <a:pt x="132" y="165"/>
                    <a:pt x="134" y="168"/>
                    <a:pt x="136" y="168"/>
                  </a:cubicBezTo>
                  <a:cubicBezTo>
                    <a:pt x="146" y="171"/>
                    <a:pt x="157" y="175"/>
                    <a:pt x="167" y="179"/>
                  </a:cubicBezTo>
                  <a:cubicBezTo>
                    <a:pt x="190" y="188"/>
                    <a:pt x="212" y="199"/>
                    <a:pt x="233" y="211"/>
                  </a:cubicBezTo>
                  <a:cubicBezTo>
                    <a:pt x="234" y="219"/>
                    <a:pt x="241" y="225"/>
                    <a:pt x="249" y="225"/>
                  </a:cubicBezTo>
                  <a:cubicBezTo>
                    <a:pt x="258" y="225"/>
                    <a:pt x="265" y="218"/>
                    <a:pt x="265" y="209"/>
                  </a:cubicBezTo>
                  <a:cubicBezTo>
                    <a:pt x="265" y="16"/>
                    <a:pt x="265" y="16"/>
                    <a:pt x="265" y="16"/>
                  </a:cubicBezTo>
                  <a:cubicBezTo>
                    <a:pt x="265" y="8"/>
                    <a:pt x="258" y="0"/>
                    <a:pt x="249" y="0"/>
                  </a:cubicBezTo>
                  <a:close/>
                  <a:moveTo>
                    <a:pt x="9" y="130"/>
                  </a:moveTo>
                  <a:cubicBezTo>
                    <a:pt x="9" y="130"/>
                    <a:pt x="8" y="130"/>
                    <a:pt x="8" y="129"/>
                  </a:cubicBezTo>
                  <a:cubicBezTo>
                    <a:pt x="8" y="96"/>
                    <a:pt x="8" y="96"/>
                    <a:pt x="8" y="96"/>
                  </a:cubicBezTo>
                  <a:cubicBezTo>
                    <a:pt x="8" y="95"/>
                    <a:pt x="9" y="95"/>
                    <a:pt x="9" y="95"/>
                  </a:cubicBezTo>
                  <a:cubicBezTo>
                    <a:pt x="24" y="95"/>
                    <a:pt x="24" y="95"/>
                    <a:pt x="24" y="95"/>
                  </a:cubicBezTo>
                  <a:cubicBezTo>
                    <a:pt x="24" y="130"/>
                    <a:pt x="24" y="130"/>
                    <a:pt x="24" y="130"/>
                  </a:cubicBezTo>
                  <a:lnTo>
                    <a:pt x="9" y="130"/>
                  </a:lnTo>
                  <a:close/>
                  <a:moveTo>
                    <a:pt x="102" y="157"/>
                  </a:moveTo>
                  <a:cubicBezTo>
                    <a:pt x="42" y="157"/>
                    <a:pt x="42" y="157"/>
                    <a:pt x="42" y="157"/>
                  </a:cubicBezTo>
                  <a:cubicBezTo>
                    <a:pt x="37" y="157"/>
                    <a:pt x="33" y="153"/>
                    <a:pt x="33" y="148"/>
                  </a:cubicBezTo>
                  <a:cubicBezTo>
                    <a:pt x="33" y="77"/>
                    <a:pt x="33" y="77"/>
                    <a:pt x="33" y="77"/>
                  </a:cubicBezTo>
                  <a:cubicBezTo>
                    <a:pt x="33" y="72"/>
                    <a:pt x="37" y="68"/>
                    <a:pt x="42" y="68"/>
                  </a:cubicBezTo>
                  <a:cubicBezTo>
                    <a:pt x="102" y="68"/>
                    <a:pt x="102" y="68"/>
                    <a:pt x="102" y="68"/>
                  </a:cubicBezTo>
                  <a:lnTo>
                    <a:pt x="102" y="157"/>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 name="Google Shape;912;p37">
              <a:extLst>
                <a:ext uri="{FF2B5EF4-FFF2-40B4-BE49-F238E27FC236}">
                  <a16:creationId xmlns:a16="http://schemas.microsoft.com/office/drawing/2014/main" id="{41036D5D-0799-4551-C2E3-DEE6F21C1404}"/>
                </a:ext>
              </a:extLst>
            </p:cNvPr>
            <p:cNvSpPr/>
            <p:nvPr/>
          </p:nvSpPr>
          <p:spPr>
            <a:xfrm>
              <a:off x="2465389" y="5621338"/>
              <a:ext cx="61912" cy="61913"/>
            </a:xfrm>
            <a:custGeom>
              <a:avLst/>
              <a:gdLst/>
              <a:ahLst/>
              <a:cxnLst/>
              <a:rect l="l" t="t" r="r" b="b"/>
              <a:pathLst>
                <a:path w="34" h="35" extrusionOk="0">
                  <a:moveTo>
                    <a:pt x="17" y="0"/>
                  </a:moveTo>
                  <a:cubicBezTo>
                    <a:pt x="8" y="0"/>
                    <a:pt x="0" y="8"/>
                    <a:pt x="0" y="18"/>
                  </a:cubicBezTo>
                  <a:cubicBezTo>
                    <a:pt x="0" y="27"/>
                    <a:pt x="8" y="35"/>
                    <a:pt x="17" y="35"/>
                  </a:cubicBezTo>
                  <a:cubicBezTo>
                    <a:pt x="27" y="35"/>
                    <a:pt x="34" y="27"/>
                    <a:pt x="34" y="18"/>
                  </a:cubicBezTo>
                  <a:cubicBezTo>
                    <a:pt x="34" y="8"/>
                    <a:pt x="27" y="0"/>
                    <a:pt x="17" y="0"/>
                  </a:cubicBezTo>
                  <a:close/>
                  <a:moveTo>
                    <a:pt x="17" y="26"/>
                  </a:moveTo>
                  <a:cubicBezTo>
                    <a:pt x="12" y="26"/>
                    <a:pt x="9" y="22"/>
                    <a:pt x="9" y="18"/>
                  </a:cubicBezTo>
                  <a:cubicBezTo>
                    <a:pt x="9" y="13"/>
                    <a:pt x="12" y="9"/>
                    <a:pt x="17" y="9"/>
                  </a:cubicBezTo>
                  <a:cubicBezTo>
                    <a:pt x="22" y="9"/>
                    <a:pt x="26" y="13"/>
                    <a:pt x="26" y="18"/>
                  </a:cubicBezTo>
                  <a:cubicBezTo>
                    <a:pt x="26" y="22"/>
                    <a:pt x="22" y="26"/>
                    <a:pt x="17" y="26"/>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11" name="Google Shape;908;p37">
            <a:extLst>
              <a:ext uri="{FF2B5EF4-FFF2-40B4-BE49-F238E27FC236}">
                <a16:creationId xmlns:a16="http://schemas.microsoft.com/office/drawing/2014/main" id="{2A0F12D4-6B51-9433-6D6F-3960783CBBA0}"/>
              </a:ext>
            </a:extLst>
          </p:cNvPr>
          <p:cNvSpPr/>
          <p:nvPr/>
        </p:nvSpPr>
        <p:spPr>
          <a:xfrm>
            <a:off x="8256949" y="4337469"/>
            <a:ext cx="812100" cy="812100"/>
          </a:xfrm>
          <a:prstGeom prst="ellipse">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grpSp>
        <p:nvGrpSpPr>
          <p:cNvPr id="12" name="Google Shape;917;p37">
            <a:extLst>
              <a:ext uri="{FF2B5EF4-FFF2-40B4-BE49-F238E27FC236}">
                <a16:creationId xmlns:a16="http://schemas.microsoft.com/office/drawing/2014/main" id="{0C37749A-C2E2-9CC9-1D13-C6094861D0EA}"/>
              </a:ext>
            </a:extLst>
          </p:cNvPr>
          <p:cNvGrpSpPr/>
          <p:nvPr/>
        </p:nvGrpSpPr>
        <p:grpSpPr>
          <a:xfrm>
            <a:off x="8530691" y="4577489"/>
            <a:ext cx="264625" cy="332058"/>
            <a:chOff x="8393113" y="1035050"/>
            <a:chExt cx="411163" cy="515938"/>
          </a:xfrm>
        </p:grpSpPr>
        <p:sp>
          <p:nvSpPr>
            <p:cNvPr id="13" name="Google Shape;918;p37">
              <a:extLst>
                <a:ext uri="{FF2B5EF4-FFF2-40B4-BE49-F238E27FC236}">
                  <a16:creationId xmlns:a16="http://schemas.microsoft.com/office/drawing/2014/main" id="{C973CEE0-6B66-745F-D77F-40C24D3734FE}"/>
                </a:ext>
              </a:extLst>
            </p:cNvPr>
            <p:cNvSpPr/>
            <p:nvPr/>
          </p:nvSpPr>
          <p:spPr>
            <a:xfrm>
              <a:off x="8599488" y="1089025"/>
              <a:ext cx="150813" cy="315913"/>
            </a:xfrm>
            <a:custGeom>
              <a:avLst/>
              <a:gdLst/>
              <a:ahLst/>
              <a:cxnLst/>
              <a:rect l="l" t="t" r="r" b="b"/>
              <a:pathLst>
                <a:path w="85" h="177" extrusionOk="0">
                  <a:moveTo>
                    <a:pt x="4" y="0"/>
                  </a:moveTo>
                  <a:cubicBezTo>
                    <a:pt x="2" y="0"/>
                    <a:pt x="0" y="2"/>
                    <a:pt x="0" y="4"/>
                  </a:cubicBezTo>
                  <a:cubicBezTo>
                    <a:pt x="0" y="7"/>
                    <a:pt x="1" y="9"/>
                    <a:pt x="4" y="9"/>
                  </a:cubicBezTo>
                  <a:cubicBezTo>
                    <a:pt x="45" y="11"/>
                    <a:pt x="77" y="45"/>
                    <a:pt x="77" y="86"/>
                  </a:cubicBezTo>
                  <a:cubicBezTo>
                    <a:pt x="77" y="106"/>
                    <a:pt x="69" y="125"/>
                    <a:pt x="55" y="140"/>
                  </a:cubicBezTo>
                  <a:cubicBezTo>
                    <a:pt x="46" y="149"/>
                    <a:pt x="40" y="160"/>
                    <a:pt x="37" y="172"/>
                  </a:cubicBezTo>
                  <a:cubicBezTo>
                    <a:pt x="36" y="174"/>
                    <a:pt x="37" y="177"/>
                    <a:pt x="40" y="177"/>
                  </a:cubicBezTo>
                  <a:cubicBezTo>
                    <a:pt x="40" y="177"/>
                    <a:pt x="40" y="177"/>
                    <a:pt x="41" y="177"/>
                  </a:cubicBezTo>
                  <a:cubicBezTo>
                    <a:pt x="43" y="177"/>
                    <a:pt x="44" y="176"/>
                    <a:pt x="45" y="174"/>
                  </a:cubicBezTo>
                  <a:cubicBezTo>
                    <a:pt x="48" y="164"/>
                    <a:pt x="53" y="154"/>
                    <a:pt x="61" y="146"/>
                  </a:cubicBezTo>
                  <a:cubicBezTo>
                    <a:pt x="76" y="130"/>
                    <a:pt x="85" y="109"/>
                    <a:pt x="85" y="86"/>
                  </a:cubicBezTo>
                  <a:cubicBezTo>
                    <a:pt x="85" y="40"/>
                    <a:pt x="50" y="3"/>
                    <a:pt x="4"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4" name="Google Shape;919;p37">
              <a:extLst>
                <a:ext uri="{FF2B5EF4-FFF2-40B4-BE49-F238E27FC236}">
                  <a16:creationId xmlns:a16="http://schemas.microsoft.com/office/drawing/2014/main" id="{5CDF6B51-3910-BC4D-A8B9-E3B9CAFCBFB7}"/>
                </a:ext>
              </a:extLst>
            </p:cNvPr>
            <p:cNvSpPr/>
            <p:nvPr/>
          </p:nvSpPr>
          <p:spPr>
            <a:xfrm>
              <a:off x="8445501" y="1090613"/>
              <a:ext cx="230188" cy="460375"/>
            </a:xfrm>
            <a:custGeom>
              <a:avLst/>
              <a:gdLst/>
              <a:ahLst/>
              <a:cxnLst/>
              <a:rect l="l" t="t" r="r" b="b"/>
              <a:pathLst>
                <a:path w="129" h="258" extrusionOk="0">
                  <a:moveTo>
                    <a:pt x="125" y="186"/>
                  </a:moveTo>
                  <a:cubicBezTo>
                    <a:pt x="122" y="186"/>
                    <a:pt x="120" y="188"/>
                    <a:pt x="120" y="190"/>
                  </a:cubicBezTo>
                  <a:cubicBezTo>
                    <a:pt x="120" y="194"/>
                    <a:pt x="118" y="197"/>
                    <a:pt x="114" y="197"/>
                  </a:cubicBezTo>
                  <a:cubicBezTo>
                    <a:pt x="57" y="197"/>
                    <a:pt x="57" y="197"/>
                    <a:pt x="57" y="197"/>
                  </a:cubicBezTo>
                  <a:cubicBezTo>
                    <a:pt x="53" y="197"/>
                    <a:pt x="50" y="194"/>
                    <a:pt x="50" y="190"/>
                  </a:cubicBezTo>
                  <a:cubicBezTo>
                    <a:pt x="50" y="188"/>
                    <a:pt x="50" y="188"/>
                    <a:pt x="50" y="188"/>
                  </a:cubicBezTo>
                  <a:cubicBezTo>
                    <a:pt x="50" y="170"/>
                    <a:pt x="43" y="152"/>
                    <a:pt x="30" y="139"/>
                  </a:cubicBezTo>
                  <a:cubicBezTo>
                    <a:pt x="16" y="124"/>
                    <a:pt x="8" y="106"/>
                    <a:pt x="8" y="86"/>
                  </a:cubicBezTo>
                  <a:cubicBezTo>
                    <a:pt x="8" y="67"/>
                    <a:pt x="15" y="49"/>
                    <a:pt x="27" y="35"/>
                  </a:cubicBezTo>
                  <a:cubicBezTo>
                    <a:pt x="38" y="21"/>
                    <a:pt x="55" y="12"/>
                    <a:pt x="72" y="9"/>
                  </a:cubicBezTo>
                  <a:cubicBezTo>
                    <a:pt x="75" y="9"/>
                    <a:pt x="76" y="6"/>
                    <a:pt x="76" y="4"/>
                  </a:cubicBezTo>
                  <a:cubicBezTo>
                    <a:pt x="75" y="2"/>
                    <a:pt x="73" y="0"/>
                    <a:pt x="71" y="1"/>
                  </a:cubicBezTo>
                  <a:cubicBezTo>
                    <a:pt x="51" y="4"/>
                    <a:pt x="33" y="14"/>
                    <a:pt x="20" y="30"/>
                  </a:cubicBezTo>
                  <a:cubicBezTo>
                    <a:pt x="7" y="45"/>
                    <a:pt x="0" y="65"/>
                    <a:pt x="0" y="86"/>
                  </a:cubicBezTo>
                  <a:cubicBezTo>
                    <a:pt x="0" y="108"/>
                    <a:pt x="8" y="129"/>
                    <a:pt x="24" y="145"/>
                  </a:cubicBezTo>
                  <a:cubicBezTo>
                    <a:pt x="35" y="157"/>
                    <a:pt x="42" y="172"/>
                    <a:pt x="42" y="188"/>
                  </a:cubicBezTo>
                  <a:cubicBezTo>
                    <a:pt x="42" y="190"/>
                    <a:pt x="42" y="190"/>
                    <a:pt x="42" y="190"/>
                  </a:cubicBezTo>
                  <a:cubicBezTo>
                    <a:pt x="42" y="196"/>
                    <a:pt x="45" y="201"/>
                    <a:pt x="50" y="204"/>
                  </a:cubicBezTo>
                  <a:cubicBezTo>
                    <a:pt x="50" y="224"/>
                    <a:pt x="50" y="224"/>
                    <a:pt x="50" y="224"/>
                  </a:cubicBezTo>
                  <a:cubicBezTo>
                    <a:pt x="50" y="233"/>
                    <a:pt x="56" y="240"/>
                    <a:pt x="64" y="242"/>
                  </a:cubicBezTo>
                  <a:cubicBezTo>
                    <a:pt x="65" y="251"/>
                    <a:pt x="74" y="258"/>
                    <a:pt x="84" y="258"/>
                  </a:cubicBezTo>
                  <a:cubicBezTo>
                    <a:pt x="87" y="258"/>
                    <a:pt x="87" y="258"/>
                    <a:pt x="87" y="258"/>
                  </a:cubicBezTo>
                  <a:cubicBezTo>
                    <a:pt x="97" y="258"/>
                    <a:pt x="105" y="251"/>
                    <a:pt x="107" y="242"/>
                  </a:cubicBezTo>
                  <a:cubicBezTo>
                    <a:pt x="115" y="240"/>
                    <a:pt x="121" y="233"/>
                    <a:pt x="121" y="224"/>
                  </a:cubicBezTo>
                  <a:cubicBezTo>
                    <a:pt x="121" y="204"/>
                    <a:pt x="121" y="204"/>
                    <a:pt x="121" y="204"/>
                  </a:cubicBezTo>
                  <a:cubicBezTo>
                    <a:pt x="126" y="201"/>
                    <a:pt x="129" y="196"/>
                    <a:pt x="129" y="190"/>
                  </a:cubicBezTo>
                  <a:cubicBezTo>
                    <a:pt x="129" y="188"/>
                    <a:pt x="127" y="186"/>
                    <a:pt x="125" y="186"/>
                  </a:cubicBezTo>
                  <a:close/>
                  <a:moveTo>
                    <a:pt x="87" y="250"/>
                  </a:moveTo>
                  <a:cubicBezTo>
                    <a:pt x="84" y="250"/>
                    <a:pt x="84" y="250"/>
                    <a:pt x="84" y="250"/>
                  </a:cubicBezTo>
                  <a:cubicBezTo>
                    <a:pt x="79" y="250"/>
                    <a:pt x="74" y="247"/>
                    <a:pt x="73" y="242"/>
                  </a:cubicBezTo>
                  <a:cubicBezTo>
                    <a:pt x="98" y="242"/>
                    <a:pt x="98" y="242"/>
                    <a:pt x="98" y="242"/>
                  </a:cubicBezTo>
                  <a:cubicBezTo>
                    <a:pt x="97" y="247"/>
                    <a:pt x="92" y="250"/>
                    <a:pt x="87" y="250"/>
                  </a:cubicBezTo>
                  <a:close/>
                  <a:moveTo>
                    <a:pt x="112" y="224"/>
                  </a:moveTo>
                  <a:cubicBezTo>
                    <a:pt x="112" y="230"/>
                    <a:pt x="108" y="234"/>
                    <a:pt x="103" y="234"/>
                  </a:cubicBezTo>
                  <a:cubicBezTo>
                    <a:pt x="68" y="234"/>
                    <a:pt x="68" y="234"/>
                    <a:pt x="68" y="234"/>
                  </a:cubicBezTo>
                  <a:cubicBezTo>
                    <a:pt x="63" y="234"/>
                    <a:pt x="59" y="230"/>
                    <a:pt x="59" y="224"/>
                  </a:cubicBezTo>
                  <a:cubicBezTo>
                    <a:pt x="59" y="224"/>
                    <a:pt x="59" y="224"/>
                    <a:pt x="59" y="224"/>
                  </a:cubicBezTo>
                  <a:cubicBezTo>
                    <a:pt x="100" y="224"/>
                    <a:pt x="100" y="224"/>
                    <a:pt x="100" y="224"/>
                  </a:cubicBezTo>
                  <a:cubicBezTo>
                    <a:pt x="102" y="224"/>
                    <a:pt x="104" y="222"/>
                    <a:pt x="104" y="220"/>
                  </a:cubicBezTo>
                  <a:cubicBezTo>
                    <a:pt x="104" y="217"/>
                    <a:pt x="102" y="215"/>
                    <a:pt x="100" y="215"/>
                  </a:cubicBezTo>
                  <a:cubicBezTo>
                    <a:pt x="59" y="215"/>
                    <a:pt x="59" y="215"/>
                    <a:pt x="59" y="215"/>
                  </a:cubicBezTo>
                  <a:cubicBezTo>
                    <a:pt x="59" y="205"/>
                    <a:pt x="59" y="205"/>
                    <a:pt x="59" y="205"/>
                  </a:cubicBezTo>
                  <a:cubicBezTo>
                    <a:pt x="112" y="205"/>
                    <a:pt x="112" y="205"/>
                    <a:pt x="112" y="205"/>
                  </a:cubicBezTo>
                  <a:lnTo>
                    <a:pt x="112" y="224"/>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5" name="Google Shape;920;p37">
              <a:extLst>
                <a:ext uri="{FF2B5EF4-FFF2-40B4-BE49-F238E27FC236}">
                  <a16:creationId xmlns:a16="http://schemas.microsoft.com/office/drawing/2014/main" id="{4939CBE2-37EA-6A69-165D-8D2C6BE20AE5}"/>
                </a:ext>
              </a:extLst>
            </p:cNvPr>
            <p:cNvSpPr/>
            <p:nvPr/>
          </p:nvSpPr>
          <p:spPr>
            <a:xfrm>
              <a:off x="8589963" y="1035050"/>
              <a:ext cx="15875" cy="39688"/>
            </a:xfrm>
            <a:custGeom>
              <a:avLst/>
              <a:gdLst/>
              <a:ahLst/>
              <a:cxnLst/>
              <a:rect l="l" t="t" r="r" b="b"/>
              <a:pathLst>
                <a:path w="9" h="22" extrusionOk="0">
                  <a:moveTo>
                    <a:pt x="4" y="22"/>
                  </a:moveTo>
                  <a:cubicBezTo>
                    <a:pt x="7" y="22"/>
                    <a:pt x="9" y="20"/>
                    <a:pt x="9" y="17"/>
                  </a:cubicBezTo>
                  <a:cubicBezTo>
                    <a:pt x="9" y="4"/>
                    <a:pt x="9" y="4"/>
                    <a:pt x="9" y="4"/>
                  </a:cubicBezTo>
                  <a:cubicBezTo>
                    <a:pt x="9" y="2"/>
                    <a:pt x="7" y="0"/>
                    <a:pt x="4" y="0"/>
                  </a:cubicBezTo>
                  <a:cubicBezTo>
                    <a:pt x="2" y="0"/>
                    <a:pt x="0" y="2"/>
                    <a:pt x="0" y="4"/>
                  </a:cubicBezTo>
                  <a:cubicBezTo>
                    <a:pt x="0" y="17"/>
                    <a:pt x="0" y="17"/>
                    <a:pt x="0" y="17"/>
                  </a:cubicBezTo>
                  <a:cubicBezTo>
                    <a:pt x="0" y="20"/>
                    <a:pt x="2" y="22"/>
                    <a:pt x="4" y="22"/>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6" name="Google Shape;921;p37">
              <a:extLst>
                <a:ext uri="{FF2B5EF4-FFF2-40B4-BE49-F238E27FC236}">
                  <a16:creationId xmlns:a16="http://schemas.microsoft.com/office/drawing/2014/main" id="{2C347EAC-AB0F-D5E9-6C9E-81A6B184B3A7}"/>
                </a:ext>
              </a:extLst>
            </p:cNvPr>
            <p:cNvSpPr/>
            <p:nvPr/>
          </p:nvSpPr>
          <p:spPr>
            <a:xfrm>
              <a:off x="8764588" y="1233488"/>
              <a:ext cx="39688" cy="14288"/>
            </a:xfrm>
            <a:custGeom>
              <a:avLst/>
              <a:gdLst/>
              <a:ahLst/>
              <a:cxnLst/>
              <a:rect l="l" t="t" r="r" b="b"/>
              <a:pathLst>
                <a:path w="22" h="8" extrusionOk="0">
                  <a:moveTo>
                    <a:pt x="18" y="0"/>
                  </a:moveTo>
                  <a:cubicBezTo>
                    <a:pt x="4" y="0"/>
                    <a:pt x="4" y="0"/>
                    <a:pt x="4" y="0"/>
                  </a:cubicBezTo>
                  <a:cubicBezTo>
                    <a:pt x="2" y="0"/>
                    <a:pt x="0" y="2"/>
                    <a:pt x="0" y="4"/>
                  </a:cubicBezTo>
                  <a:cubicBezTo>
                    <a:pt x="0" y="6"/>
                    <a:pt x="2" y="8"/>
                    <a:pt x="4" y="8"/>
                  </a:cubicBezTo>
                  <a:cubicBezTo>
                    <a:pt x="18" y="8"/>
                    <a:pt x="18" y="8"/>
                    <a:pt x="18" y="8"/>
                  </a:cubicBezTo>
                  <a:cubicBezTo>
                    <a:pt x="20" y="8"/>
                    <a:pt x="22" y="6"/>
                    <a:pt x="22" y="4"/>
                  </a:cubicBezTo>
                  <a:cubicBezTo>
                    <a:pt x="22" y="2"/>
                    <a:pt x="20" y="0"/>
                    <a:pt x="18"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7" name="Google Shape;922;p37">
              <a:extLst>
                <a:ext uri="{FF2B5EF4-FFF2-40B4-BE49-F238E27FC236}">
                  <a16:creationId xmlns:a16="http://schemas.microsoft.com/office/drawing/2014/main" id="{94F71D4E-8377-A54B-89C3-83C39267689D}"/>
                </a:ext>
              </a:extLst>
            </p:cNvPr>
            <p:cNvSpPr/>
            <p:nvPr/>
          </p:nvSpPr>
          <p:spPr>
            <a:xfrm>
              <a:off x="8393113" y="1233488"/>
              <a:ext cx="38100" cy="14288"/>
            </a:xfrm>
            <a:custGeom>
              <a:avLst/>
              <a:gdLst/>
              <a:ahLst/>
              <a:cxnLst/>
              <a:rect l="l" t="t" r="r" b="b"/>
              <a:pathLst>
                <a:path w="22" h="8" extrusionOk="0">
                  <a:moveTo>
                    <a:pt x="18" y="0"/>
                  </a:moveTo>
                  <a:cubicBezTo>
                    <a:pt x="4" y="0"/>
                    <a:pt x="4" y="0"/>
                    <a:pt x="4" y="0"/>
                  </a:cubicBezTo>
                  <a:cubicBezTo>
                    <a:pt x="2" y="0"/>
                    <a:pt x="0" y="2"/>
                    <a:pt x="0" y="4"/>
                  </a:cubicBezTo>
                  <a:cubicBezTo>
                    <a:pt x="0" y="6"/>
                    <a:pt x="2" y="8"/>
                    <a:pt x="4" y="8"/>
                  </a:cubicBezTo>
                  <a:cubicBezTo>
                    <a:pt x="18" y="8"/>
                    <a:pt x="18" y="8"/>
                    <a:pt x="18" y="8"/>
                  </a:cubicBezTo>
                  <a:cubicBezTo>
                    <a:pt x="20" y="8"/>
                    <a:pt x="22" y="6"/>
                    <a:pt x="22" y="4"/>
                  </a:cubicBezTo>
                  <a:cubicBezTo>
                    <a:pt x="22" y="2"/>
                    <a:pt x="20" y="0"/>
                    <a:pt x="18" y="0"/>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8" name="Google Shape;923;p37">
              <a:extLst>
                <a:ext uri="{FF2B5EF4-FFF2-40B4-BE49-F238E27FC236}">
                  <a16:creationId xmlns:a16="http://schemas.microsoft.com/office/drawing/2014/main" id="{2338EBDE-1B07-3E41-39D4-4F72700E9008}"/>
                </a:ext>
              </a:extLst>
            </p:cNvPr>
            <p:cNvSpPr/>
            <p:nvPr/>
          </p:nvSpPr>
          <p:spPr>
            <a:xfrm>
              <a:off x="8713788" y="1355725"/>
              <a:ext cx="33338" cy="33338"/>
            </a:xfrm>
            <a:custGeom>
              <a:avLst/>
              <a:gdLst/>
              <a:ahLst/>
              <a:cxnLst/>
              <a:rect l="l" t="t" r="r" b="b"/>
              <a:pathLst>
                <a:path w="19" h="18" extrusionOk="0">
                  <a:moveTo>
                    <a:pt x="7" y="1"/>
                  </a:moveTo>
                  <a:cubicBezTo>
                    <a:pt x="6" y="0"/>
                    <a:pt x="3" y="0"/>
                    <a:pt x="1" y="1"/>
                  </a:cubicBezTo>
                  <a:cubicBezTo>
                    <a:pt x="0" y="3"/>
                    <a:pt x="0" y="6"/>
                    <a:pt x="1" y="7"/>
                  </a:cubicBezTo>
                  <a:cubicBezTo>
                    <a:pt x="11" y="17"/>
                    <a:pt x="11" y="17"/>
                    <a:pt x="11" y="17"/>
                  </a:cubicBezTo>
                  <a:cubicBezTo>
                    <a:pt x="12" y="18"/>
                    <a:pt x="13" y="18"/>
                    <a:pt x="14" y="18"/>
                  </a:cubicBezTo>
                  <a:cubicBezTo>
                    <a:pt x="15" y="18"/>
                    <a:pt x="16" y="18"/>
                    <a:pt x="17" y="17"/>
                  </a:cubicBezTo>
                  <a:cubicBezTo>
                    <a:pt x="19" y="15"/>
                    <a:pt x="19" y="12"/>
                    <a:pt x="17" y="11"/>
                  </a:cubicBezTo>
                  <a:lnTo>
                    <a:pt x="7" y="1"/>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9" name="Google Shape;924;p37">
              <a:extLst>
                <a:ext uri="{FF2B5EF4-FFF2-40B4-BE49-F238E27FC236}">
                  <a16:creationId xmlns:a16="http://schemas.microsoft.com/office/drawing/2014/main" id="{D1EE110E-91C0-514C-3C82-E473B48DC622}"/>
                </a:ext>
              </a:extLst>
            </p:cNvPr>
            <p:cNvSpPr/>
            <p:nvPr/>
          </p:nvSpPr>
          <p:spPr>
            <a:xfrm>
              <a:off x="8448676" y="1092200"/>
              <a:ext cx="34925" cy="31750"/>
            </a:xfrm>
            <a:custGeom>
              <a:avLst/>
              <a:gdLst/>
              <a:ahLst/>
              <a:cxnLst/>
              <a:rect l="l" t="t" r="r" b="b"/>
              <a:pathLst>
                <a:path w="19" h="18" extrusionOk="0">
                  <a:moveTo>
                    <a:pt x="11" y="17"/>
                  </a:moveTo>
                  <a:cubicBezTo>
                    <a:pt x="12" y="18"/>
                    <a:pt x="13" y="18"/>
                    <a:pt x="14" y="18"/>
                  </a:cubicBezTo>
                  <a:cubicBezTo>
                    <a:pt x="15" y="18"/>
                    <a:pt x="17" y="18"/>
                    <a:pt x="17" y="17"/>
                  </a:cubicBezTo>
                  <a:cubicBezTo>
                    <a:pt x="19" y="15"/>
                    <a:pt x="19" y="13"/>
                    <a:pt x="17" y="11"/>
                  </a:cubicBezTo>
                  <a:cubicBezTo>
                    <a:pt x="8" y="2"/>
                    <a:pt x="8" y="2"/>
                    <a:pt x="8" y="2"/>
                  </a:cubicBezTo>
                  <a:cubicBezTo>
                    <a:pt x="6" y="0"/>
                    <a:pt x="3" y="0"/>
                    <a:pt x="2" y="2"/>
                  </a:cubicBezTo>
                  <a:cubicBezTo>
                    <a:pt x="0" y="3"/>
                    <a:pt x="0" y="6"/>
                    <a:pt x="2" y="8"/>
                  </a:cubicBezTo>
                  <a:lnTo>
                    <a:pt x="11" y="17"/>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0" name="Google Shape;925;p37">
              <a:extLst>
                <a:ext uri="{FF2B5EF4-FFF2-40B4-BE49-F238E27FC236}">
                  <a16:creationId xmlns:a16="http://schemas.microsoft.com/office/drawing/2014/main" id="{79999017-1F4D-66D6-2593-F07AEB265927}"/>
                </a:ext>
              </a:extLst>
            </p:cNvPr>
            <p:cNvSpPr/>
            <p:nvPr/>
          </p:nvSpPr>
          <p:spPr>
            <a:xfrm>
              <a:off x="8448676" y="1355725"/>
              <a:ext cx="34925" cy="33338"/>
            </a:xfrm>
            <a:custGeom>
              <a:avLst/>
              <a:gdLst/>
              <a:ahLst/>
              <a:cxnLst/>
              <a:rect l="l" t="t" r="r" b="b"/>
              <a:pathLst>
                <a:path w="19" h="18" extrusionOk="0">
                  <a:moveTo>
                    <a:pt x="11" y="1"/>
                  </a:moveTo>
                  <a:cubicBezTo>
                    <a:pt x="2" y="11"/>
                    <a:pt x="2" y="11"/>
                    <a:pt x="2" y="11"/>
                  </a:cubicBezTo>
                  <a:cubicBezTo>
                    <a:pt x="0" y="12"/>
                    <a:pt x="0" y="15"/>
                    <a:pt x="2" y="17"/>
                  </a:cubicBezTo>
                  <a:cubicBezTo>
                    <a:pt x="3" y="18"/>
                    <a:pt x="4" y="18"/>
                    <a:pt x="5" y="18"/>
                  </a:cubicBezTo>
                  <a:cubicBezTo>
                    <a:pt x="6" y="18"/>
                    <a:pt x="7" y="18"/>
                    <a:pt x="8" y="17"/>
                  </a:cubicBezTo>
                  <a:cubicBezTo>
                    <a:pt x="17" y="7"/>
                    <a:pt x="17" y="7"/>
                    <a:pt x="17" y="7"/>
                  </a:cubicBezTo>
                  <a:cubicBezTo>
                    <a:pt x="19" y="6"/>
                    <a:pt x="19" y="3"/>
                    <a:pt x="17" y="1"/>
                  </a:cubicBezTo>
                  <a:cubicBezTo>
                    <a:pt x="16" y="0"/>
                    <a:pt x="13" y="0"/>
                    <a:pt x="11" y="1"/>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1" name="Google Shape;926;p37">
              <a:extLst>
                <a:ext uri="{FF2B5EF4-FFF2-40B4-BE49-F238E27FC236}">
                  <a16:creationId xmlns:a16="http://schemas.microsoft.com/office/drawing/2014/main" id="{C81417E7-D134-2F14-87B5-619D18460155}"/>
                </a:ext>
              </a:extLst>
            </p:cNvPr>
            <p:cNvSpPr/>
            <p:nvPr/>
          </p:nvSpPr>
          <p:spPr>
            <a:xfrm>
              <a:off x="8713788" y="1092200"/>
              <a:ext cx="33338" cy="31750"/>
            </a:xfrm>
            <a:custGeom>
              <a:avLst/>
              <a:gdLst/>
              <a:ahLst/>
              <a:cxnLst/>
              <a:rect l="l" t="t" r="r" b="b"/>
              <a:pathLst>
                <a:path w="19" h="18" extrusionOk="0">
                  <a:moveTo>
                    <a:pt x="4" y="18"/>
                  </a:moveTo>
                  <a:cubicBezTo>
                    <a:pt x="6" y="18"/>
                    <a:pt x="7" y="18"/>
                    <a:pt x="7" y="17"/>
                  </a:cubicBezTo>
                  <a:cubicBezTo>
                    <a:pt x="17" y="8"/>
                    <a:pt x="17" y="8"/>
                    <a:pt x="17" y="8"/>
                  </a:cubicBezTo>
                  <a:cubicBezTo>
                    <a:pt x="19" y="6"/>
                    <a:pt x="19" y="3"/>
                    <a:pt x="17" y="2"/>
                  </a:cubicBezTo>
                  <a:cubicBezTo>
                    <a:pt x="15" y="0"/>
                    <a:pt x="13" y="0"/>
                    <a:pt x="11" y="2"/>
                  </a:cubicBezTo>
                  <a:cubicBezTo>
                    <a:pt x="1" y="11"/>
                    <a:pt x="1" y="11"/>
                    <a:pt x="1" y="11"/>
                  </a:cubicBezTo>
                  <a:cubicBezTo>
                    <a:pt x="0" y="13"/>
                    <a:pt x="0" y="15"/>
                    <a:pt x="1" y="17"/>
                  </a:cubicBezTo>
                  <a:cubicBezTo>
                    <a:pt x="2" y="18"/>
                    <a:pt x="3" y="18"/>
                    <a:pt x="4" y="18"/>
                  </a:cubicBez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22" name="Google Shape;927;p37">
              <a:extLst>
                <a:ext uri="{FF2B5EF4-FFF2-40B4-BE49-F238E27FC236}">
                  <a16:creationId xmlns:a16="http://schemas.microsoft.com/office/drawing/2014/main" id="{07DD7CA9-F8F4-0F86-504C-78E52345BDE3}"/>
                </a:ext>
              </a:extLst>
            </p:cNvPr>
            <p:cNvSpPr/>
            <p:nvPr/>
          </p:nvSpPr>
          <p:spPr>
            <a:xfrm>
              <a:off x="8516938" y="1149350"/>
              <a:ext cx="163513" cy="165100"/>
            </a:xfrm>
            <a:custGeom>
              <a:avLst/>
              <a:gdLst/>
              <a:ahLst/>
              <a:cxnLst/>
              <a:rect l="l" t="t" r="r" b="b"/>
              <a:pathLst>
                <a:path w="92" h="93" extrusionOk="0">
                  <a:moveTo>
                    <a:pt x="26" y="36"/>
                  </a:moveTo>
                  <a:cubicBezTo>
                    <a:pt x="25" y="34"/>
                    <a:pt x="23" y="33"/>
                    <a:pt x="20" y="33"/>
                  </a:cubicBezTo>
                  <a:cubicBezTo>
                    <a:pt x="7" y="33"/>
                    <a:pt x="7" y="33"/>
                    <a:pt x="7" y="33"/>
                  </a:cubicBezTo>
                  <a:cubicBezTo>
                    <a:pt x="3" y="33"/>
                    <a:pt x="0" y="36"/>
                    <a:pt x="0" y="40"/>
                  </a:cubicBezTo>
                  <a:cubicBezTo>
                    <a:pt x="0" y="85"/>
                    <a:pt x="0" y="85"/>
                    <a:pt x="0" y="85"/>
                  </a:cubicBezTo>
                  <a:cubicBezTo>
                    <a:pt x="0" y="89"/>
                    <a:pt x="3" y="93"/>
                    <a:pt x="7" y="93"/>
                  </a:cubicBezTo>
                  <a:cubicBezTo>
                    <a:pt x="20" y="93"/>
                    <a:pt x="20" y="93"/>
                    <a:pt x="20" y="93"/>
                  </a:cubicBezTo>
                  <a:cubicBezTo>
                    <a:pt x="23" y="93"/>
                    <a:pt x="26" y="91"/>
                    <a:pt x="27" y="88"/>
                  </a:cubicBezTo>
                  <a:cubicBezTo>
                    <a:pt x="65" y="88"/>
                    <a:pt x="65" y="88"/>
                    <a:pt x="65" y="88"/>
                  </a:cubicBezTo>
                  <a:cubicBezTo>
                    <a:pt x="73" y="88"/>
                    <a:pt x="80" y="83"/>
                    <a:pt x="83" y="76"/>
                  </a:cubicBezTo>
                  <a:cubicBezTo>
                    <a:pt x="90" y="50"/>
                    <a:pt x="90" y="50"/>
                    <a:pt x="90" y="50"/>
                  </a:cubicBezTo>
                  <a:cubicBezTo>
                    <a:pt x="92" y="46"/>
                    <a:pt x="91" y="41"/>
                    <a:pt x="88" y="38"/>
                  </a:cubicBezTo>
                  <a:cubicBezTo>
                    <a:pt x="86" y="34"/>
                    <a:pt x="81" y="32"/>
                    <a:pt x="77" y="32"/>
                  </a:cubicBezTo>
                  <a:cubicBezTo>
                    <a:pt x="61" y="32"/>
                    <a:pt x="61" y="32"/>
                    <a:pt x="61" y="32"/>
                  </a:cubicBezTo>
                  <a:cubicBezTo>
                    <a:pt x="61" y="16"/>
                    <a:pt x="61" y="16"/>
                    <a:pt x="61" y="16"/>
                  </a:cubicBezTo>
                  <a:cubicBezTo>
                    <a:pt x="61" y="8"/>
                    <a:pt x="54" y="0"/>
                    <a:pt x="45" y="0"/>
                  </a:cubicBezTo>
                  <a:cubicBezTo>
                    <a:pt x="43" y="0"/>
                    <a:pt x="43" y="0"/>
                    <a:pt x="43" y="0"/>
                  </a:cubicBezTo>
                  <a:cubicBezTo>
                    <a:pt x="40" y="0"/>
                    <a:pt x="37" y="3"/>
                    <a:pt x="37" y="6"/>
                  </a:cubicBezTo>
                  <a:cubicBezTo>
                    <a:pt x="37" y="21"/>
                    <a:pt x="37" y="21"/>
                    <a:pt x="37" y="21"/>
                  </a:cubicBezTo>
                  <a:cubicBezTo>
                    <a:pt x="37" y="24"/>
                    <a:pt x="36" y="27"/>
                    <a:pt x="34" y="29"/>
                  </a:cubicBezTo>
                  <a:lnTo>
                    <a:pt x="26" y="36"/>
                  </a:lnTo>
                  <a:close/>
                  <a:moveTo>
                    <a:pt x="19" y="84"/>
                  </a:moveTo>
                  <a:cubicBezTo>
                    <a:pt x="8" y="84"/>
                    <a:pt x="8" y="84"/>
                    <a:pt x="8" y="84"/>
                  </a:cubicBezTo>
                  <a:cubicBezTo>
                    <a:pt x="8" y="41"/>
                    <a:pt x="8" y="41"/>
                    <a:pt x="8" y="41"/>
                  </a:cubicBezTo>
                  <a:cubicBezTo>
                    <a:pt x="19" y="41"/>
                    <a:pt x="19" y="41"/>
                    <a:pt x="19" y="41"/>
                  </a:cubicBezTo>
                  <a:lnTo>
                    <a:pt x="19" y="84"/>
                  </a:lnTo>
                  <a:close/>
                  <a:moveTo>
                    <a:pt x="40" y="35"/>
                  </a:moveTo>
                  <a:cubicBezTo>
                    <a:pt x="44" y="31"/>
                    <a:pt x="46" y="26"/>
                    <a:pt x="46" y="21"/>
                  </a:cubicBezTo>
                  <a:cubicBezTo>
                    <a:pt x="46" y="9"/>
                    <a:pt x="46" y="9"/>
                    <a:pt x="46" y="9"/>
                  </a:cubicBezTo>
                  <a:cubicBezTo>
                    <a:pt x="49" y="9"/>
                    <a:pt x="52" y="12"/>
                    <a:pt x="52" y="16"/>
                  </a:cubicBezTo>
                  <a:cubicBezTo>
                    <a:pt x="52" y="36"/>
                    <a:pt x="52" y="36"/>
                    <a:pt x="52" y="36"/>
                  </a:cubicBezTo>
                  <a:cubicBezTo>
                    <a:pt x="52" y="39"/>
                    <a:pt x="52" y="39"/>
                    <a:pt x="52" y="39"/>
                  </a:cubicBezTo>
                  <a:cubicBezTo>
                    <a:pt x="51" y="42"/>
                    <a:pt x="53" y="44"/>
                    <a:pt x="55" y="45"/>
                  </a:cubicBezTo>
                  <a:cubicBezTo>
                    <a:pt x="55" y="45"/>
                    <a:pt x="55" y="45"/>
                    <a:pt x="56" y="45"/>
                  </a:cubicBezTo>
                  <a:cubicBezTo>
                    <a:pt x="58" y="45"/>
                    <a:pt x="59" y="43"/>
                    <a:pt x="60" y="41"/>
                  </a:cubicBezTo>
                  <a:cubicBezTo>
                    <a:pt x="60" y="40"/>
                    <a:pt x="60" y="40"/>
                    <a:pt x="60" y="40"/>
                  </a:cubicBezTo>
                  <a:cubicBezTo>
                    <a:pt x="77" y="40"/>
                    <a:pt x="77" y="40"/>
                    <a:pt x="77" y="40"/>
                  </a:cubicBezTo>
                  <a:cubicBezTo>
                    <a:pt x="79" y="40"/>
                    <a:pt x="80" y="41"/>
                    <a:pt x="81" y="43"/>
                  </a:cubicBezTo>
                  <a:cubicBezTo>
                    <a:pt x="82" y="44"/>
                    <a:pt x="83" y="46"/>
                    <a:pt x="82" y="48"/>
                  </a:cubicBezTo>
                  <a:cubicBezTo>
                    <a:pt x="75" y="73"/>
                    <a:pt x="75" y="73"/>
                    <a:pt x="75" y="73"/>
                  </a:cubicBezTo>
                  <a:cubicBezTo>
                    <a:pt x="73" y="77"/>
                    <a:pt x="70" y="80"/>
                    <a:pt x="65" y="80"/>
                  </a:cubicBezTo>
                  <a:cubicBezTo>
                    <a:pt x="27" y="80"/>
                    <a:pt x="27" y="80"/>
                    <a:pt x="27" y="80"/>
                  </a:cubicBezTo>
                  <a:cubicBezTo>
                    <a:pt x="27" y="46"/>
                    <a:pt x="27" y="46"/>
                    <a:pt x="27" y="46"/>
                  </a:cubicBezTo>
                  <a:cubicBezTo>
                    <a:pt x="28" y="46"/>
                    <a:pt x="29" y="46"/>
                    <a:pt x="29" y="45"/>
                  </a:cubicBezTo>
                  <a:lnTo>
                    <a:pt x="40" y="35"/>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4092074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048F3-905C-8016-2EF8-5DF86DB10659}"/>
              </a:ext>
            </a:extLst>
          </p:cNvPr>
          <p:cNvSpPr>
            <a:spLocks noGrp="1"/>
          </p:cNvSpPr>
          <p:nvPr>
            <p:ph type="title"/>
          </p:nvPr>
        </p:nvSpPr>
        <p:spPr>
          <a:xfrm>
            <a:off x="809941" y="30711"/>
            <a:ext cx="5620839" cy="656752"/>
          </a:xfrm>
        </p:spPr>
        <p:txBody>
          <a:bodyPr/>
          <a:lstStyle/>
          <a:p>
            <a:r>
              <a:rPr lang="en-US" dirty="0"/>
              <a:t>Evaluation Criteria</a:t>
            </a:r>
          </a:p>
        </p:txBody>
      </p:sp>
      <p:sp>
        <p:nvSpPr>
          <p:cNvPr id="10" name="TextBox 9">
            <a:extLst>
              <a:ext uri="{FF2B5EF4-FFF2-40B4-BE49-F238E27FC236}">
                <a16:creationId xmlns:a16="http://schemas.microsoft.com/office/drawing/2014/main" id="{AEC84617-CE0A-3E69-FC2A-8FD947C2A4DE}"/>
              </a:ext>
            </a:extLst>
          </p:cNvPr>
          <p:cNvSpPr txBox="1"/>
          <p:nvPr/>
        </p:nvSpPr>
        <p:spPr>
          <a:xfrm>
            <a:off x="708750" y="923144"/>
            <a:ext cx="7989757" cy="1165704"/>
          </a:xfrm>
          <a:prstGeom prst="rect">
            <a:avLst/>
          </a:prstGeom>
          <a:noFill/>
        </p:spPr>
        <p:txBody>
          <a:bodyPr wrap="square">
            <a:spAutoFit/>
          </a:bodyPr>
          <a:lstStyle/>
          <a:p>
            <a:pPr>
              <a:lnSpc>
                <a:spcPct val="150000"/>
              </a:lnSpc>
              <a:buNone/>
            </a:pPr>
            <a:r>
              <a:rPr lang="en-US" sz="2000" b="1" dirty="0">
                <a:solidFill>
                  <a:schemeClr val="tx1"/>
                </a:solidFill>
                <a:latin typeface="Assistant" pitchFamily="2" charset="-79"/>
                <a:cs typeface="Assistant" pitchFamily="2" charset="-79"/>
              </a:rPr>
              <a:t>Scoring Formula</a:t>
            </a:r>
          </a:p>
          <a:p>
            <a:pPr>
              <a:lnSpc>
                <a:spcPct val="150000"/>
              </a:lnSpc>
              <a:buNone/>
            </a:pPr>
            <a:r>
              <a:rPr lang="en-US" b="1" dirty="0">
                <a:solidFill>
                  <a:schemeClr val="tx1"/>
                </a:solidFill>
                <a:latin typeface="Assistant" pitchFamily="2" charset="-79"/>
                <a:cs typeface="Assistant" pitchFamily="2" charset="-79"/>
              </a:rPr>
              <a:t>Final Score = Task Score + Schedule Score + Budget Score + Quiz Score + Feedback Score</a:t>
            </a:r>
            <a:endParaRPr lang="en-US" dirty="0">
              <a:solidFill>
                <a:schemeClr val="tx1"/>
              </a:solidFill>
              <a:latin typeface="Assistant" pitchFamily="2" charset="-79"/>
              <a:cs typeface="Assistant" pitchFamily="2" charset="-79"/>
            </a:endParaRPr>
          </a:p>
          <a:p>
            <a:pPr>
              <a:lnSpc>
                <a:spcPct val="150000"/>
              </a:lnSpc>
              <a:buNone/>
            </a:pPr>
            <a:r>
              <a:rPr lang="en-US" i="1" dirty="0">
                <a:solidFill>
                  <a:schemeClr val="tx1"/>
                </a:solidFill>
                <a:latin typeface="Times New Roman" panose="02020603050405020304" pitchFamily="18" charset="0"/>
                <a:cs typeface="Times New Roman" panose="02020603050405020304" pitchFamily="18" charset="0"/>
              </a:rPr>
              <a:t>Example: </a:t>
            </a:r>
            <a:r>
              <a:rPr lang="en-US" b="1" dirty="0">
                <a:solidFill>
                  <a:schemeClr val="tx1"/>
                </a:solidFill>
                <a:latin typeface="Assistant" pitchFamily="2" charset="-79"/>
                <a:cs typeface="Assistant" pitchFamily="2" charset="-79"/>
              </a:rPr>
              <a:t>Final Score = 20 + 18 + 15 + 12 + 17 = 82 / 100</a:t>
            </a:r>
            <a:endParaRPr lang="en-US" dirty="0">
              <a:solidFill>
                <a:schemeClr val="tx1"/>
              </a:solidFill>
              <a:latin typeface="Assistant" pitchFamily="2" charset="-79"/>
              <a:cs typeface="Assistant" pitchFamily="2" charset="-79"/>
            </a:endParaRPr>
          </a:p>
        </p:txBody>
      </p:sp>
      <p:graphicFrame>
        <p:nvGraphicFramePr>
          <p:cNvPr id="11" name="Table 10">
            <a:extLst>
              <a:ext uri="{FF2B5EF4-FFF2-40B4-BE49-F238E27FC236}">
                <a16:creationId xmlns:a16="http://schemas.microsoft.com/office/drawing/2014/main" id="{F2B5D002-D58A-9B4F-94DA-4FF09E7BEDD8}"/>
              </a:ext>
            </a:extLst>
          </p:cNvPr>
          <p:cNvGraphicFramePr>
            <a:graphicFrameLocks noGrp="1"/>
          </p:cNvGraphicFramePr>
          <p:nvPr>
            <p:extLst>
              <p:ext uri="{D42A27DB-BD31-4B8C-83A1-F6EECF244321}">
                <p14:modId xmlns:p14="http://schemas.microsoft.com/office/powerpoint/2010/main" val="3061004825"/>
              </p:ext>
            </p:extLst>
          </p:nvPr>
        </p:nvGraphicFramePr>
        <p:xfrm>
          <a:off x="720000" y="2990590"/>
          <a:ext cx="7715250" cy="1524000"/>
        </p:xfrm>
        <a:graphic>
          <a:graphicData uri="http://schemas.openxmlformats.org/drawingml/2006/table">
            <a:tbl>
              <a:tblPr/>
              <a:tblGrid>
                <a:gridCol w="3857625">
                  <a:extLst>
                    <a:ext uri="{9D8B030D-6E8A-4147-A177-3AD203B41FA5}">
                      <a16:colId xmlns:a16="http://schemas.microsoft.com/office/drawing/2014/main" val="414761897"/>
                    </a:ext>
                  </a:extLst>
                </a:gridCol>
                <a:gridCol w="3857625">
                  <a:extLst>
                    <a:ext uri="{9D8B030D-6E8A-4147-A177-3AD203B41FA5}">
                      <a16:colId xmlns:a16="http://schemas.microsoft.com/office/drawing/2014/main" val="1955732489"/>
                    </a:ext>
                  </a:extLst>
                </a:gridCol>
              </a:tblGrid>
              <a:tr h="0">
                <a:tc>
                  <a:txBody>
                    <a:bodyPr/>
                    <a:lstStyle/>
                    <a:p>
                      <a:pPr>
                        <a:buNone/>
                      </a:pPr>
                      <a:r>
                        <a:rPr lang="en-US" b="1" dirty="0">
                          <a:latin typeface="Assistant" pitchFamily="2" charset="-79"/>
                          <a:cs typeface="Assistant" pitchFamily="2" charset="-79"/>
                        </a:rPr>
                        <a:t>Score 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latin typeface="Assistant" pitchFamily="2" charset="-79"/>
                          <a:cs typeface="Assistant" pitchFamily="2" charset="-79"/>
                        </a:rPr>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1801960"/>
                  </a:ext>
                </a:extLst>
              </a:tr>
              <a:tr h="0">
                <a:tc>
                  <a:txBody>
                    <a:bodyPr/>
                    <a:lstStyle/>
                    <a:p>
                      <a:pPr>
                        <a:buNone/>
                      </a:pPr>
                      <a:r>
                        <a:rPr lang="en-US" b="1" dirty="0">
                          <a:latin typeface="Assistant" pitchFamily="2" charset="-79"/>
                          <a:cs typeface="Assistant" pitchFamily="2" charset="-79"/>
                        </a:rPr>
                        <a:t>80–100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latin typeface="Assistant" pitchFamily="2" charset="-79"/>
                          <a:cs typeface="Assistant" pitchFamily="2" charset="-79"/>
                        </a:rPr>
                        <a:t>Excellent usefulness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4893378"/>
                  </a:ext>
                </a:extLst>
              </a:tr>
              <a:tr h="0">
                <a:tc>
                  <a:txBody>
                    <a:bodyPr/>
                    <a:lstStyle/>
                    <a:p>
                      <a:pPr>
                        <a:buNone/>
                      </a:pPr>
                      <a:r>
                        <a:rPr lang="en-US" b="1" dirty="0">
                          <a:latin typeface="Assistant" pitchFamily="2" charset="-79"/>
                          <a:cs typeface="Assistant" pitchFamily="2" charset="-79"/>
                        </a:rPr>
                        <a:t>60–79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latin typeface="Assistant" pitchFamily="2" charset="-79"/>
                          <a:cs typeface="Assistant" pitchFamily="2" charset="-79"/>
                        </a:rPr>
                        <a:t>Good usefulness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7895169"/>
                  </a:ext>
                </a:extLst>
              </a:tr>
              <a:tr h="0">
                <a:tc>
                  <a:txBody>
                    <a:bodyPr/>
                    <a:lstStyle/>
                    <a:p>
                      <a:pPr>
                        <a:buNone/>
                      </a:pPr>
                      <a:r>
                        <a:rPr lang="en-US" b="1" dirty="0">
                          <a:latin typeface="Assistant" pitchFamily="2" charset="-79"/>
                          <a:cs typeface="Assistant" pitchFamily="2" charset="-79"/>
                        </a:rPr>
                        <a:t>40–59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latin typeface="Assistant" pitchFamily="2" charset="-79"/>
                          <a:cs typeface="Assistant" pitchFamily="2" charset="-79"/>
                        </a:rPr>
                        <a:t>Average usefulness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4817279"/>
                  </a:ext>
                </a:extLst>
              </a:tr>
              <a:tr h="0">
                <a:tc>
                  <a:txBody>
                    <a:bodyPr/>
                    <a:lstStyle/>
                    <a:p>
                      <a:pPr>
                        <a:buNone/>
                      </a:pPr>
                      <a:r>
                        <a:rPr lang="en-US" b="1" dirty="0">
                          <a:latin typeface="Assistant" pitchFamily="2" charset="-79"/>
                          <a:cs typeface="Assistant" pitchFamily="2" charset="-79"/>
                        </a:rPr>
                        <a:t>Below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latin typeface="Assistant" pitchFamily="2" charset="-79"/>
                          <a:cs typeface="Assistant" pitchFamily="2" charset="-79"/>
                        </a:rPr>
                        <a:t>Needs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2425542"/>
                  </a:ext>
                </a:extLst>
              </a:tr>
            </a:tbl>
          </a:graphicData>
        </a:graphic>
      </p:graphicFrame>
      <p:sp>
        <p:nvSpPr>
          <p:cNvPr id="12" name="Title 1">
            <a:extLst>
              <a:ext uri="{FF2B5EF4-FFF2-40B4-BE49-F238E27FC236}">
                <a16:creationId xmlns:a16="http://schemas.microsoft.com/office/drawing/2014/main" id="{10CF28CD-FE4A-74F9-4FD9-5128120B8E54}"/>
              </a:ext>
            </a:extLst>
          </p:cNvPr>
          <p:cNvSpPr txBox="1">
            <a:spLocks/>
          </p:cNvSpPr>
          <p:nvPr/>
        </p:nvSpPr>
        <p:spPr>
          <a:xfrm>
            <a:off x="708750" y="2280495"/>
            <a:ext cx="5620839" cy="65675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1pPr>
            <a:lvl2pPr marR="0" lvl="1"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2pPr>
            <a:lvl3pPr marR="0" lvl="2"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3pPr>
            <a:lvl4pPr marR="0" lvl="3"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4pPr>
            <a:lvl5pPr marR="0" lvl="4"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5pPr>
            <a:lvl6pPr marR="0" lvl="5"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6pPr>
            <a:lvl7pPr marR="0" lvl="6"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7pPr>
            <a:lvl8pPr marR="0" lvl="7"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8pPr>
            <a:lvl9pPr marR="0" lvl="8" algn="l" rtl="0">
              <a:lnSpc>
                <a:spcPct val="100000"/>
              </a:lnSpc>
              <a:spcBef>
                <a:spcPts val="0"/>
              </a:spcBef>
              <a:spcAft>
                <a:spcPts val="0"/>
              </a:spcAft>
              <a:buClr>
                <a:schemeClr val="dk1"/>
              </a:buClr>
              <a:buSzPts val="3000"/>
              <a:buFont typeface="Albert Sans Black"/>
              <a:buNone/>
              <a:defRPr sz="3000" b="0" i="0" u="none" strike="noStrike" cap="none">
                <a:solidFill>
                  <a:schemeClr val="dk1"/>
                </a:solidFill>
                <a:latin typeface="Albert Sans Black"/>
                <a:ea typeface="Albert Sans Black"/>
                <a:cs typeface="Albert Sans Black"/>
                <a:sym typeface="Albert Sans Black"/>
              </a:defRPr>
            </a:lvl9pPr>
          </a:lstStyle>
          <a:p>
            <a:r>
              <a:rPr lang="en-US" sz="2000" dirty="0"/>
              <a:t>Score Interpretation</a:t>
            </a:r>
          </a:p>
        </p:txBody>
      </p:sp>
    </p:spTree>
    <p:extLst>
      <p:ext uri="{BB962C8B-B14F-4D97-AF65-F5344CB8AC3E}">
        <p14:creationId xmlns:p14="http://schemas.microsoft.com/office/powerpoint/2010/main" val="2053516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DF7F1-B86E-51CC-A732-DB613510B951}"/>
              </a:ext>
            </a:extLst>
          </p:cNvPr>
          <p:cNvSpPr>
            <a:spLocks noGrp="1"/>
          </p:cNvSpPr>
          <p:nvPr>
            <p:ph type="title" idx="4294967295"/>
          </p:nvPr>
        </p:nvSpPr>
        <p:spPr>
          <a:xfrm>
            <a:off x="0" y="68263"/>
            <a:ext cx="7702550" cy="573087"/>
          </a:xfrm>
        </p:spPr>
        <p:txBody>
          <a:bodyPr/>
          <a:lstStyle/>
          <a:p>
            <a:r>
              <a:rPr lang="en-US" sz="3200" b="1" dirty="0">
                <a:solidFill>
                  <a:schemeClr val="tx1"/>
                </a:solidFill>
                <a:latin typeface="Assistant" pitchFamily="2" charset="-79"/>
                <a:cs typeface="Assistant" pitchFamily="2" charset="-79"/>
              </a:rPr>
              <a:t>Limitations &amp; Future Plan</a:t>
            </a:r>
            <a:endParaRPr lang="en-US" dirty="0"/>
          </a:p>
        </p:txBody>
      </p:sp>
      <p:sp>
        <p:nvSpPr>
          <p:cNvPr id="10" name="TextBox 9">
            <a:extLst>
              <a:ext uri="{FF2B5EF4-FFF2-40B4-BE49-F238E27FC236}">
                <a16:creationId xmlns:a16="http://schemas.microsoft.com/office/drawing/2014/main" id="{5DED0BBE-D469-4588-2F62-A61F9CE2F9B9}"/>
              </a:ext>
            </a:extLst>
          </p:cNvPr>
          <p:cNvSpPr txBox="1"/>
          <p:nvPr/>
        </p:nvSpPr>
        <p:spPr>
          <a:xfrm>
            <a:off x="794950" y="1527436"/>
            <a:ext cx="6767587" cy="1673535"/>
          </a:xfrm>
          <a:prstGeom prst="rect">
            <a:avLst/>
          </a:prstGeom>
          <a:noFill/>
        </p:spPr>
        <p:txBody>
          <a:bodyPr wrap="square">
            <a:spAutoFit/>
          </a:bodyPr>
          <a:lstStyle/>
          <a:p>
            <a:pPr marL="285750" indent="-285750">
              <a:lnSpc>
                <a:spcPct val="150000"/>
              </a:lnSpc>
              <a:buFont typeface="Courier New" panose="02070309020205020404" pitchFamily="49" charset="0"/>
              <a:buChar char="o"/>
            </a:pPr>
            <a:r>
              <a:rPr lang="en-US" b="1" dirty="0">
                <a:solidFill>
                  <a:schemeClr val="tx1"/>
                </a:solidFill>
                <a:latin typeface="Assistant" pitchFamily="2" charset="-79"/>
                <a:cs typeface="Assistant" pitchFamily="2" charset="-79"/>
              </a:rPr>
              <a:t>No direct integration with university systems (e.g., schedules not auto-synced) </a:t>
            </a:r>
          </a:p>
          <a:p>
            <a:pPr marL="285750" indent="-285750">
              <a:lnSpc>
                <a:spcPct val="150000"/>
              </a:lnSpc>
              <a:buFont typeface="Courier New" panose="02070309020205020404" pitchFamily="49" charset="0"/>
              <a:buChar char="o"/>
            </a:pPr>
            <a:r>
              <a:rPr lang="en-US" b="1" dirty="0">
                <a:solidFill>
                  <a:schemeClr val="tx1"/>
                </a:solidFill>
                <a:latin typeface="Assistant" pitchFamily="2" charset="-79"/>
                <a:cs typeface="Assistant" pitchFamily="2" charset="-79"/>
              </a:rPr>
              <a:t>Prototype stage → limited features and scalability </a:t>
            </a:r>
          </a:p>
          <a:p>
            <a:pPr marL="285750" indent="-285750">
              <a:lnSpc>
                <a:spcPct val="150000"/>
              </a:lnSpc>
              <a:buFont typeface="Courier New" panose="02070309020205020404" pitchFamily="49" charset="0"/>
              <a:buChar char="o"/>
            </a:pPr>
            <a:r>
              <a:rPr lang="en-US" b="1" dirty="0">
                <a:solidFill>
                  <a:schemeClr val="tx1"/>
                </a:solidFill>
                <a:latin typeface="Assistant" pitchFamily="2" charset="-79"/>
                <a:cs typeface="Assistant" pitchFamily="2" charset="-79"/>
              </a:rPr>
              <a:t>Manual data entry required (tasks, budget, timetable) </a:t>
            </a:r>
          </a:p>
          <a:p>
            <a:pPr marL="285750" indent="-285750">
              <a:lnSpc>
                <a:spcPct val="150000"/>
              </a:lnSpc>
              <a:buFont typeface="Courier New" panose="02070309020205020404" pitchFamily="49" charset="0"/>
              <a:buChar char="o"/>
            </a:pPr>
            <a:r>
              <a:rPr lang="en-US" b="1" dirty="0">
                <a:solidFill>
                  <a:schemeClr val="tx1"/>
                </a:solidFill>
                <a:latin typeface="Assistant" pitchFamily="2" charset="-79"/>
                <a:cs typeface="Assistant" pitchFamily="2" charset="-79"/>
              </a:rPr>
              <a:t>Basic UI → not fully optimized for all users </a:t>
            </a:r>
          </a:p>
          <a:p>
            <a:pPr marL="285750" indent="-285750">
              <a:lnSpc>
                <a:spcPct val="150000"/>
              </a:lnSpc>
              <a:buFont typeface="Courier New" panose="02070309020205020404" pitchFamily="49" charset="0"/>
              <a:buChar char="o"/>
            </a:pPr>
            <a:r>
              <a:rPr lang="en-US" b="1" dirty="0">
                <a:solidFill>
                  <a:schemeClr val="tx1"/>
                </a:solidFill>
                <a:latin typeface="Assistant" pitchFamily="2" charset="-79"/>
                <a:cs typeface="Assistant" pitchFamily="2" charset="-79"/>
              </a:rPr>
              <a:t>Limited testing sample → results may not generalize</a:t>
            </a:r>
          </a:p>
        </p:txBody>
      </p:sp>
      <p:sp>
        <p:nvSpPr>
          <p:cNvPr id="12" name="TextBox 11">
            <a:extLst>
              <a:ext uri="{FF2B5EF4-FFF2-40B4-BE49-F238E27FC236}">
                <a16:creationId xmlns:a16="http://schemas.microsoft.com/office/drawing/2014/main" id="{C0E07D3E-8044-D4EB-86D5-635CF150AAFC}"/>
              </a:ext>
            </a:extLst>
          </p:cNvPr>
          <p:cNvSpPr txBox="1"/>
          <p:nvPr/>
        </p:nvSpPr>
        <p:spPr>
          <a:xfrm>
            <a:off x="720000" y="1127326"/>
            <a:ext cx="3252393" cy="400110"/>
          </a:xfrm>
          <a:prstGeom prst="rect">
            <a:avLst/>
          </a:prstGeom>
          <a:noFill/>
        </p:spPr>
        <p:txBody>
          <a:bodyPr wrap="square">
            <a:spAutoFit/>
          </a:bodyPr>
          <a:lstStyle/>
          <a:p>
            <a:pPr>
              <a:buNone/>
            </a:pPr>
            <a:r>
              <a:rPr lang="en-US" sz="2000" b="1" dirty="0">
                <a:solidFill>
                  <a:schemeClr val="tx1"/>
                </a:solidFill>
                <a:latin typeface="Assistant" pitchFamily="2" charset="-79"/>
                <a:cs typeface="Assistant" pitchFamily="2" charset="-79"/>
              </a:rPr>
              <a:t>Current Limitations</a:t>
            </a:r>
          </a:p>
        </p:txBody>
      </p:sp>
      <p:sp>
        <p:nvSpPr>
          <p:cNvPr id="3" name="TextBox 2">
            <a:extLst>
              <a:ext uri="{FF2B5EF4-FFF2-40B4-BE49-F238E27FC236}">
                <a16:creationId xmlns:a16="http://schemas.microsoft.com/office/drawing/2014/main" id="{66F83550-D41F-7264-3C8B-748FD397039F}"/>
              </a:ext>
            </a:extLst>
          </p:cNvPr>
          <p:cNvSpPr txBox="1"/>
          <p:nvPr/>
        </p:nvSpPr>
        <p:spPr>
          <a:xfrm>
            <a:off x="648562" y="3447192"/>
            <a:ext cx="6373743" cy="584775"/>
          </a:xfrm>
          <a:prstGeom prst="rect">
            <a:avLst/>
          </a:prstGeom>
          <a:noFill/>
        </p:spPr>
        <p:txBody>
          <a:bodyPr wrap="square" rtlCol="0">
            <a:spAutoFit/>
          </a:bodyPr>
          <a:lstStyle/>
          <a:p>
            <a:r>
              <a:rPr lang="en-US" sz="1600" dirty="0">
                <a:solidFill>
                  <a:schemeClr val="tx1"/>
                </a:solidFill>
                <a:latin typeface="Amasis MT Pro Medium" panose="02040604050005020304" pitchFamily="18" charset="0"/>
              </a:rPr>
              <a:t>Note: At the moment we haven’t implemented authentication as its  a demo .</a:t>
            </a:r>
          </a:p>
        </p:txBody>
      </p:sp>
    </p:spTree>
    <p:extLst>
      <p:ext uri="{BB962C8B-B14F-4D97-AF65-F5344CB8AC3E}">
        <p14:creationId xmlns:p14="http://schemas.microsoft.com/office/powerpoint/2010/main" val="1440206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1A49F4-6F9D-703A-CF98-E44F2A94888F}"/>
              </a:ext>
            </a:extLst>
          </p:cNvPr>
          <p:cNvSpPr txBox="1"/>
          <p:nvPr/>
        </p:nvSpPr>
        <p:spPr>
          <a:xfrm>
            <a:off x="824459" y="91856"/>
            <a:ext cx="8244590" cy="4783169"/>
          </a:xfrm>
          <a:prstGeom prst="rect">
            <a:avLst/>
          </a:prstGeom>
          <a:noFill/>
        </p:spPr>
        <p:txBody>
          <a:bodyPr wrap="square">
            <a:spAutoFit/>
          </a:bodyPr>
          <a:lstStyle/>
          <a:p>
            <a:pPr>
              <a:lnSpc>
                <a:spcPct val="200000"/>
              </a:lnSpc>
            </a:pPr>
            <a:r>
              <a:rPr lang="en-US" sz="2400" b="1" dirty="0">
                <a:solidFill>
                  <a:schemeClr val="tx1"/>
                </a:solidFill>
                <a:latin typeface="Assistant" pitchFamily="2" charset="-79"/>
                <a:cs typeface="Assistant" pitchFamily="2" charset="-79"/>
              </a:rPr>
              <a:t>Future Plan</a:t>
            </a:r>
          </a:p>
          <a:p>
            <a:pPr>
              <a:lnSpc>
                <a:spcPct val="200000"/>
              </a:lnSpc>
            </a:pPr>
            <a:r>
              <a:rPr lang="en-US" b="1" dirty="0">
                <a:solidFill>
                  <a:schemeClr val="tx1"/>
                </a:solidFill>
                <a:latin typeface="Assistant" pitchFamily="2" charset="-79"/>
                <a:cs typeface="Assistant" pitchFamily="2" charset="-79"/>
              </a:rPr>
              <a:t>Short-Term Improvements</a:t>
            </a:r>
            <a:endParaRPr lang="en-US" dirty="0">
              <a:solidFill>
                <a:schemeClr val="tx1"/>
              </a:solidFill>
              <a:latin typeface="Assistant" pitchFamily="2" charset="-79"/>
              <a:cs typeface="Assistant" pitchFamily="2" charset="-79"/>
            </a:endParaRP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Add </a:t>
            </a:r>
            <a:r>
              <a:rPr lang="en-US" b="1" dirty="0">
                <a:solidFill>
                  <a:schemeClr val="tx1"/>
                </a:solidFill>
                <a:latin typeface="Assistant" pitchFamily="2" charset="-79"/>
                <a:cs typeface="Assistant" pitchFamily="2" charset="-79"/>
              </a:rPr>
              <a:t>notifications &amp; smart reminders</a:t>
            </a:r>
            <a:r>
              <a:rPr lang="en-US" dirty="0">
                <a:solidFill>
                  <a:schemeClr val="tx1"/>
                </a:solidFill>
                <a:latin typeface="Assistant" pitchFamily="2" charset="-79"/>
                <a:cs typeface="Assistant" pitchFamily="2" charset="-79"/>
              </a:rPr>
              <a:t> </a:t>
            </a: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Improve </a:t>
            </a:r>
            <a:r>
              <a:rPr lang="en-US" b="1" dirty="0">
                <a:solidFill>
                  <a:schemeClr val="tx1"/>
                </a:solidFill>
                <a:latin typeface="Assistant" pitchFamily="2" charset="-79"/>
                <a:cs typeface="Assistant" pitchFamily="2" charset="-79"/>
              </a:rPr>
              <a:t>UI/UX design</a:t>
            </a:r>
            <a:r>
              <a:rPr lang="en-US" dirty="0">
                <a:solidFill>
                  <a:schemeClr val="tx1"/>
                </a:solidFill>
                <a:latin typeface="Assistant" pitchFamily="2" charset="-79"/>
                <a:cs typeface="Assistant" pitchFamily="2" charset="-79"/>
              </a:rPr>
              <a:t> (cleaner, faster navigation) </a:t>
            </a: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Enhance </a:t>
            </a:r>
            <a:r>
              <a:rPr lang="en-US" b="1" dirty="0">
                <a:solidFill>
                  <a:schemeClr val="tx1"/>
                </a:solidFill>
                <a:latin typeface="Assistant" pitchFamily="2" charset="-79"/>
                <a:cs typeface="Assistant" pitchFamily="2" charset="-79"/>
              </a:rPr>
              <a:t>budget analytics</a:t>
            </a:r>
            <a:r>
              <a:rPr lang="en-US" dirty="0">
                <a:solidFill>
                  <a:schemeClr val="tx1"/>
                </a:solidFill>
                <a:latin typeface="Assistant" pitchFamily="2" charset="-79"/>
                <a:cs typeface="Assistant" pitchFamily="2" charset="-79"/>
              </a:rPr>
              <a:t> (charts, insights) </a:t>
            </a:r>
          </a:p>
          <a:p>
            <a:pPr>
              <a:lnSpc>
                <a:spcPct val="150000"/>
              </a:lnSpc>
            </a:pPr>
            <a:r>
              <a:rPr lang="en-US" b="1" dirty="0">
                <a:solidFill>
                  <a:schemeClr val="tx1"/>
                </a:solidFill>
                <a:latin typeface="Assistant" pitchFamily="2" charset="-79"/>
                <a:cs typeface="Assistant" pitchFamily="2" charset="-79"/>
              </a:rPr>
              <a:t>Mid-Term Enhancements</a:t>
            </a:r>
            <a:endParaRPr lang="en-US" dirty="0">
              <a:solidFill>
                <a:schemeClr val="tx1"/>
              </a:solidFill>
              <a:latin typeface="Assistant" pitchFamily="2" charset="-79"/>
              <a:cs typeface="Assistant" pitchFamily="2" charset="-79"/>
            </a:endParaRPr>
          </a:p>
          <a:p>
            <a:pPr marL="285750" indent="-285750">
              <a:lnSpc>
                <a:spcPct val="150000"/>
              </a:lnSpc>
              <a:buFont typeface="Courier New" panose="02070309020205020404" pitchFamily="49" charset="0"/>
              <a:buChar char="o"/>
            </a:pPr>
            <a:r>
              <a:rPr lang="en-US" b="1" dirty="0">
                <a:solidFill>
                  <a:schemeClr val="tx1"/>
                </a:solidFill>
                <a:latin typeface="Assistant" pitchFamily="2" charset="-79"/>
                <a:cs typeface="Assistant" pitchFamily="2" charset="-79"/>
              </a:rPr>
              <a:t>API integration</a:t>
            </a:r>
            <a:r>
              <a:rPr lang="en-US" dirty="0">
                <a:solidFill>
                  <a:schemeClr val="tx1"/>
                </a:solidFill>
                <a:latin typeface="Assistant" pitchFamily="2" charset="-79"/>
                <a:cs typeface="Assistant" pitchFamily="2" charset="-79"/>
              </a:rPr>
              <a:t> with university platforms (if access available) </a:t>
            </a: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Add </a:t>
            </a:r>
            <a:r>
              <a:rPr lang="en-US" b="1" dirty="0">
                <a:solidFill>
                  <a:schemeClr val="tx1"/>
                </a:solidFill>
                <a:latin typeface="Assistant" pitchFamily="2" charset="-79"/>
                <a:cs typeface="Assistant" pitchFamily="2" charset="-79"/>
              </a:rPr>
              <a:t>AI-based recommendations</a:t>
            </a:r>
            <a:r>
              <a:rPr lang="en-US" dirty="0">
                <a:solidFill>
                  <a:schemeClr val="tx1"/>
                </a:solidFill>
                <a:latin typeface="Assistant" pitchFamily="2" charset="-79"/>
                <a:cs typeface="Assistant" pitchFamily="2" charset="-79"/>
              </a:rPr>
              <a:t> (study planning, spending advice) </a:t>
            </a: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Enable </a:t>
            </a:r>
            <a:r>
              <a:rPr lang="en-US" b="1" dirty="0">
                <a:solidFill>
                  <a:schemeClr val="tx1"/>
                </a:solidFill>
                <a:latin typeface="Assistant" pitchFamily="2" charset="-79"/>
                <a:cs typeface="Assistant" pitchFamily="2" charset="-79"/>
              </a:rPr>
              <a:t>data import</a:t>
            </a:r>
            <a:r>
              <a:rPr lang="en-US" dirty="0">
                <a:solidFill>
                  <a:schemeClr val="tx1"/>
                </a:solidFill>
                <a:latin typeface="Assistant" pitchFamily="2" charset="-79"/>
                <a:cs typeface="Assistant" pitchFamily="2" charset="-79"/>
              </a:rPr>
              <a:t> (timetable upload, auto-fill) </a:t>
            </a:r>
          </a:p>
          <a:p>
            <a:pPr>
              <a:lnSpc>
                <a:spcPct val="150000"/>
              </a:lnSpc>
            </a:pPr>
            <a:r>
              <a:rPr lang="en-US" b="1" dirty="0">
                <a:solidFill>
                  <a:schemeClr val="tx1"/>
                </a:solidFill>
                <a:latin typeface="Assistant" pitchFamily="2" charset="-79"/>
                <a:cs typeface="Assistant" pitchFamily="2" charset="-79"/>
              </a:rPr>
              <a:t>Long-Term Vision</a:t>
            </a:r>
            <a:endParaRPr lang="en-US" dirty="0">
              <a:solidFill>
                <a:schemeClr val="tx1"/>
              </a:solidFill>
              <a:latin typeface="Assistant" pitchFamily="2" charset="-79"/>
              <a:cs typeface="Assistant" pitchFamily="2" charset="-79"/>
            </a:endParaRP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Expand to </a:t>
            </a:r>
            <a:r>
              <a:rPr lang="en-US" b="1" dirty="0">
                <a:solidFill>
                  <a:schemeClr val="tx1"/>
                </a:solidFill>
                <a:latin typeface="Assistant" pitchFamily="2" charset="-79"/>
                <a:cs typeface="Assistant" pitchFamily="2" charset="-79"/>
              </a:rPr>
              <a:t>multiple universities and cities</a:t>
            </a:r>
            <a:r>
              <a:rPr lang="en-US" dirty="0">
                <a:solidFill>
                  <a:schemeClr val="tx1"/>
                </a:solidFill>
                <a:latin typeface="Assistant" pitchFamily="2" charset="-79"/>
                <a:cs typeface="Assistant" pitchFamily="2" charset="-79"/>
              </a:rPr>
              <a:t> </a:t>
            </a: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Build a </a:t>
            </a:r>
            <a:r>
              <a:rPr lang="en-US" b="1" dirty="0">
                <a:solidFill>
                  <a:schemeClr val="tx1"/>
                </a:solidFill>
                <a:latin typeface="Assistant" pitchFamily="2" charset="-79"/>
                <a:cs typeface="Assistant" pitchFamily="2" charset="-79"/>
              </a:rPr>
              <a:t>cross-platform app</a:t>
            </a:r>
            <a:r>
              <a:rPr lang="en-US" dirty="0">
                <a:solidFill>
                  <a:schemeClr val="tx1"/>
                </a:solidFill>
                <a:latin typeface="Assistant" pitchFamily="2" charset="-79"/>
                <a:cs typeface="Assistant" pitchFamily="2" charset="-79"/>
              </a:rPr>
              <a:t> (Android + iOS) </a:t>
            </a:r>
          </a:p>
          <a:p>
            <a:pPr marL="285750" indent="-285750">
              <a:lnSpc>
                <a:spcPct val="150000"/>
              </a:lnSpc>
              <a:buFont typeface="Courier New" panose="02070309020205020404" pitchFamily="49" charset="0"/>
              <a:buChar char="o"/>
            </a:pPr>
            <a:r>
              <a:rPr lang="en-US" dirty="0">
                <a:solidFill>
                  <a:schemeClr val="tx1"/>
                </a:solidFill>
                <a:latin typeface="Assistant" pitchFamily="2" charset="-79"/>
                <a:cs typeface="Assistant" pitchFamily="2" charset="-79"/>
              </a:rPr>
              <a:t>Create a </a:t>
            </a:r>
            <a:r>
              <a:rPr lang="en-US" b="1" dirty="0">
                <a:solidFill>
                  <a:schemeClr val="tx1"/>
                </a:solidFill>
                <a:latin typeface="Assistant" pitchFamily="2" charset="-79"/>
                <a:cs typeface="Assistant" pitchFamily="2" charset="-79"/>
              </a:rPr>
              <a:t>student ecosystem platform</a:t>
            </a:r>
            <a:r>
              <a:rPr lang="en-US" dirty="0">
                <a:solidFill>
                  <a:schemeClr val="tx1"/>
                </a:solidFill>
                <a:latin typeface="Assistant" pitchFamily="2" charset="-79"/>
                <a:cs typeface="Assistant" pitchFamily="2" charset="-79"/>
              </a:rPr>
              <a:t> (events, community, services)</a:t>
            </a:r>
          </a:p>
        </p:txBody>
      </p:sp>
    </p:spTree>
    <p:extLst>
      <p:ext uri="{BB962C8B-B14F-4D97-AF65-F5344CB8AC3E}">
        <p14:creationId xmlns:p14="http://schemas.microsoft.com/office/powerpoint/2010/main" val="1682609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950CAA-7BEF-43A7-D490-58F029C6C36B}"/>
              </a:ext>
            </a:extLst>
          </p:cNvPr>
          <p:cNvSpPr txBox="1"/>
          <p:nvPr/>
        </p:nvSpPr>
        <p:spPr>
          <a:xfrm>
            <a:off x="923329" y="180172"/>
            <a:ext cx="6663333" cy="2677656"/>
          </a:xfrm>
          <a:prstGeom prst="rect">
            <a:avLst/>
          </a:prstGeom>
          <a:noFill/>
        </p:spPr>
        <p:txBody>
          <a:bodyPr wrap="square">
            <a:spAutoFit/>
          </a:bodyPr>
          <a:lstStyle/>
          <a:p>
            <a:r>
              <a:rPr lang="en-US" b="1" i="0" dirty="0">
                <a:solidFill>
                  <a:srgbClr val="FFFFFF"/>
                </a:solidFill>
                <a:effectLst/>
                <a:latin typeface="Assistant" pitchFamily="2" charset="-79"/>
                <a:cs typeface="Assistant" pitchFamily="2" charset="-79"/>
              </a:rPr>
              <a:t>Fu</a:t>
            </a:r>
            <a:r>
              <a:rPr lang="en-US" b="1" dirty="0">
                <a:solidFill>
                  <a:srgbClr val="FFFFFF"/>
                </a:solidFill>
                <a:latin typeface="Assistant" pitchFamily="2" charset="-79"/>
                <a:cs typeface="Assistant" pitchFamily="2" charset="-79"/>
              </a:rPr>
              <a:t>ture improvement  include </a:t>
            </a:r>
            <a:r>
              <a:rPr lang="en-US" b="1" i="0" dirty="0">
                <a:solidFill>
                  <a:srgbClr val="FFFFFF"/>
                </a:solidFill>
                <a:effectLst/>
                <a:latin typeface="Assistant" pitchFamily="2" charset="-79"/>
                <a:cs typeface="Assistant" pitchFamily="2" charset="-79"/>
              </a:rPr>
              <a:t>bank and card integration, </a:t>
            </a:r>
            <a:r>
              <a:rPr lang="en-US" b="1" dirty="0">
                <a:solidFill>
                  <a:schemeClr val="tx1"/>
                </a:solidFill>
                <a:latin typeface="Assistant" pitchFamily="2" charset="-79"/>
                <a:cs typeface="Assistant" pitchFamily="2" charset="-79"/>
              </a:rPr>
              <a:t>security must be very strong because it involves money and personal data</a:t>
            </a:r>
            <a:r>
              <a:rPr lang="en-US" dirty="0">
                <a:solidFill>
                  <a:schemeClr val="tx1"/>
                </a:solidFill>
              </a:rPr>
              <a:t>.</a:t>
            </a:r>
          </a:p>
          <a:p>
            <a:endParaRPr lang="en-US" dirty="0">
              <a:solidFill>
                <a:schemeClr val="tx1"/>
              </a:solidFill>
            </a:endParaRPr>
          </a:p>
          <a:p>
            <a:pPr>
              <a:lnSpc>
                <a:spcPct val="150000"/>
              </a:lnSpc>
            </a:pPr>
            <a:r>
              <a:rPr lang="en-US" b="1" dirty="0">
                <a:solidFill>
                  <a:schemeClr val="tx1"/>
                </a:solidFill>
              </a:rPr>
              <a:t>How To Achieve Strong Security?</a:t>
            </a:r>
            <a:endParaRPr lang="en-US" dirty="0">
              <a:solidFill>
                <a:schemeClr val="tx1"/>
              </a:solidFill>
            </a:endParaRPr>
          </a:p>
          <a:p>
            <a:pPr>
              <a:lnSpc>
                <a:spcPct val="150000"/>
              </a:lnSpc>
            </a:pPr>
            <a:r>
              <a:rPr lang="en-US" dirty="0">
                <a:solidFill>
                  <a:schemeClr val="tx1"/>
                </a:solidFill>
              </a:rPr>
              <a:t>Use </a:t>
            </a:r>
            <a:r>
              <a:rPr lang="en-US" b="1" dirty="0">
                <a:solidFill>
                  <a:schemeClr val="tx1"/>
                </a:solidFill>
              </a:rPr>
              <a:t>official bank/payment APIs</a:t>
            </a:r>
            <a:r>
              <a:rPr lang="en-US" dirty="0">
                <a:solidFill>
                  <a:schemeClr val="tx1"/>
                </a:solidFill>
              </a:rPr>
              <a:t>, not direct access to bank accounts.</a:t>
            </a:r>
          </a:p>
          <a:p>
            <a:endParaRPr lang="en-US" dirty="0">
              <a:solidFill>
                <a:srgbClr val="FFFFFF"/>
              </a:solidFill>
              <a:latin typeface="-apple-system"/>
            </a:endParaRPr>
          </a:p>
          <a:p>
            <a:pPr marL="285750" indent="-285750">
              <a:buFont typeface="Courier New" panose="02070309020205020404" pitchFamily="49" charset="0"/>
              <a:buChar char="o"/>
            </a:pPr>
            <a:r>
              <a:rPr lang="en-US" b="1" i="0" dirty="0">
                <a:solidFill>
                  <a:schemeClr val="tx1"/>
                </a:solidFill>
                <a:effectLst/>
                <a:latin typeface="Assistant" pitchFamily="2" charset="-79"/>
                <a:cs typeface="Assistant" pitchFamily="2" charset="-79"/>
              </a:rPr>
              <a:t>SUB will use secure bank APIs, OAuth authentication, encryption, HTTPS communication, and payment security standards like PCI DSS. </a:t>
            </a:r>
            <a:r>
              <a:rPr lang="en-US" b="1" i="0" dirty="0">
                <a:solidFill>
                  <a:schemeClr val="accent2"/>
                </a:solidFill>
                <a:effectLst/>
                <a:latin typeface="Assistant" pitchFamily="2" charset="-79"/>
                <a:cs typeface="Assistant" pitchFamily="2" charset="-79"/>
              </a:rPr>
              <a:t>The app will not store sensitive details such as passwords, PINs, CVV, or full card numbers</a:t>
            </a:r>
          </a:p>
          <a:p>
            <a:pPr marL="285750" indent="-285750">
              <a:buFont typeface="Courier New" panose="02070309020205020404" pitchFamily="49" charset="0"/>
              <a:buChar char="o"/>
            </a:pPr>
            <a:endParaRPr lang="en-US" b="1" dirty="0">
              <a:solidFill>
                <a:schemeClr val="accent2"/>
              </a:solidFill>
              <a:latin typeface="Assistant" pitchFamily="2" charset="-79"/>
              <a:cs typeface="Assistant" pitchFamily="2" charset="-79"/>
            </a:endParaRPr>
          </a:p>
          <a:p>
            <a:pPr marL="285750" indent="-285750">
              <a:buFont typeface="Courier New" panose="02070309020205020404" pitchFamily="49" charset="0"/>
              <a:buChar char="o"/>
            </a:pPr>
            <a:endParaRPr lang="en-US" b="1" dirty="0">
              <a:solidFill>
                <a:schemeClr val="accent2"/>
              </a:solidFill>
              <a:latin typeface="Assistant" pitchFamily="2" charset="-79"/>
              <a:cs typeface="Assistant" pitchFamily="2" charset="-79"/>
            </a:endParaRPr>
          </a:p>
        </p:txBody>
      </p:sp>
      <p:graphicFrame>
        <p:nvGraphicFramePr>
          <p:cNvPr id="4" name="Table 3">
            <a:extLst>
              <a:ext uri="{FF2B5EF4-FFF2-40B4-BE49-F238E27FC236}">
                <a16:creationId xmlns:a16="http://schemas.microsoft.com/office/drawing/2014/main" id="{9F3DF03B-BEE9-CF99-5982-9354688078C1}"/>
              </a:ext>
            </a:extLst>
          </p:cNvPr>
          <p:cNvGraphicFramePr>
            <a:graphicFrameLocks noGrp="1"/>
          </p:cNvGraphicFramePr>
          <p:nvPr>
            <p:extLst>
              <p:ext uri="{D42A27DB-BD31-4B8C-83A1-F6EECF244321}">
                <p14:modId xmlns:p14="http://schemas.microsoft.com/office/powerpoint/2010/main" val="2510962399"/>
              </p:ext>
            </p:extLst>
          </p:nvPr>
        </p:nvGraphicFramePr>
        <p:xfrm>
          <a:off x="864393" y="2383451"/>
          <a:ext cx="7577734" cy="2579877"/>
        </p:xfrm>
        <a:graphic>
          <a:graphicData uri="http://schemas.openxmlformats.org/drawingml/2006/table">
            <a:tbl>
              <a:tblPr/>
              <a:tblGrid>
                <a:gridCol w="3793332">
                  <a:extLst>
                    <a:ext uri="{9D8B030D-6E8A-4147-A177-3AD203B41FA5}">
                      <a16:colId xmlns:a16="http://schemas.microsoft.com/office/drawing/2014/main" val="4250833687"/>
                    </a:ext>
                  </a:extLst>
                </a:gridCol>
                <a:gridCol w="3784402">
                  <a:extLst>
                    <a:ext uri="{9D8B030D-6E8A-4147-A177-3AD203B41FA5}">
                      <a16:colId xmlns:a16="http://schemas.microsoft.com/office/drawing/2014/main" val="2836605821"/>
                    </a:ext>
                  </a:extLst>
                </a:gridCol>
              </a:tblGrid>
              <a:tr h="158883">
                <a:tc>
                  <a:txBody>
                    <a:bodyPr/>
                    <a:lstStyle/>
                    <a:p>
                      <a:pPr algn="l" fontAlgn="t">
                        <a:buNone/>
                      </a:pPr>
                      <a:r>
                        <a:rPr lang="en-US" sz="1100" b="1" dirty="0">
                          <a:solidFill>
                            <a:srgbClr val="FFFFFF"/>
                          </a:solidFill>
                          <a:effectLst/>
                        </a:rPr>
                        <a:t>Security Method</a:t>
                      </a:r>
                    </a:p>
                  </a:txBody>
                  <a:tcPr marL="24936" marR="24936" marT="24936" marB="2493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rgbClr val="30225F"/>
                      </a:solidFill>
                      <a:prstDash val="solid"/>
                      <a:round/>
                      <a:headEnd type="none" w="med" len="med"/>
                      <a:tailEnd type="none" w="med" len="med"/>
                    </a:lnB>
                    <a:solidFill>
                      <a:srgbClr val="181818"/>
                    </a:solidFill>
                  </a:tcPr>
                </a:tc>
                <a:tc>
                  <a:txBody>
                    <a:bodyPr/>
                    <a:lstStyle/>
                    <a:p>
                      <a:pPr algn="l" fontAlgn="t">
                        <a:buNone/>
                      </a:pPr>
                      <a:r>
                        <a:rPr lang="en-US" sz="1100" b="1">
                          <a:solidFill>
                            <a:srgbClr val="FFFFFF"/>
                          </a:solidFill>
                          <a:effectLst/>
                        </a:rPr>
                        <a:t>Purpose</a:t>
                      </a:r>
                    </a:p>
                  </a:txBody>
                  <a:tcPr marL="24936" marR="24936" marT="24936" marB="2493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solidFill>
                        <a:srgbClr val="30225F"/>
                      </a:solidFill>
                      <a:prstDash val="solid"/>
                      <a:round/>
                      <a:headEnd type="none" w="med" len="med"/>
                      <a:tailEnd type="none" w="med" len="med"/>
                    </a:lnB>
                    <a:solidFill>
                      <a:srgbClr val="181818"/>
                    </a:solidFill>
                  </a:tcPr>
                </a:tc>
                <a:extLst>
                  <a:ext uri="{0D108BD9-81ED-4DB2-BD59-A6C34878D82A}">
                    <a16:rowId xmlns:a16="http://schemas.microsoft.com/office/drawing/2014/main" val="948045051"/>
                  </a:ext>
                </a:extLst>
              </a:tr>
              <a:tr h="282459">
                <a:tc>
                  <a:txBody>
                    <a:bodyPr/>
                    <a:lstStyle/>
                    <a:p>
                      <a:pPr fontAlgn="t">
                        <a:buNone/>
                      </a:pPr>
                      <a:r>
                        <a:rPr lang="en-US" sz="1100" b="1">
                          <a:effectLst/>
                        </a:rPr>
                        <a:t>OAuth 2.0</a:t>
                      </a:r>
                      <a:endParaRPr lang="en-US" sz="1100">
                        <a:effectLst/>
                      </a:endParaRPr>
                    </a:p>
                  </a:txBody>
                  <a:tcPr marL="24936" marR="24936" marT="24936" marB="24936">
                    <a:lnL w="12700" cap="flat" cmpd="sng" algn="ctr">
                      <a:solidFill>
                        <a:srgbClr val="30225F"/>
                      </a:solidFill>
                      <a:prstDash val="solid"/>
                      <a:round/>
                      <a:headEnd type="none" w="med" len="med"/>
                      <a:tailEnd type="none" w="med" len="med"/>
                    </a:lnL>
                    <a:lnR w="12700" cap="flat" cmpd="sng" algn="ctr">
                      <a:solidFill>
                        <a:srgbClr val="30225F"/>
                      </a:solidFill>
                      <a:prstDash val="solid"/>
                      <a:round/>
                      <a:headEnd type="none" w="med" len="med"/>
                      <a:tailEnd type="none" w="med" len="med"/>
                    </a:lnR>
                    <a:lnT w="12700" cap="flat" cmpd="sng" algn="ctr">
                      <a:solidFill>
                        <a:srgbClr val="30225F"/>
                      </a:solidFill>
                      <a:prstDash val="solid"/>
                      <a:round/>
                      <a:headEnd type="none" w="med" len="med"/>
                      <a:tailEnd type="none" w="med" len="med"/>
                    </a:lnT>
                    <a:lnB w="12700" cap="flat" cmpd="sng" algn="ctr">
                      <a:solidFill>
                        <a:srgbClr val="70275F"/>
                      </a:solidFill>
                      <a:prstDash val="solid"/>
                      <a:round/>
                      <a:headEnd type="none" w="med" len="med"/>
                      <a:tailEnd type="none" w="med" len="med"/>
                    </a:lnB>
                    <a:solidFill>
                      <a:srgbClr val="181818"/>
                    </a:solidFill>
                  </a:tcPr>
                </a:tc>
                <a:tc>
                  <a:txBody>
                    <a:bodyPr/>
                    <a:lstStyle/>
                    <a:p>
                      <a:pPr fontAlgn="t">
                        <a:buNone/>
                      </a:pPr>
                      <a:r>
                        <a:rPr lang="en-US" sz="1100">
                          <a:effectLst/>
                        </a:rPr>
                        <a:t>Lets users connect bank accounts without sharing passwords</a:t>
                      </a:r>
                    </a:p>
                  </a:txBody>
                  <a:tcPr marL="24936" marR="24936" marT="24936" marB="24936">
                    <a:lnL w="12700" cap="flat" cmpd="sng" algn="ctr">
                      <a:solidFill>
                        <a:srgbClr val="30225F"/>
                      </a:solidFill>
                      <a:prstDash val="solid"/>
                      <a:round/>
                      <a:headEnd type="none" w="med" len="med"/>
                      <a:tailEnd type="none" w="med" len="med"/>
                    </a:lnL>
                    <a:lnR w="12700" cap="flat" cmpd="sng" algn="ctr">
                      <a:solidFill>
                        <a:srgbClr val="30225F"/>
                      </a:solidFill>
                      <a:prstDash val="solid"/>
                      <a:round/>
                      <a:headEnd type="none" w="med" len="med"/>
                      <a:tailEnd type="none" w="med" len="med"/>
                    </a:lnR>
                    <a:lnT w="12700" cap="flat" cmpd="sng" algn="ctr">
                      <a:solidFill>
                        <a:srgbClr val="30225F"/>
                      </a:solidFill>
                      <a:prstDash val="solid"/>
                      <a:round/>
                      <a:headEnd type="none" w="med" len="med"/>
                      <a:tailEnd type="none" w="med" len="med"/>
                    </a:lnT>
                    <a:lnB w="12700" cap="flat" cmpd="sng" algn="ctr">
                      <a:solidFill>
                        <a:srgbClr val="70275F"/>
                      </a:solidFill>
                      <a:prstDash val="solid"/>
                      <a:round/>
                      <a:headEnd type="none" w="med" len="med"/>
                      <a:tailEnd type="none" w="med" len="med"/>
                    </a:lnB>
                    <a:solidFill>
                      <a:srgbClr val="181818"/>
                    </a:solidFill>
                  </a:tcPr>
                </a:tc>
                <a:extLst>
                  <a:ext uri="{0D108BD9-81ED-4DB2-BD59-A6C34878D82A}">
                    <a16:rowId xmlns:a16="http://schemas.microsoft.com/office/drawing/2014/main" val="1941821341"/>
                  </a:ext>
                </a:extLst>
              </a:tr>
              <a:tr h="282459">
                <a:tc>
                  <a:txBody>
                    <a:bodyPr/>
                    <a:lstStyle/>
                    <a:p>
                      <a:pPr fontAlgn="t">
                        <a:buNone/>
                      </a:pPr>
                      <a:r>
                        <a:rPr lang="en-US" sz="1100" b="1" dirty="0">
                          <a:effectLst/>
                        </a:rPr>
                        <a:t>Encryption</a:t>
                      </a:r>
                      <a:endParaRPr lang="en-US" sz="1100" dirty="0">
                        <a:effectLst/>
                      </a:endParaRPr>
                    </a:p>
                  </a:txBody>
                  <a:tcPr marL="24936" marR="24936" marT="24936" marB="24936">
                    <a:lnL w="12700" cap="flat" cmpd="sng" algn="ctr">
                      <a:solidFill>
                        <a:srgbClr val="70275F"/>
                      </a:solidFill>
                      <a:prstDash val="solid"/>
                      <a:round/>
                      <a:headEnd type="none" w="med" len="med"/>
                      <a:tailEnd type="none" w="med" len="med"/>
                    </a:lnL>
                    <a:lnR w="12700" cap="flat" cmpd="sng" algn="ctr">
                      <a:solidFill>
                        <a:srgbClr val="70275F"/>
                      </a:solidFill>
                      <a:prstDash val="solid"/>
                      <a:round/>
                      <a:headEnd type="none" w="med" len="med"/>
                      <a:tailEnd type="none" w="med" len="med"/>
                    </a:lnR>
                    <a:lnT w="12700" cap="flat" cmpd="sng" algn="ctr">
                      <a:solidFill>
                        <a:srgbClr val="70275F"/>
                      </a:solidFill>
                      <a:prstDash val="solid"/>
                      <a:round/>
                      <a:headEnd type="none" w="med" len="med"/>
                      <a:tailEnd type="none" w="med" len="med"/>
                    </a:lnT>
                    <a:lnB w="12700" cap="flat" cmpd="sng" algn="ctr">
                      <a:solidFill>
                        <a:srgbClr val="B0325F"/>
                      </a:solidFill>
                      <a:prstDash val="solid"/>
                      <a:round/>
                      <a:headEnd type="none" w="med" len="med"/>
                      <a:tailEnd type="none" w="med" len="med"/>
                    </a:lnB>
                    <a:solidFill>
                      <a:srgbClr val="181818"/>
                    </a:solidFill>
                  </a:tcPr>
                </a:tc>
                <a:tc>
                  <a:txBody>
                    <a:bodyPr/>
                    <a:lstStyle/>
                    <a:p>
                      <a:pPr fontAlgn="t">
                        <a:buNone/>
                      </a:pPr>
                      <a:r>
                        <a:rPr lang="en-US" sz="1100">
                          <a:effectLst/>
                        </a:rPr>
                        <a:t>Protects data when stored and transferred</a:t>
                      </a:r>
                    </a:p>
                  </a:txBody>
                  <a:tcPr marL="24936" marR="24936" marT="24936" marB="24936">
                    <a:lnL w="12700" cap="flat" cmpd="sng" algn="ctr">
                      <a:solidFill>
                        <a:srgbClr val="70275F"/>
                      </a:solidFill>
                      <a:prstDash val="solid"/>
                      <a:round/>
                      <a:headEnd type="none" w="med" len="med"/>
                      <a:tailEnd type="none" w="med" len="med"/>
                    </a:lnL>
                    <a:lnR w="12700" cap="flat" cmpd="sng" algn="ctr">
                      <a:solidFill>
                        <a:srgbClr val="70275F"/>
                      </a:solidFill>
                      <a:prstDash val="solid"/>
                      <a:round/>
                      <a:headEnd type="none" w="med" len="med"/>
                      <a:tailEnd type="none" w="med" len="med"/>
                    </a:lnR>
                    <a:lnT w="12700" cap="flat" cmpd="sng" algn="ctr">
                      <a:solidFill>
                        <a:srgbClr val="70275F"/>
                      </a:solidFill>
                      <a:prstDash val="solid"/>
                      <a:round/>
                      <a:headEnd type="none" w="med" len="med"/>
                      <a:tailEnd type="none" w="med" len="med"/>
                    </a:lnT>
                    <a:lnB w="12700" cap="flat" cmpd="sng" algn="ctr">
                      <a:solidFill>
                        <a:srgbClr val="B0325F"/>
                      </a:solidFill>
                      <a:prstDash val="solid"/>
                      <a:round/>
                      <a:headEnd type="none" w="med" len="med"/>
                      <a:tailEnd type="none" w="med" len="med"/>
                    </a:lnB>
                    <a:solidFill>
                      <a:srgbClr val="181818"/>
                    </a:solidFill>
                  </a:tcPr>
                </a:tc>
                <a:extLst>
                  <a:ext uri="{0D108BD9-81ED-4DB2-BD59-A6C34878D82A}">
                    <a16:rowId xmlns:a16="http://schemas.microsoft.com/office/drawing/2014/main" val="2309121898"/>
                  </a:ext>
                </a:extLst>
              </a:tr>
              <a:tr h="282459">
                <a:tc>
                  <a:txBody>
                    <a:bodyPr/>
                    <a:lstStyle/>
                    <a:p>
                      <a:pPr fontAlgn="t">
                        <a:buNone/>
                      </a:pPr>
                      <a:r>
                        <a:rPr lang="en-US" sz="1100" b="1">
                          <a:effectLst/>
                        </a:rPr>
                        <a:t>HTTPS / TLS</a:t>
                      </a:r>
                      <a:endParaRPr lang="en-US" sz="1100">
                        <a:effectLst/>
                      </a:endParaRPr>
                    </a:p>
                  </a:txBody>
                  <a:tcPr marL="24936" marR="24936" marT="24936" marB="24936">
                    <a:lnL w="12700" cap="flat" cmpd="sng" algn="ctr">
                      <a:solidFill>
                        <a:srgbClr val="B0325F"/>
                      </a:solidFill>
                      <a:prstDash val="solid"/>
                      <a:round/>
                      <a:headEnd type="none" w="med" len="med"/>
                      <a:tailEnd type="none" w="med" len="med"/>
                    </a:lnL>
                    <a:lnR w="12700" cap="flat" cmpd="sng" algn="ctr">
                      <a:solidFill>
                        <a:srgbClr val="B0325F"/>
                      </a:solidFill>
                      <a:prstDash val="solid"/>
                      <a:round/>
                      <a:headEnd type="none" w="med" len="med"/>
                      <a:tailEnd type="none" w="med" len="med"/>
                    </a:lnR>
                    <a:lnT w="12700" cap="flat" cmpd="sng" algn="ctr">
                      <a:solidFill>
                        <a:srgbClr val="B0325F"/>
                      </a:solidFill>
                      <a:prstDash val="solid"/>
                      <a:round/>
                      <a:headEnd type="none" w="med" len="med"/>
                      <a:tailEnd type="none" w="med" len="med"/>
                    </a:lnT>
                    <a:lnB w="12700" cap="flat" cmpd="sng" algn="ctr">
                      <a:solidFill>
                        <a:srgbClr val="703B5F"/>
                      </a:solidFill>
                      <a:prstDash val="solid"/>
                      <a:round/>
                      <a:headEnd type="none" w="med" len="med"/>
                      <a:tailEnd type="none" w="med" len="med"/>
                    </a:lnB>
                    <a:solidFill>
                      <a:srgbClr val="181818"/>
                    </a:solidFill>
                  </a:tcPr>
                </a:tc>
                <a:tc>
                  <a:txBody>
                    <a:bodyPr/>
                    <a:lstStyle/>
                    <a:p>
                      <a:pPr fontAlgn="t">
                        <a:buNone/>
                      </a:pPr>
                      <a:r>
                        <a:rPr lang="en-US" sz="1100">
                          <a:effectLst/>
                        </a:rPr>
                        <a:t>Secures communication between app and server</a:t>
                      </a:r>
                    </a:p>
                  </a:txBody>
                  <a:tcPr marL="24936" marR="24936" marT="24936" marB="24936">
                    <a:lnL w="12700" cap="flat" cmpd="sng" algn="ctr">
                      <a:solidFill>
                        <a:srgbClr val="B0325F"/>
                      </a:solidFill>
                      <a:prstDash val="solid"/>
                      <a:round/>
                      <a:headEnd type="none" w="med" len="med"/>
                      <a:tailEnd type="none" w="med" len="med"/>
                    </a:lnL>
                    <a:lnR w="12700" cap="flat" cmpd="sng" algn="ctr">
                      <a:solidFill>
                        <a:srgbClr val="B0325F"/>
                      </a:solidFill>
                      <a:prstDash val="solid"/>
                      <a:round/>
                      <a:headEnd type="none" w="med" len="med"/>
                      <a:tailEnd type="none" w="med" len="med"/>
                    </a:lnR>
                    <a:lnT w="12700" cap="flat" cmpd="sng" algn="ctr">
                      <a:solidFill>
                        <a:srgbClr val="B0325F"/>
                      </a:solidFill>
                      <a:prstDash val="solid"/>
                      <a:round/>
                      <a:headEnd type="none" w="med" len="med"/>
                      <a:tailEnd type="none" w="med" len="med"/>
                    </a:lnT>
                    <a:lnB w="12700" cap="flat" cmpd="sng" algn="ctr">
                      <a:solidFill>
                        <a:srgbClr val="703B5F"/>
                      </a:solidFill>
                      <a:prstDash val="solid"/>
                      <a:round/>
                      <a:headEnd type="none" w="med" len="med"/>
                      <a:tailEnd type="none" w="med" len="med"/>
                    </a:lnB>
                    <a:solidFill>
                      <a:srgbClr val="181818"/>
                    </a:solidFill>
                  </a:tcPr>
                </a:tc>
                <a:extLst>
                  <a:ext uri="{0D108BD9-81ED-4DB2-BD59-A6C34878D82A}">
                    <a16:rowId xmlns:a16="http://schemas.microsoft.com/office/drawing/2014/main" val="2328239471"/>
                  </a:ext>
                </a:extLst>
              </a:tr>
              <a:tr h="282459">
                <a:tc>
                  <a:txBody>
                    <a:bodyPr/>
                    <a:lstStyle/>
                    <a:p>
                      <a:pPr fontAlgn="t">
                        <a:buNone/>
                      </a:pPr>
                      <a:r>
                        <a:rPr lang="en-US" sz="1100" b="1">
                          <a:effectLst/>
                        </a:rPr>
                        <a:t>Token-based access</a:t>
                      </a:r>
                      <a:endParaRPr lang="en-US" sz="1100">
                        <a:effectLst/>
                      </a:endParaRPr>
                    </a:p>
                  </a:txBody>
                  <a:tcPr marL="24936" marR="24936" marT="24936" marB="24936">
                    <a:lnL w="12700" cap="flat" cmpd="sng" algn="ctr">
                      <a:solidFill>
                        <a:srgbClr val="703B5F"/>
                      </a:solidFill>
                      <a:prstDash val="solid"/>
                      <a:round/>
                      <a:headEnd type="none" w="med" len="med"/>
                      <a:tailEnd type="none" w="med" len="med"/>
                    </a:lnL>
                    <a:lnR w="12700" cap="flat" cmpd="sng" algn="ctr">
                      <a:solidFill>
                        <a:srgbClr val="703B5F"/>
                      </a:solidFill>
                      <a:prstDash val="solid"/>
                      <a:round/>
                      <a:headEnd type="none" w="med" len="med"/>
                      <a:tailEnd type="none" w="med" len="med"/>
                    </a:lnR>
                    <a:lnT w="12700" cap="flat" cmpd="sng" algn="ctr">
                      <a:solidFill>
                        <a:srgbClr val="703B5F"/>
                      </a:solidFill>
                      <a:prstDash val="solid"/>
                      <a:round/>
                      <a:headEnd type="none" w="med" len="med"/>
                      <a:tailEnd type="none" w="med" len="med"/>
                    </a:lnT>
                    <a:lnB w="12700" cap="flat" cmpd="sng" algn="ctr">
                      <a:solidFill>
                        <a:srgbClr val="F0505F"/>
                      </a:solidFill>
                      <a:prstDash val="solid"/>
                      <a:round/>
                      <a:headEnd type="none" w="med" len="med"/>
                      <a:tailEnd type="none" w="med" len="med"/>
                    </a:lnB>
                    <a:solidFill>
                      <a:srgbClr val="181818"/>
                    </a:solidFill>
                  </a:tcPr>
                </a:tc>
                <a:tc>
                  <a:txBody>
                    <a:bodyPr/>
                    <a:lstStyle/>
                    <a:p>
                      <a:pPr fontAlgn="t">
                        <a:buNone/>
                      </a:pPr>
                      <a:r>
                        <a:rPr lang="en-US" sz="1100" dirty="0">
                          <a:effectLst/>
                        </a:rPr>
                        <a:t>Uses temporary access tokens instead of passwords</a:t>
                      </a:r>
                    </a:p>
                  </a:txBody>
                  <a:tcPr marL="24936" marR="24936" marT="24936" marB="24936">
                    <a:lnL w="12700" cap="flat" cmpd="sng" algn="ctr">
                      <a:solidFill>
                        <a:srgbClr val="703B5F"/>
                      </a:solidFill>
                      <a:prstDash val="solid"/>
                      <a:round/>
                      <a:headEnd type="none" w="med" len="med"/>
                      <a:tailEnd type="none" w="med" len="med"/>
                    </a:lnL>
                    <a:lnR w="12700" cap="flat" cmpd="sng" algn="ctr">
                      <a:solidFill>
                        <a:srgbClr val="703B5F"/>
                      </a:solidFill>
                      <a:prstDash val="solid"/>
                      <a:round/>
                      <a:headEnd type="none" w="med" len="med"/>
                      <a:tailEnd type="none" w="med" len="med"/>
                    </a:lnR>
                    <a:lnT w="12700" cap="flat" cmpd="sng" algn="ctr">
                      <a:solidFill>
                        <a:srgbClr val="703B5F"/>
                      </a:solidFill>
                      <a:prstDash val="solid"/>
                      <a:round/>
                      <a:headEnd type="none" w="med" len="med"/>
                      <a:tailEnd type="none" w="med" len="med"/>
                    </a:lnT>
                    <a:lnB w="12700" cap="flat" cmpd="sng" algn="ctr">
                      <a:solidFill>
                        <a:srgbClr val="F0505F"/>
                      </a:solidFill>
                      <a:prstDash val="solid"/>
                      <a:round/>
                      <a:headEnd type="none" w="med" len="med"/>
                      <a:tailEnd type="none" w="med" len="med"/>
                    </a:lnB>
                    <a:solidFill>
                      <a:srgbClr val="181818"/>
                    </a:solidFill>
                  </a:tcPr>
                </a:tc>
                <a:extLst>
                  <a:ext uri="{0D108BD9-81ED-4DB2-BD59-A6C34878D82A}">
                    <a16:rowId xmlns:a16="http://schemas.microsoft.com/office/drawing/2014/main" val="139776527"/>
                  </a:ext>
                </a:extLst>
              </a:tr>
              <a:tr h="282459">
                <a:tc>
                  <a:txBody>
                    <a:bodyPr/>
                    <a:lstStyle/>
                    <a:p>
                      <a:pPr fontAlgn="t">
                        <a:buNone/>
                      </a:pPr>
                      <a:r>
                        <a:rPr lang="en-US" sz="1100" b="1">
                          <a:effectLst/>
                        </a:rPr>
                        <a:t>Firebase/Auth or secure backend login</a:t>
                      </a:r>
                      <a:endParaRPr lang="en-US" sz="1100">
                        <a:effectLst/>
                      </a:endParaRPr>
                    </a:p>
                  </a:txBody>
                  <a:tcPr marL="24936" marR="24936" marT="24936" marB="24936">
                    <a:lnL w="12700" cap="flat" cmpd="sng" algn="ctr">
                      <a:solidFill>
                        <a:srgbClr val="F0505F"/>
                      </a:solidFill>
                      <a:prstDash val="solid"/>
                      <a:round/>
                      <a:headEnd type="none" w="med" len="med"/>
                      <a:tailEnd type="none" w="med" len="med"/>
                    </a:lnL>
                    <a:lnR w="12700" cap="flat" cmpd="sng" algn="ctr">
                      <a:solidFill>
                        <a:srgbClr val="F0505F"/>
                      </a:solidFill>
                      <a:prstDash val="solid"/>
                      <a:round/>
                      <a:headEnd type="none" w="med" len="med"/>
                      <a:tailEnd type="none" w="med" len="med"/>
                    </a:lnR>
                    <a:lnT w="12700" cap="flat" cmpd="sng" algn="ctr">
                      <a:solidFill>
                        <a:srgbClr val="F0505F"/>
                      </a:solidFill>
                      <a:prstDash val="solid"/>
                      <a:round/>
                      <a:headEnd type="none" w="med" len="med"/>
                      <a:tailEnd type="none" w="med" len="med"/>
                    </a:lnT>
                    <a:lnB w="12700" cap="flat" cmpd="sng" algn="ctr">
                      <a:solidFill>
                        <a:srgbClr val="B0435F"/>
                      </a:solidFill>
                      <a:prstDash val="solid"/>
                      <a:round/>
                      <a:headEnd type="none" w="med" len="med"/>
                      <a:tailEnd type="none" w="med" len="med"/>
                    </a:lnB>
                    <a:solidFill>
                      <a:srgbClr val="181818"/>
                    </a:solidFill>
                  </a:tcPr>
                </a:tc>
                <a:tc>
                  <a:txBody>
                    <a:bodyPr/>
                    <a:lstStyle/>
                    <a:p>
                      <a:pPr fontAlgn="t">
                        <a:buNone/>
                      </a:pPr>
                      <a:r>
                        <a:rPr lang="en-US" sz="1100">
                          <a:effectLst/>
                        </a:rPr>
                        <a:t>Protects user accounts</a:t>
                      </a:r>
                    </a:p>
                  </a:txBody>
                  <a:tcPr marL="24936" marR="24936" marT="24936" marB="24936">
                    <a:lnL w="12700" cap="flat" cmpd="sng" algn="ctr">
                      <a:solidFill>
                        <a:srgbClr val="F0505F"/>
                      </a:solidFill>
                      <a:prstDash val="solid"/>
                      <a:round/>
                      <a:headEnd type="none" w="med" len="med"/>
                      <a:tailEnd type="none" w="med" len="med"/>
                    </a:lnL>
                    <a:lnR w="12700" cap="flat" cmpd="sng" algn="ctr">
                      <a:solidFill>
                        <a:srgbClr val="F0505F"/>
                      </a:solidFill>
                      <a:prstDash val="solid"/>
                      <a:round/>
                      <a:headEnd type="none" w="med" len="med"/>
                      <a:tailEnd type="none" w="med" len="med"/>
                    </a:lnR>
                    <a:lnT w="12700" cap="flat" cmpd="sng" algn="ctr">
                      <a:solidFill>
                        <a:srgbClr val="F0505F"/>
                      </a:solidFill>
                      <a:prstDash val="solid"/>
                      <a:round/>
                      <a:headEnd type="none" w="med" len="med"/>
                      <a:tailEnd type="none" w="med" len="med"/>
                    </a:lnT>
                    <a:lnB w="12700" cap="flat" cmpd="sng" algn="ctr">
                      <a:solidFill>
                        <a:srgbClr val="B0435F"/>
                      </a:solidFill>
                      <a:prstDash val="solid"/>
                      <a:round/>
                      <a:headEnd type="none" w="med" len="med"/>
                      <a:tailEnd type="none" w="med" len="med"/>
                    </a:lnB>
                    <a:solidFill>
                      <a:srgbClr val="181818"/>
                    </a:solidFill>
                  </a:tcPr>
                </a:tc>
                <a:extLst>
                  <a:ext uri="{0D108BD9-81ED-4DB2-BD59-A6C34878D82A}">
                    <a16:rowId xmlns:a16="http://schemas.microsoft.com/office/drawing/2014/main" val="454219554"/>
                  </a:ext>
                </a:extLst>
              </a:tr>
              <a:tr h="282459">
                <a:tc>
                  <a:txBody>
                    <a:bodyPr/>
                    <a:lstStyle/>
                    <a:p>
                      <a:pPr fontAlgn="t">
                        <a:buNone/>
                      </a:pPr>
                      <a:r>
                        <a:rPr lang="en-US" sz="1100" b="1">
                          <a:effectLst/>
                        </a:rPr>
                        <a:t>Biometric login</a:t>
                      </a:r>
                      <a:endParaRPr lang="en-US" sz="1100">
                        <a:effectLst/>
                      </a:endParaRPr>
                    </a:p>
                  </a:txBody>
                  <a:tcPr marL="24936" marR="24936" marT="24936" marB="24936">
                    <a:lnL w="12700" cap="flat" cmpd="sng" algn="ctr">
                      <a:solidFill>
                        <a:srgbClr val="B0435F"/>
                      </a:solidFill>
                      <a:prstDash val="solid"/>
                      <a:round/>
                      <a:headEnd type="none" w="med" len="med"/>
                      <a:tailEnd type="none" w="med" len="med"/>
                    </a:lnL>
                    <a:lnR w="12700" cap="flat" cmpd="sng" algn="ctr">
                      <a:solidFill>
                        <a:srgbClr val="B0435F"/>
                      </a:solidFill>
                      <a:prstDash val="solid"/>
                      <a:round/>
                      <a:headEnd type="none" w="med" len="med"/>
                      <a:tailEnd type="none" w="med" len="med"/>
                    </a:lnR>
                    <a:lnT w="12700" cap="flat" cmpd="sng" algn="ctr">
                      <a:solidFill>
                        <a:srgbClr val="B0435F"/>
                      </a:solidFill>
                      <a:prstDash val="solid"/>
                      <a:round/>
                      <a:headEnd type="none" w="med" len="med"/>
                      <a:tailEnd type="none" w="med" len="med"/>
                    </a:lnT>
                    <a:lnB w="12700" cap="flat" cmpd="sng" algn="ctr">
                      <a:solidFill>
                        <a:srgbClr val="F0545F"/>
                      </a:solidFill>
                      <a:prstDash val="solid"/>
                      <a:round/>
                      <a:headEnd type="none" w="med" len="med"/>
                      <a:tailEnd type="none" w="med" len="med"/>
                    </a:lnB>
                    <a:solidFill>
                      <a:srgbClr val="181818"/>
                    </a:solidFill>
                  </a:tcPr>
                </a:tc>
                <a:tc>
                  <a:txBody>
                    <a:bodyPr/>
                    <a:lstStyle/>
                    <a:p>
                      <a:pPr fontAlgn="t">
                        <a:buNone/>
                      </a:pPr>
                      <a:r>
                        <a:rPr lang="en-US" sz="1100">
                          <a:effectLst/>
                        </a:rPr>
                        <a:t>Fingerprint or face unlock for extra protection</a:t>
                      </a:r>
                    </a:p>
                  </a:txBody>
                  <a:tcPr marL="24936" marR="24936" marT="24936" marB="24936">
                    <a:lnL w="12700" cap="flat" cmpd="sng" algn="ctr">
                      <a:solidFill>
                        <a:srgbClr val="B0435F"/>
                      </a:solidFill>
                      <a:prstDash val="solid"/>
                      <a:round/>
                      <a:headEnd type="none" w="med" len="med"/>
                      <a:tailEnd type="none" w="med" len="med"/>
                    </a:lnL>
                    <a:lnR w="12700" cap="flat" cmpd="sng" algn="ctr">
                      <a:solidFill>
                        <a:srgbClr val="B0435F"/>
                      </a:solidFill>
                      <a:prstDash val="solid"/>
                      <a:round/>
                      <a:headEnd type="none" w="med" len="med"/>
                      <a:tailEnd type="none" w="med" len="med"/>
                    </a:lnR>
                    <a:lnT w="12700" cap="flat" cmpd="sng" algn="ctr">
                      <a:solidFill>
                        <a:srgbClr val="B0435F"/>
                      </a:solidFill>
                      <a:prstDash val="solid"/>
                      <a:round/>
                      <a:headEnd type="none" w="med" len="med"/>
                      <a:tailEnd type="none" w="med" len="med"/>
                    </a:lnT>
                    <a:lnB w="12700" cap="flat" cmpd="sng" algn="ctr">
                      <a:solidFill>
                        <a:srgbClr val="F0545F"/>
                      </a:solidFill>
                      <a:prstDash val="solid"/>
                      <a:round/>
                      <a:headEnd type="none" w="med" len="med"/>
                      <a:tailEnd type="none" w="med" len="med"/>
                    </a:lnB>
                    <a:solidFill>
                      <a:srgbClr val="181818"/>
                    </a:solidFill>
                  </a:tcPr>
                </a:tc>
                <a:extLst>
                  <a:ext uri="{0D108BD9-81ED-4DB2-BD59-A6C34878D82A}">
                    <a16:rowId xmlns:a16="http://schemas.microsoft.com/office/drawing/2014/main" val="813189770"/>
                  </a:ext>
                </a:extLst>
              </a:tr>
              <a:tr h="282459">
                <a:tc>
                  <a:txBody>
                    <a:bodyPr/>
                    <a:lstStyle/>
                    <a:p>
                      <a:pPr fontAlgn="t">
                        <a:buNone/>
                      </a:pPr>
                      <a:r>
                        <a:rPr lang="en-US" sz="1100" b="1">
                          <a:effectLst/>
                        </a:rPr>
                        <a:t>PCI DSS compliance</a:t>
                      </a:r>
                      <a:endParaRPr lang="en-US" sz="1100">
                        <a:effectLst/>
                      </a:endParaRPr>
                    </a:p>
                  </a:txBody>
                  <a:tcPr marL="24936" marR="24936" marT="24936" marB="24936">
                    <a:lnL w="12700" cap="flat" cmpd="sng" algn="ctr">
                      <a:solidFill>
                        <a:srgbClr val="F0545F"/>
                      </a:solidFill>
                      <a:prstDash val="solid"/>
                      <a:round/>
                      <a:headEnd type="none" w="med" len="med"/>
                      <a:tailEnd type="none" w="med" len="med"/>
                    </a:lnL>
                    <a:lnR w="12700" cap="flat" cmpd="sng" algn="ctr">
                      <a:solidFill>
                        <a:srgbClr val="F0545F"/>
                      </a:solidFill>
                      <a:prstDash val="solid"/>
                      <a:round/>
                      <a:headEnd type="none" w="med" len="med"/>
                      <a:tailEnd type="none" w="med" len="med"/>
                    </a:lnR>
                    <a:lnT w="12700" cap="flat" cmpd="sng" algn="ctr">
                      <a:solidFill>
                        <a:srgbClr val="F0545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81818"/>
                    </a:solidFill>
                  </a:tcPr>
                </a:tc>
                <a:tc>
                  <a:txBody>
                    <a:bodyPr/>
                    <a:lstStyle/>
                    <a:p>
                      <a:pPr fontAlgn="t">
                        <a:buNone/>
                      </a:pPr>
                      <a:r>
                        <a:rPr lang="en-US" sz="1100">
                          <a:effectLst/>
                        </a:rPr>
                        <a:t>Required if handling card/payment data</a:t>
                      </a:r>
                    </a:p>
                  </a:txBody>
                  <a:tcPr marL="24936" marR="24936" marT="24936" marB="24936">
                    <a:lnL w="12700" cap="flat" cmpd="sng" algn="ctr">
                      <a:solidFill>
                        <a:srgbClr val="F0545F"/>
                      </a:solidFill>
                      <a:prstDash val="solid"/>
                      <a:round/>
                      <a:headEnd type="none" w="med" len="med"/>
                      <a:tailEnd type="none" w="med" len="med"/>
                    </a:lnL>
                    <a:lnR w="12700" cap="flat" cmpd="sng" algn="ctr">
                      <a:solidFill>
                        <a:srgbClr val="F0545F"/>
                      </a:solidFill>
                      <a:prstDash val="solid"/>
                      <a:round/>
                      <a:headEnd type="none" w="med" len="med"/>
                      <a:tailEnd type="none" w="med" len="med"/>
                    </a:lnR>
                    <a:lnT w="12700" cap="flat" cmpd="sng" algn="ctr">
                      <a:solidFill>
                        <a:srgbClr val="F0545F"/>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81818"/>
                    </a:solidFill>
                  </a:tcPr>
                </a:tc>
                <a:extLst>
                  <a:ext uri="{0D108BD9-81ED-4DB2-BD59-A6C34878D82A}">
                    <a16:rowId xmlns:a16="http://schemas.microsoft.com/office/drawing/2014/main" val="1942410353"/>
                  </a:ext>
                </a:extLst>
              </a:tr>
              <a:tr h="282459">
                <a:tc>
                  <a:txBody>
                    <a:bodyPr/>
                    <a:lstStyle/>
                    <a:p>
                      <a:pPr fontAlgn="t">
                        <a:buNone/>
                      </a:pPr>
                      <a:r>
                        <a:rPr lang="en-US" sz="1100" b="1">
                          <a:effectLst/>
                        </a:rPr>
                        <a:t>OWASP mobile security testing</a:t>
                      </a:r>
                      <a:endParaRPr lang="en-US" sz="1100">
                        <a:effectLst/>
                      </a:endParaRPr>
                    </a:p>
                  </a:txBody>
                  <a:tcPr marL="24936" marR="24936" marT="24936" marB="2493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81818"/>
                    </a:solidFill>
                  </a:tcPr>
                </a:tc>
                <a:tc>
                  <a:txBody>
                    <a:bodyPr/>
                    <a:lstStyle/>
                    <a:p>
                      <a:pPr fontAlgn="t">
                        <a:buNone/>
                      </a:pPr>
                      <a:r>
                        <a:rPr lang="en-US" sz="1100" dirty="0">
                          <a:effectLst/>
                        </a:rPr>
                        <a:t>Checks the app for security weaknesses</a:t>
                      </a:r>
                    </a:p>
                  </a:txBody>
                  <a:tcPr marL="24936" marR="24936" marT="24936" marB="24936">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81818"/>
                    </a:solidFill>
                  </a:tcPr>
                </a:tc>
                <a:extLst>
                  <a:ext uri="{0D108BD9-81ED-4DB2-BD59-A6C34878D82A}">
                    <a16:rowId xmlns:a16="http://schemas.microsoft.com/office/drawing/2014/main" val="1729756102"/>
                  </a:ext>
                </a:extLst>
              </a:tr>
            </a:tbl>
          </a:graphicData>
        </a:graphic>
      </p:graphicFrame>
    </p:spTree>
    <p:extLst>
      <p:ext uri="{BB962C8B-B14F-4D97-AF65-F5344CB8AC3E}">
        <p14:creationId xmlns:p14="http://schemas.microsoft.com/office/powerpoint/2010/main" val="36125776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A90A08-0A5B-1ABB-BD98-C90ED69D313B}"/>
              </a:ext>
            </a:extLst>
          </p:cNvPr>
          <p:cNvSpPr txBox="1"/>
          <p:nvPr/>
        </p:nvSpPr>
        <p:spPr>
          <a:xfrm>
            <a:off x="921896" y="123430"/>
            <a:ext cx="5516380" cy="646331"/>
          </a:xfrm>
          <a:prstGeom prst="rect">
            <a:avLst/>
          </a:prstGeom>
          <a:noFill/>
        </p:spPr>
        <p:txBody>
          <a:bodyPr wrap="square">
            <a:spAutoFit/>
          </a:bodyPr>
          <a:lstStyle/>
          <a:p>
            <a:r>
              <a:rPr lang="en-US" sz="3600" b="1" dirty="0">
                <a:solidFill>
                  <a:schemeClr val="tx1"/>
                </a:solidFill>
                <a:latin typeface="Assistant" pitchFamily="2" charset="-79"/>
                <a:cs typeface="Assistant" pitchFamily="2" charset="-79"/>
              </a:rPr>
              <a:t>Conclusion </a:t>
            </a:r>
            <a:endParaRPr lang="en-US" sz="3600" dirty="0"/>
          </a:p>
        </p:txBody>
      </p:sp>
      <p:sp>
        <p:nvSpPr>
          <p:cNvPr id="5" name="Rectangle 2">
            <a:extLst>
              <a:ext uri="{FF2B5EF4-FFF2-40B4-BE49-F238E27FC236}">
                <a16:creationId xmlns:a16="http://schemas.microsoft.com/office/drawing/2014/main" id="{E568FE5C-A3C6-EC43-8A4E-B0E6911DABC4}"/>
              </a:ext>
            </a:extLst>
          </p:cNvPr>
          <p:cNvSpPr>
            <a:spLocks noChangeArrowheads="1"/>
          </p:cNvSpPr>
          <p:nvPr/>
        </p:nvSpPr>
        <p:spPr bwMode="auto">
          <a:xfrm>
            <a:off x="1079293" y="1144515"/>
            <a:ext cx="8064707" cy="29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b="0" i="0" u="none" strike="noStrike" cap="none" normalizeH="0" baseline="0" dirty="0">
                <a:ln>
                  <a:noFill/>
                </a:ln>
                <a:solidFill>
                  <a:schemeClr val="tx1"/>
                </a:solidFill>
                <a:effectLst/>
                <a:latin typeface="Assistant" pitchFamily="2" charset="-79"/>
                <a:cs typeface="Assistant" pitchFamily="2" charset="-79"/>
              </a:rPr>
              <a:t>The project proposes a </a:t>
            </a:r>
            <a:r>
              <a:rPr kumimoji="0" lang="en-US" altLang="en-US" b="1" i="0" u="none" strike="noStrike" cap="none" normalizeH="0" baseline="0" dirty="0">
                <a:ln>
                  <a:noFill/>
                </a:ln>
                <a:solidFill>
                  <a:schemeClr val="tx1"/>
                </a:solidFill>
                <a:effectLst/>
                <a:latin typeface="Assistant" pitchFamily="2" charset="-79"/>
                <a:cs typeface="Assistant" pitchFamily="2" charset="-79"/>
              </a:rPr>
              <a:t>student-centered, all-in-one mobile application</a:t>
            </a:r>
            <a:r>
              <a:rPr kumimoji="0" lang="en-US" altLang="en-US" b="0" i="0" u="none" strike="noStrike" cap="none" normalizeH="0" baseline="0" dirty="0">
                <a:ln>
                  <a:noFill/>
                </a:ln>
                <a:solidFill>
                  <a:schemeClr val="tx1"/>
                </a:solidFill>
                <a:effectLst/>
                <a:latin typeface="Assistant" pitchFamily="2" charset="-79"/>
                <a:cs typeface="Assistant" pitchFamily="2" charset="-79"/>
              </a:rPr>
              <a:t>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b="0" i="0" u="none" strike="noStrike" cap="none" normalizeH="0" baseline="0" dirty="0">
                <a:ln>
                  <a:noFill/>
                </a:ln>
                <a:solidFill>
                  <a:schemeClr val="tx1"/>
                </a:solidFill>
                <a:effectLst/>
                <a:latin typeface="Assistant" pitchFamily="2" charset="-79"/>
                <a:cs typeface="Assistant" pitchFamily="2" charset="-79"/>
              </a:rPr>
              <a:t>Addresses key challenges: </a:t>
            </a:r>
          </a:p>
          <a:p>
            <a:pPr lvl="3" eaLnBrk="0" fontAlgn="base" hangingPunct="0">
              <a:lnSpc>
                <a:spcPct val="150000"/>
              </a:lnSpc>
              <a:spcBef>
                <a:spcPct val="0"/>
              </a:spcBef>
              <a:spcAft>
                <a:spcPct val="0"/>
              </a:spcAft>
              <a:buClrTx/>
            </a:pPr>
            <a:r>
              <a:rPr kumimoji="0" lang="en-US" altLang="en-US" b="0" i="0" u="none" strike="noStrike" cap="none" normalizeH="0" baseline="0" dirty="0">
                <a:ln>
                  <a:noFill/>
                </a:ln>
                <a:solidFill>
                  <a:schemeClr val="tx1"/>
                </a:solidFill>
                <a:effectLst/>
                <a:latin typeface="Assistant" pitchFamily="2" charset="-79"/>
                <a:cs typeface="Assistant" pitchFamily="2" charset="-79"/>
              </a:rPr>
              <a:t>   	1. Time management </a:t>
            </a:r>
          </a:p>
          <a:p>
            <a:pPr lvl="3" eaLnBrk="0" fontAlgn="base" hangingPunct="0">
              <a:lnSpc>
                <a:spcPct val="150000"/>
              </a:lnSpc>
              <a:spcBef>
                <a:spcPct val="0"/>
              </a:spcBef>
              <a:spcAft>
                <a:spcPct val="0"/>
              </a:spcAft>
              <a:buClrTx/>
            </a:pPr>
            <a:r>
              <a:rPr lang="en-US" altLang="en-US" dirty="0">
                <a:solidFill>
                  <a:schemeClr val="tx1"/>
                </a:solidFill>
                <a:latin typeface="Assistant" pitchFamily="2" charset="-79"/>
                <a:cs typeface="Assistant" pitchFamily="2" charset="-79"/>
              </a:rPr>
              <a:t>	2. </a:t>
            </a:r>
            <a:r>
              <a:rPr kumimoji="0" lang="en-US" altLang="en-US" b="0" i="0" u="none" strike="noStrike" cap="none" normalizeH="0" baseline="0" dirty="0">
                <a:ln>
                  <a:noFill/>
                </a:ln>
                <a:solidFill>
                  <a:schemeClr val="tx1"/>
                </a:solidFill>
                <a:effectLst/>
                <a:latin typeface="Assistant" pitchFamily="2" charset="-79"/>
                <a:cs typeface="Assistant" pitchFamily="2" charset="-79"/>
              </a:rPr>
              <a:t>Budget control </a:t>
            </a:r>
          </a:p>
          <a:p>
            <a:pPr lvl="3" eaLnBrk="0" fontAlgn="base" hangingPunct="0">
              <a:lnSpc>
                <a:spcPct val="150000"/>
              </a:lnSpc>
              <a:spcBef>
                <a:spcPct val="0"/>
              </a:spcBef>
              <a:spcAft>
                <a:spcPct val="0"/>
              </a:spcAft>
              <a:buClrTx/>
            </a:pPr>
            <a:r>
              <a:rPr lang="en-US" altLang="en-US" dirty="0">
                <a:solidFill>
                  <a:schemeClr val="tx1"/>
                </a:solidFill>
                <a:latin typeface="Assistant" pitchFamily="2" charset="-79"/>
                <a:cs typeface="Assistant" pitchFamily="2" charset="-79"/>
              </a:rPr>
              <a:t> 	3.</a:t>
            </a:r>
            <a:r>
              <a:rPr kumimoji="0" lang="en-US" altLang="en-US" b="0" i="0" u="none" strike="noStrike" cap="none" normalizeH="0" baseline="0" dirty="0">
                <a:ln>
                  <a:noFill/>
                </a:ln>
                <a:solidFill>
                  <a:schemeClr val="tx1"/>
                </a:solidFill>
                <a:effectLst/>
                <a:latin typeface="Assistant" pitchFamily="2" charset="-79"/>
                <a:cs typeface="Assistant" pitchFamily="2" charset="-79"/>
              </a:rPr>
              <a:t>Daily organization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b="0" i="0" u="none" strike="noStrike" cap="none" normalizeH="0" baseline="0" dirty="0">
                <a:ln>
                  <a:noFill/>
                </a:ln>
                <a:solidFill>
                  <a:schemeClr val="tx1"/>
                </a:solidFill>
                <a:effectLst/>
                <a:latin typeface="Assistant" pitchFamily="2" charset="-79"/>
                <a:cs typeface="Assistant" pitchFamily="2" charset="-79"/>
              </a:rPr>
              <a:t>Combines multiple tools into a </a:t>
            </a:r>
            <a:r>
              <a:rPr kumimoji="0" lang="en-US" altLang="en-US" b="1" i="0" u="none" strike="noStrike" cap="none" normalizeH="0" baseline="0" dirty="0">
                <a:ln>
                  <a:noFill/>
                </a:ln>
                <a:solidFill>
                  <a:schemeClr val="tx1"/>
                </a:solidFill>
                <a:effectLst/>
                <a:latin typeface="Assistant" pitchFamily="2" charset="-79"/>
                <a:cs typeface="Assistant" pitchFamily="2" charset="-79"/>
              </a:rPr>
              <a:t>single, simple platform</a:t>
            </a:r>
            <a:r>
              <a:rPr kumimoji="0" lang="en-US" altLang="en-US" b="0" i="0" u="none" strike="noStrike" cap="none" normalizeH="0" baseline="0" dirty="0">
                <a:ln>
                  <a:noFill/>
                </a:ln>
                <a:solidFill>
                  <a:schemeClr val="tx1"/>
                </a:solidFill>
                <a:effectLst/>
                <a:latin typeface="Assistant" pitchFamily="2" charset="-79"/>
                <a:cs typeface="Assistant" pitchFamily="2" charset="-79"/>
              </a:rPr>
              <a:t>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b="0" i="0" u="none" strike="noStrike" cap="none" normalizeH="0" baseline="0" dirty="0">
                <a:ln>
                  <a:noFill/>
                </a:ln>
                <a:solidFill>
                  <a:schemeClr val="tx1"/>
                </a:solidFill>
                <a:effectLst/>
                <a:latin typeface="Assistant" pitchFamily="2" charset="-79"/>
                <a:cs typeface="Assistant" pitchFamily="2" charset="-79"/>
              </a:rPr>
              <a:t>Survey and testing confirm </a:t>
            </a:r>
            <a:r>
              <a:rPr kumimoji="0" lang="en-US" altLang="en-US" b="1" i="0" u="none" strike="noStrike" cap="none" normalizeH="0" baseline="0" dirty="0">
                <a:ln>
                  <a:noFill/>
                </a:ln>
                <a:solidFill>
                  <a:schemeClr val="tx1"/>
                </a:solidFill>
                <a:effectLst/>
                <a:latin typeface="Assistant" pitchFamily="2" charset="-79"/>
                <a:cs typeface="Assistant" pitchFamily="2" charset="-79"/>
              </a:rPr>
              <a:t>strong usefulness and demand</a:t>
            </a:r>
            <a:r>
              <a:rPr kumimoji="0" lang="en-US" altLang="en-US" b="0" i="0" u="none" strike="noStrike" cap="none" normalizeH="0" baseline="0" dirty="0">
                <a:ln>
                  <a:noFill/>
                </a:ln>
                <a:solidFill>
                  <a:schemeClr val="tx1"/>
                </a:solidFill>
                <a:effectLst/>
                <a:latin typeface="Assistant" pitchFamily="2" charset="-79"/>
                <a:cs typeface="Assistant" pitchFamily="2" charset="-79"/>
              </a:rPr>
              <a:t>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b="0" i="0" u="none" strike="noStrike" cap="none" normalizeH="0" baseline="0" dirty="0">
                <a:ln>
                  <a:noFill/>
                </a:ln>
                <a:solidFill>
                  <a:schemeClr val="tx1"/>
                </a:solidFill>
                <a:effectLst/>
                <a:latin typeface="Assistant" pitchFamily="2" charset="-79"/>
                <a:cs typeface="Assistant" pitchFamily="2" charset="-79"/>
              </a:rPr>
              <a:t>Provides a solid </a:t>
            </a:r>
            <a:r>
              <a:rPr kumimoji="0" lang="en-US" altLang="en-US" b="1" i="0" u="none" strike="noStrike" cap="none" normalizeH="0" baseline="0" dirty="0">
                <a:ln>
                  <a:noFill/>
                </a:ln>
                <a:solidFill>
                  <a:schemeClr val="tx1"/>
                </a:solidFill>
                <a:effectLst/>
                <a:latin typeface="Assistant" pitchFamily="2" charset="-79"/>
                <a:cs typeface="Assistant" pitchFamily="2" charset="-79"/>
              </a:rPr>
              <a:t>foundation for future development and scaling</a:t>
            </a:r>
            <a:r>
              <a:rPr kumimoji="0" lang="en-US" altLang="en-US" b="0" i="0" u="none" strike="noStrike" cap="none" normalizeH="0" baseline="0" dirty="0">
                <a:ln>
                  <a:noFill/>
                </a:ln>
                <a:solidFill>
                  <a:schemeClr val="tx1"/>
                </a:solidFill>
                <a:effectLst/>
                <a:latin typeface="Assistant" pitchFamily="2" charset="-79"/>
                <a:cs typeface="Assistant" pitchFamily="2" charset="-79"/>
              </a:rPr>
              <a:t> </a:t>
            </a: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ssistant" pitchFamily="2" charset="-79"/>
              <a:cs typeface="Assistant" pitchFamily="2" charset="-79"/>
            </a:endParaRPr>
          </a:p>
        </p:txBody>
      </p:sp>
    </p:spTree>
    <p:extLst>
      <p:ext uri="{BB962C8B-B14F-4D97-AF65-F5344CB8AC3E}">
        <p14:creationId xmlns:p14="http://schemas.microsoft.com/office/powerpoint/2010/main" val="5187261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90BA1E-9927-F122-B3D3-151BE216644F}"/>
              </a:ext>
            </a:extLst>
          </p:cNvPr>
          <p:cNvSpPr txBox="1"/>
          <p:nvPr/>
        </p:nvSpPr>
        <p:spPr>
          <a:xfrm>
            <a:off x="727903" y="123430"/>
            <a:ext cx="5516380" cy="646331"/>
          </a:xfrm>
          <a:prstGeom prst="rect">
            <a:avLst/>
          </a:prstGeom>
          <a:noFill/>
        </p:spPr>
        <p:txBody>
          <a:bodyPr wrap="square">
            <a:spAutoFit/>
          </a:bodyPr>
          <a:lstStyle/>
          <a:p>
            <a:r>
              <a:rPr lang="en-US" sz="3600" b="1" dirty="0">
                <a:solidFill>
                  <a:schemeClr val="tx1"/>
                </a:solidFill>
                <a:latin typeface="Assistant" pitchFamily="2" charset="-79"/>
                <a:cs typeface="Assistant" pitchFamily="2" charset="-79"/>
              </a:rPr>
              <a:t>Annex</a:t>
            </a:r>
            <a:endParaRPr lang="en-US" sz="3600" dirty="0"/>
          </a:p>
        </p:txBody>
      </p:sp>
      <p:graphicFrame>
        <p:nvGraphicFramePr>
          <p:cNvPr id="3" name="Google Shape;649;p32">
            <a:extLst>
              <a:ext uri="{FF2B5EF4-FFF2-40B4-BE49-F238E27FC236}">
                <a16:creationId xmlns:a16="http://schemas.microsoft.com/office/drawing/2014/main" id="{5130DED4-5355-4522-83ED-E405325EA39F}"/>
              </a:ext>
            </a:extLst>
          </p:cNvPr>
          <p:cNvGraphicFramePr/>
          <p:nvPr>
            <p:extLst>
              <p:ext uri="{D42A27DB-BD31-4B8C-83A1-F6EECF244321}">
                <p14:modId xmlns:p14="http://schemas.microsoft.com/office/powerpoint/2010/main" val="4123593298"/>
              </p:ext>
            </p:extLst>
          </p:nvPr>
        </p:nvGraphicFramePr>
        <p:xfrm>
          <a:off x="727903" y="769761"/>
          <a:ext cx="7516744" cy="1824332"/>
        </p:xfrm>
        <a:graphic>
          <a:graphicData uri="http://schemas.openxmlformats.org/drawingml/2006/table">
            <a:tbl>
              <a:tblPr>
                <a:noFill/>
                <a:tableStyleId>{53FCAEE4-DF34-4B31-BFEA-F281A6BAEBA6}</a:tableStyleId>
              </a:tblPr>
              <a:tblGrid>
                <a:gridCol w="3023325">
                  <a:extLst>
                    <a:ext uri="{9D8B030D-6E8A-4147-A177-3AD203B41FA5}">
                      <a16:colId xmlns:a16="http://schemas.microsoft.com/office/drawing/2014/main" val="20000"/>
                    </a:ext>
                  </a:extLst>
                </a:gridCol>
                <a:gridCol w="4493419">
                  <a:extLst>
                    <a:ext uri="{9D8B030D-6E8A-4147-A177-3AD203B41FA5}">
                      <a16:colId xmlns:a16="http://schemas.microsoft.com/office/drawing/2014/main" val="20001"/>
                    </a:ext>
                  </a:extLst>
                </a:gridCol>
              </a:tblGrid>
              <a:tr h="300332">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1. Project Proposal (Problem &amp; Solution)</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28575" cap="flat" cmpd="sng">
                      <a:solidFill>
                        <a:schemeClr val="accent5"/>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Font typeface="+mj-lt"/>
                        <a:buNone/>
                      </a:pPr>
                      <a:r>
                        <a:rPr lang="en-US" sz="1000" b="1" u="none" dirty="0">
                          <a:solidFill>
                            <a:schemeClr val="tx1"/>
                          </a:solidFill>
                          <a:latin typeface="Assistant" pitchFamily="2" charset="-79"/>
                          <a:ea typeface="Albert Sans ExtraBold"/>
                          <a:cs typeface="Assistant" pitchFamily="2" charset="-79"/>
                          <a:sym typeface="Albert Sans ExtraBold"/>
                        </a:rPr>
                        <a:t>Slide  4 </a:t>
                      </a:r>
                      <a:endParaRPr sz="1000" b="1" u="none"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00332">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2. Target Users &amp; Audience</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u="none" dirty="0">
                          <a:solidFill>
                            <a:schemeClr val="tx1"/>
                          </a:solidFill>
                          <a:latin typeface="Assistant" pitchFamily="2" charset="-79"/>
                          <a:ea typeface="Albert Sans ExtraBold"/>
                          <a:cs typeface="Assistant" pitchFamily="2" charset="-79"/>
                          <a:sym typeface="Albert Sans ExtraBold"/>
                        </a:rPr>
                        <a:t>Slide  5</a:t>
                      </a: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lgn="ctr">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00332">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3. Comparison with Existing Solutions</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u="none" dirty="0">
                          <a:solidFill>
                            <a:schemeClr val="tx1"/>
                          </a:solidFill>
                          <a:latin typeface="Assistant" pitchFamily="2" charset="-79"/>
                          <a:ea typeface="Albert Sans ExtraBold"/>
                          <a:cs typeface="Assistant" pitchFamily="2" charset="-79"/>
                          <a:sym typeface="Albert Sans ExtraBold"/>
                        </a:rPr>
                        <a:t>Slide  6</a:t>
                      </a: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00332">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4. Methodology</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u="none" dirty="0">
                          <a:solidFill>
                            <a:schemeClr val="tx1"/>
                          </a:solidFill>
                          <a:latin typeface="Assistant" pitchFamily="2" charset="-79"/>
                          <a:ea typeface="Albert Sans ExtraBold"/>
                          <a:cs typeface="Assistant" pitchFamily="2" charset="-79"/>
                          <a:sym typeface="Albert Sans ExtraBold"/>
                        </a:rPr>
                        <a:t>Slide  7</a:t>
                      </a: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lgn="ctr">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00332">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5. System Logic Diagram</a:t>
                      </a: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u="none" dirty="0">
                          <a:solidFill>
                            <a:schemeClr val="tx1"/>
                          </a:solidFill>
                          <a:latin typeface="Assistant" pitchFamily="2" charset="-79"/>
                          <a:ea typeface="Albert Sans ExtraBold"/>
                          <a:cs typeface="Assistant" pitchFamily="2" charset="-79"/>
                          <a:sym typeface="Albert Sans ExtraBold"/>
                        </a:rPr>
                        <a:t>Slide  9</a:t>
                      </a: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00332">
                <a:tc>
                  <a:txBody>
                    <a:bodyPr/>
                    <a:lstStyle/>
                    <a:p>
                      <a:pPr marL="0" lvl="0" indent="0" algn="l" rtl="0">
                        <a:spcBef>
                          <a:spcPts val="0"/>
                        </a:spcBef>
                        <a:spcAft>
                          <a:spcPts val="0"/>
                        </a:spcAft>
                        <a:buFont typeface="+mj-lt"/>
                        <a:buNone/>
                      </a:pPr>
                      <a:r>
                        <a:rPr lang="en-US" sz="1000" b="1" dirty="0">
                          <a:solidFill>
                            <a:schemeClr val="tx1"/>
                          </a:solidFill>
                          <a:latin typeface="Assistant" pitchFamily="2" charset="-79"/>
                          <a:cs typeface="Assistant" pitchFamily="2" charset="-79"/>
                        </a:rPr>
                        <a:t>6. Application Pipeline (Workflow Process)</a:t>
                      </a:r>
                      <a:endParaRPr sz="1000" b="1"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28575" cap="flat" cmpd="sng">
                      <a:solidFill>
                        <a:schemeClr val="accent5"/>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u="none" dirty="0">
                          <a:solidFill>
                            <a:schemeClr val="tx1"/>
                          </a:solidFill>
                          <a:latin typeface="Assistant" pitchFamily="2" charset="-79"/>
                          <a:ea typeface="Albert Sans ExtraBold"/>
                          <a:cs typeface="Assistant" pitchFamily="2" charset="-79"/>
                          <a:sym typeface="Albert Sans ExtraBold"/>
                        </a:rPr>
                        <a:t>Slide  10</a:t>
                      </a:r>
                    </a:p>
                    <a:p>
                      <a:pPr marL="0" lvl="0" indent="0" algn="l" rtl="0">
                        <a:spcBef>
                          <a:spcPts val="0"/>
                        </a:spcBef>
                        <a:spcAft>
                          <a:spcPts val="0"/>
                        </a:spcAft>
                        <a:buFont typeface="+mj-lt"/>
                        <a:buNone/>
                      </a:pPr>
                      <a:endParaRPr sz="1000" b="1"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solidFill>
                        <a:schemeClr val="dk1"/>
                      </a:solidFill>
                      <a:prstDash val="solid"/>
                      <a:round/>
                      <a:headEnd type="none" w="sm" len="sm"/>
                      <a:tailEnd type="none" w="sm" len="sm"/>
                    </a:lnT>
                    <a:lnB w="28575" cap="flat" cmpd="sng">
                      <a:solidFill>
                        <a:schemeClr val="accent5"/>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graphicFrame>
        <p:nvGraphicFramePr>
          <p:cNvPr id="4" name="Google Shape;649;p32">
            <a:extLst>
              <a:ext uri="{FF2B5EF4-FFF2-40B4-BE49-F238E27FC236}">
                <a16:creationId xmlns:a16="http://schemas.microsoft.com/office/drawing/2014/main" id="{A9FEFCFC-196B-5BA7-F6D4-5216839D9C4E}"/>
              </a:ext>
            </a:extLst>
          </p:cNvPr>
          <p:cNvGraphicFramePr/>
          <p:nvPr>
            <p:extLst>
              <p:ext uri="{D42A27DB-BD31-4B8C-83A1-F6EECF244321}">
                <p14:modId xmlns:p14="http://schemas.microsoft.com/office/powerpoint/2010/main" val="273310472"/>
              </p:ext>
            </p:extLst>
          </p:nvPr>
        </p:nvGraphicFramePr>
        <p:xfrm>
          <a:off x="727903" y="2571750"/>
          <a:ext cx="7516744" cy="1524000"/>
        </p:xfrm>
        <a:graphic>
          <a:graphicData uri="http://schemas.openxmlformats.org/drawingml/2006/table">
            <a:tbl>
              <a:tblPr>
                <a:noFill/>
                <a:tableStyleId>{53FCAEE4-DF34-4B31-BFEA-F281A6BAEBA6}</a:tableStyleId>
              </a:tblPr>
              <a:tblGrid>
                <a:gridCol w="3023325">
                  <a:extLst>
                    <a:ext uri="{9D8B030D-6E8A-4147-A177-3AD203B41FA5}">
                      <a16:colId xmlns:a16="http://schemas.microsoft.com/office/drawing/2014/main" val="20000"/>
                    </a:ext>
                  </a:extLst>
                </a:gridCol>
                <a:gridCol w="4493419">
                  <a:extLst>
                    <a:ext uri="{9D8B030D-6E8A-4147-A177-3AD203B41FA5}">
                      <a16:colId xmlns:a16="http://schemas.microsoft.com/office/drawing/2014/main" val="20001"/>
                    </a:ext>
                  </a:extLst>
                </a:gridCol>
              </a:tblGrid>
              <a:tr h="30033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dirty="0">
                          <a:solidFill>
                            <a:schemeClr val="tx1"/>
                          </a:solidFill>
                          <a:latin typeface="Assistant" pitchFamily="2" charset="-79"/>
                          <a:cs typeface="Assistant" pitchFamily="2" charset="-79"/>
                        </a:rPr>
                        <a:t>7. Graphical User Interface (GUI Design)</a:t>
                      </a:r>
                      <a:endParaRPr lang="en-US" sz="1000" b="1" u="sng" dirty="0">
                        <a:solidFill>
                          <a:schemeClr val="tx1"/>
                        </a:solidFill>
                        <a:latin typeface="Assistant" pitchFamily="2" charset="-79"/>
                        <a:ea typeface="Albert Sans ExtraBold"/>
                        <a:cs typeface="Assistant" pitchFamily="2" charset="-79"/>
                        <a:sym typeface="Albert Sans ExtraBold"/>
                      </a:endParaRP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28575" cap="flat" cmpd="sng">
                      <a:solidFill>
                        <a:schemeClr val="accent5"/>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u="none" dirty="0">
                          <a:solidFill>
                            <a:schemeClr val="tx1"/>
                          </a:solidFill>
                          <a:latin typeface="Assistant" pitchFamily="2" charset="-79"/>
                          <a:ea typeface="Albert Sans ExtraBold"/>
                          <a:cs typeface="Assistant" pitchFamily="2" charset="-79"/>
                          <a:sym typeface="Albert Sans ExtraBold"/>
                        </a:rPr>
                        <a:t>Slide  11-13</a:t>
                      </a: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lgn="ctr">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28575" cap="flat" cmpd="sng">
                      <a:solidFill>
                        <a:schemeClr val="accent5"/>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0033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dirty="0">
                          <a:solidFill>
                            <a:schemeClr val="tx1"/>
                          </a:solidFill>
                          <a:latin typeface="Assistant" pitchFamily="2" charset="-79"/>
                          <a:cs typeface="Assistant" pitchFamily="2" charset="-79"/>
                        </a:rPr>
                        <a:t>8. Experiment &amp; Testing (Survey Analysis)</a:t>
                      </a:r>
                      <a:endParaRPr lang="en-US" sz="1000" b="1" u="sng" dirty="0">
                        <a:solidFill>
                          <a:schemeClr val="tx1"/>
                        </a:solidFill>
                        <a:latin typeface="Assistant" pitchFamily="2" charset="-79"/>
                        <a:ea typeface="Albert Sans ExtraBold"/>
                        <a:cs typeface="Assistant" pitchFamily="2" charset="-79"/>
                        <a:sym typeface="Albert Sans ExtraBold"/>
                      </a:endParaRP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1"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u="none" dirty="0">
                          <a:solidFill>
                            <a:schemeClr val="tx1"/>
                          </a:solidFill>
                          <a:latin typeface="Assistant" pitchFamily="2" charset="-79"/>
                          <a:ea typeface="Albert Sans ExtraBold"/>
                          <a:cs typeface="Assistant" pitchFamily="2" charset="-79"/>
                          <a:sym typeface="Albert Sans ExtraBold"/>
                        </a:rPr>
                        <a:t>Slide  14 -16</a:t>
                      </a:r>
                    </a:p>
                    <a:p>
                      <a:pPr marL="0" lvl="1"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lgn="ctr">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0033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dirty="0">
                          <a:solidFill>
                            <a:schemeClr val="tx1"/>
                          </a:solidFill>
                          <a:latin typeface="Assistant" pitchFamily="2" charset="-79"/>
                          <a:cs typeface="Assistant" pitchFamily="2" charset="-79"/>
                        </a:rPr>
                        <a:t>9. Usefulness &amp; User Impact</a:t>
                      </a:r>
                      <a:endParaRPr lang="en-US" sz="1000" b="1" u="sng" dirty="0">
                        <a:solidFill>
                          <a:schemeClr val="tx1"/>
                        </a:solidFill>
                        <a:latin typeface="Assistant" pitchFamily="2" charset="-79"/>
                        <a:ea typeface="Albert Sans ExtraBold"/>
                        <a:cs typeface="Assistant" pitchFamily="2" charset="-79"/>
                        <a:sym typeface="Albert Sans ExtraBold"/>
                      </a:endParaRP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u="none" dirty="0">
                          <a:solidFill>
                            <a:schemeClr val="tx1"/>
                          </a:solidFill>
                          <a:latin typeface="Assistant" pitchFamily="2" charset="-79"/>
                          <a:ea typeface="Albert Sans ExtraBold"/>
                          <a:cs typeface="Assistant" pitchFamily="2" charset="-79"/>
                          <a:sym typeface="Albert Sans ExtraBold"/>
                        </a:rPr>
                        <a:t>Slide  17</a:t>
                      </a: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lgn="ctr">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0033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dirty="0">
                          <a:solidFill>
                            <a:schemeClr val="tx1"/>
                          </a:solidFill>
                          <a:latin typeface="Assistant" pitchFamily="2" charset="-79"/>
                          <a:cs typeface="Assistant" pitchFamily="2" charset="-79"/>
                        </a:rPr>
                        <a:t>10. Evaluation System (Scoring, Quiz &amp; Formula)</a:t>
                      </a:r>
                      <a:endParaRPr lang="en-US" sz="1000" b="1" u="sng" dirty="0">
                        <a:solidFill>
                          <a:schemeClr val="tx1"/>
                        </a:solidFill>
                        <a:latin typeface="Assistant" pitchFamily="2" charset="-79"/>
                        <a:ea typeface="Albert Sans ExtraBold"/>
                        <a:cs typeface="Assistant" pitchFamily="2" charset="-79"/>
                        <a:sym typeface="Albert Sans ExtraBold"/>
                      </a:endParaRP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u="none" dirty="0">
                          <a:solidFill>
                            <a:schemeClr val="tx1"/>
                          </a:solidFill>
                          <a:latin typeface="Assistant" pitchFamily="2" charset="-79"/>
                          <a:ea typeface="Albert Sans ExtraBold"/>
                          <a:cs typeface="Assistant" pitchFamily="2" charset="-79"/>
                          <a:sym typeface="Albert Sans ExtraBold"/>
                        </a:rPr>
                        <a:t>Slide  18-19</a:t>
                      </a: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lgn="ctr">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00332">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dirty="0">
                          <a:solidFill>
                            <a:schemeClr val="tx1"/>
                          </a:solidFill>
                          <a:latin typeface="Assistant" pitchFamily="2" charset="-79"/>
                          <a:cs typeface="Assistant" pitchFamily="2" charset="-79"/>
                        </a:rPr>
                        <a:t>11. Limitations &amp; Future Plan</a:t>
                      </a:r>
                      <a:endParaRPr lang="en-US" sz="1000" b="1" u="sng" dirty="0">
                        <a:solidFill>
                          <a:schemeClr val="tx1"/>
                        </a:solidFill>
                        <a:latin typeface="Assistant" pitchFamily="2" charset="-79"/>
                        <a:ea typeface="Albert Sans ExtraBold"/>
                        <a:cs typeface="Assistant" pitchFamily="2" charset="-79"/>
                        <a:sym typeface="Albert Sans ExtraBold"/>
                      </a:endParaRP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28575" cap="flat" cmpd="sng">
                      <a:solidFill>
                        <a:schemeClr val="accent5"/>
                      </a:solidFill>
                      <a:prstDash val="solid"/>
                      <a:round/>
                      <a:headEnd type="none" w="sm" len="sm"/>
                      <a:tailEnd type="none" w="sm" len="sm"/>
                    </a:lnL>
                    <a:lnR w="9525" cap="flat" cmpd="sng" algn="ctr">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mj-lt"/>
                        <a:buNone/>
                        <a:tabLst/>
                        <a:defRPr/>
                      </a:pPr>
                      <a:r>
                        <a:rPr lang="en-US" sz="1000" b="1" u="none" dirty="0">
                          <a:solidFill>
                            <a:schemeClr val="tx1"/>
                          </a:solidFill>
                          <a:latin typeface="Assistant" pitchFamily="2" charset="-79"/>
                          <a:ea typeface="Albert Sans ExtraBold"/>
                          <a:cs typeface="Assistant" pitchFamily="2" charset="-79"/>
                          <a:sym typeface="Albert Sans ExtraBold"/>
                        </a:rPr>
                        <a:t>Slide  20-21</a:t>
                      </a:r>
                    </a:p>
                    <a:p>
                      <a:pPr marL="0" lvl="0" indent="0" algn="l" rtl="0">
                        <a:spcBef>
                          <a:spcPts val="0"/>
                        </a:spcBef>
                        <a:spcAft>
                          <a:spcPts val="0"/>
                        </a:spcAft>
                        <a:buFont typeface="+mj-lt"/>
                        <a:buNone/>
                      </a:pPr>
                      <a:endParaRPr sz="1000" b="1" u="sng" dirty="0">
                        <a:solidFill>
                          <a:schemeClr val="tx1"/>
                        </a:solidFill>
                        <a:latin typeface="Assistant" pitchFamily="2" charset="-79"/>
                        <a:ea typeface="Albert Sans ExtraBold"/>
                        <a:cs typeface="Assistant" pitchFamily="2" charset="-79"/>
                        <a:sym typeface="Albert Sans ExtraBold"/>
                      </a:endParaRPr>
                    </a:p>
                  </a:txBody>
                  <a:tcPr marL="91425" marR="91425" marT="0" marB="0" anchor="ctr">
                    <a:lnL w="9525" cap="flat" cmpd="sng" algn="ctr">
                      <a:solidFill>
                        <a:schemeClr val="dk1"/>
                      </a:solidFill>
                      <a:prstDash val="solid"/>
                      <a:round/>
                      <a:headEnd type="none" w="sm" len="sm"/>
                      <a:tailEnd type="none" w="sm" len="sm"/>
                    </a:lnL>
                    <a:lnR w="28575" cap="flat" cmpd="sng">
                      <a:solidFill>
                        <a:schemeClr val="accent5"/>
                      </a:solidFill>
                      <a:prstDash val="solid"/>
                      <a:round/>
                      <a:headEnd type="none" w="sm" len="sm"/>
                      <a:tailEnd type="none" w="sm" len="sm"/>
                    </a:lnR>
                    <a:lnT w="9525" cap="flat" cmpd="sng" algn="ctr">
                      <a:solidFill>
                        <a:schemeClr val="dk1"/>
                      </a:solidFill>
                      <a:prstDash val="solid"/>
                      <a:round/>
                      <a:headEnd type="none" w="sm" len="sm"/>
                      <a:tailEnd type="none" w="sm" len="sm"/>
                    </a:lnT>
                    <a:lnB w="9525"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154432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6" name="Google Shape;986;p40"/>
          <p:cNvSpPr/>
          <p:nvPr/>
        </p:nvSpPr>
        <p:spPr>
          <a:xfrm>
            <a:off x="6364150" y="1585621"/>
            <a:ext cx="1716900" cy="17169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sp>
        <p:nvSpPr>
          <p:cNvPr id="987" name="Google Shape;987;p40"/>
          <p:cNvSpPr txBox="1">
            <a:spLocks noGrp="1"/>
          </p:cNvSpPr>
          <p:nvPr>
            <p:ph type="title"/>
          </p:nvPr>
        </p:nvSpPr>
        <p:spPr>
          <a:xfrm>
            <a:off x="2415900" y="1738475"/>
            <a:ext cx="4312200" cy="1016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SUB</a:t>
            </a:r>
            <a:endParaRPr dirty="0"/>
          </a:p>
        </p:txBody>
      </p:sp>
      <p:sp>
        <p:nvSpPr>
          <p:cNvPr id="988" name="Google Shape;988;p40"/>
          <p:cNvSpPr txBox="1">
            <a:spLocks noGrp="1"/>
          </p:cNvSpPr>
          <p:nvPr>
            <p:ph type="subTitle" idx="1"/>
          </p:nvPr>
        </p:nvSpPr>
        <p:spPr>
          <a:xfrm>
            <a:off x="2779851" y="2816152"/>
            <a:ext cx="3699150" cy="463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latin typeface="Aptos Slab Black" panose="020B0004020202020204" pitchFamily="34" charset="0"/>
              </a:rPr>
              <a:t>New centralised Student Application</a:t>
            </a:r>
            <a:endParaRPr dirty="0">
              <a:latin typeface="Aptos Slab Black" panose="020B0004020202020204" pitchFamily="34" charset="0"/>
            </a:endParaRPr>
          </a:p>
        </p:txBody>
      </p:sp>
      <p:grpSp>
        <p:nvGrpSpPr>
          <p:cNvPr id="989" name="Google Shape;989;p40"/>
          <p:cNvGrpSpPr/>
          <p:nvPr/>
        </p:nvGrpSpPr>
        <p:grpSpPr>
          <a:xfrm rot="-539466" flipH="1">
            <a:off x="5367311" y="1878727"/>
            <a:ext cx="2811325" cy="2759601"/>
            <a:chOff x="-3117607" y="1171800"/>
            <a:chExt cx="2812784" cy="2761033"/>
          </a:xfrm>
        </p:grpSpPr>
        <p:sp>
          <p:nvSpPr>
            <p:cNvPr id="990" name="Google Shape;990;p40"/>
            <p:cNvSpPr/>
            <p:nvPr/>
          </p:nvSpPr>
          <p:spPr>
            <a:xfrm rot="1352046" flipH="1">
              <a:off x="-2150119" y="2889889"/>
              <a:ext cx="310694" cy="168188"/>
            </a:xfrm>
            <a:custGeom>
              <a:avLst/>
              <a:gdLst/>
              <a:ahLst/>
              <a:cxnLst/>
              <a:rect l="l" t="t" r="r" b="b"/>
              <a:pathLst>
                <a:path w="256" h="139" extrusionOk="0">
                  <a:moveTo>
                    <a:pt x="253" y="8"/>
                  </a:moveTo>
                  <a:cubicBezTo>
                    <a:pt x="7" y="138"/>
                    <a:pt x="7" y="138"/>
                    <a:pt x="7" y="138"/>
                  </a:cubicBezTo>
                  <a:cubicBezTo>
                    <a:pt x="5" y="139"/>
                    <a:pt x="2" y="138"/>
                    <a:pt x="1" y="136"/>
                  </a:cubicBezTo>
                  <a:cubicBezTo>
                    <a:pt x="0" y="135"/>
                    <a:pt x="1" y="132"/>
                    <a:pt x="3" y="131"/>
                  </a:cubicBezTo>
                  <a:cubicBezTo>
                    <a:pt x="250" y="1"/>
                    <a:pt x="250" y="1"/>
                    <a:pt x="250" y="1"/>
                  </a:cubicBezTo>
                  <a:cubicBezTo>
                    <a:pt x="252" y="0"/>
                    <a:pt x="254" y="1"/>
                    <a:pt x="255" y="3"/>
                  </a:cubicBezTo>
                  <a:cubicBezTo>
                    <a:pt x="255" y="3"/>
                    <a:pt x="255" y="3"/>
                    <a:pt x="255" y="3"/>
                  </a:cubicBezTo>
                  <a:cubicBezTo>
                    <a:pt x="256" y="5"/>
                    <a:pt x="255" y="7"/>
                    <a:pt x="253" y="8"/>
                  </a:cubicBezTo>
                </a:path>
              </a:pathLst>
            </a:custGeom>
            <a:solidFill>
              <a:srgbClr val="008FC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91" name="Google Shape;991;p40"/>
            <p:cNvSpPr/>
            <p:nvPr/>
          </p:nvSpPr>
          <p:spPr>
            <a:xfrm rot="1352048" flipH="1">
              <a:off x="-2773855" y="1493087"/>
              <a:ext cx="2073428" cy="1991295"/>
            </a:xfrm>
            <a:custGeom>
              <a:avLst/>
              <a:gdLst/>
              <a:ahLst/>
              <a:cxnLst/>
              <a:rect l="l" t="t" r="r" b="b"/>
              <a:pathLst>
                <a:path w="1712" h="1644" extrusionOk="0">
                  <a:moveTo>
                    <a:pt x="76" y="1401"/>
                  </a:moveTo>
                  <a:cubicBezTo>
                    <a:pt x="76" y="1401"/>
                    <a:pt x="3" y="1392"/>
                    <a:pt x="4" y="1343"/>
                  </a:cubicBezTo>
                  <a:cubicBezTo>
                    <a:pt x="5" y="1294"/>
                    <a:pt x="0" y="1294"/>
                    <a:pt x="40" y="1241"/>
                  </a:cubicBezTo>
                  <a:cubicBezTo>
                    <a:pt x="80" y="1187"/>
                    <a:pt x="504" y="683"/>
                    <a:pt x="504" y="683"/>
                  </a:cubicBezTo>
                  <a:cubicBezTo>
                    <a:pt x="857" y="269"/>
                    <a:pt x="857" y="269"/>
                    <a:pt x="857" y="269"/>
                  </a:cubicBezTo>
                  <a:cubicBezTo>
                    <a:pt x="1031" y="64"/>
                    <a:pt x="1031" y="64"/>
                    <a:pt x="1031" y="64"/>
                  </a:cubicBezTo>
                  <a:cubicBezTo>
                    <a:pt x="1031" y="64"/>
                    <a:pt x="1074" y="0"/>
                    <a:pt x="1180" y="50"/>
                  </a:cubicBezTo>
                  <a:cubicBezTo>
                    <a:pt x="1287" y="100"/>
                    <a:pt x="1657" y="297"/>
                    <a:pt x="1657" y="297"/>
                  </a:cubicBezTo>
                  <a:cubicBezTo>
                    <a:pt x="1657" y="297"/>
                    <a:pt x="1712" y="332"/>
                    <a:pt x="1681" y="377"/>
                  </a:cubicBezTo>
                  <a:cubicBezTo>
                    <a:pt x="1651" y="421"/>
                    <a:pt x="1300" y="850"/>
                    <a:pt x="1300" y="850"/>
                  </a:cubicBezTo>
                  <a:cubicBezTo>
                    <a:pt x="629" y="1629"/>
                    <a:pt x="629" y="1629"/>
                    <a:pt x="629" y="1629"/>
                  </a:cubicBezTo>
                  <a:cubicBezTo>
                    <a:pt x="629" y="1629"/>
                    <a:pt x="494" y="1644"/>
                    <a:pt x="416" y="1619"/>
                  </a:cubicBezTo>
                  <a:cubicBezTo>
                    <a:pt x="338" y="1593"/>
                    <a:pt x="76" y="1401"/>
                    <a:pt x="76" y="1401"/>
                  </a:cubicBez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92" name="Google Shape;992;p40"/>
            <p:cNvSpPr/>
            <p:nvPr/>
          </p:nvSpPr>
          <p:spPr>
            <a:xfrm rot="1352045" flipH="1">
              <a:off x="-1700823" y="1492366"/>
              <a:ext cx="165617" cy="105278"/>
            </a:xfrm>
            <a:custGeom>
              <a:avLst/>
              <a:gdLst/>
              <a:ahLst/>
              <a:cxnLst/>
              <a:rect l="l" t="t" r="r" b="b"/>
              <a:pathLst>
                <a:path w="137" h="87" extrusionOk="0">
                  <a:moveTo>
                    <a:pt x="137" y="29"/>
                  </a:moveTo>
                  <a:cubicBezTo>
                    <a:pt x="94" y="29"/>
                    <a:pt x="47" y="50"/>
                    <a:pt x="16" y="87"/>
                  </a:cubicBezTo>
                  <a:cubicBezTo>
                    <a:pt x="0" y="58"/>
                    <a:pt x="0" y="58"/>
                    <a:pt x="0" y="58"/>
                  </a:cubicBezTo>
                  <a:cubicBezTo>
                    <a:pt x="31" y="22"/>
                    <a:pt x="78" y="0"/>
                    <a:pt x="121" y="0"/>
                  </a:cubicBezTo>
                  <a:cubicBezTo>
                    <a:pt x="126" y="10"/>
                    <a:pt x="132" y="19"/>
                    <a:pt x="137" y="29"/>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93" name="Google Shape;993;p40"/>
            <p:cNvSpPr/>
            <p:nvPr/>
          </p:nvSpPr>
          <p:spPr>
            <a:xfrm rot="1352045" flipH="1">
              <a:off x="-2350335" y="1334112"/>
              <a:ext cx="598279" cy="322253"/>
            </a:xfrm>
            <a:custGeom>
              <a:avLst/>
              <a:gdLst/>
              <a:ahLst/>
              <a:cxnLst/>
              <a:rect l="l" t="t" r="r" b="b"/>
              <a:pathLst>
                <a:path w="466" h="251" extrusionOk="0">
                  <a:moveTo>
                    <a:pt x="451" y="225"/>
                  </a:moveTo>
                  <a:lnTo>
                    <a:pt x="466" y="251"/>
                  </a:lnTo>
                  <a:lnTo>
                    <a:pt x="15" y="27"/>
                  </a:lnTo>
                  <a:lnTo>
                    <a:pt x="0" y="0"/>
                  </a:lnTo>
                  <a:lnTo>
                    <a:pt x="451" y="225"/>
                  </a:ln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94" name="Google Shape;994;p40"/>
            <p:cNvSpPr/>
            <p:nvPr/>
          </p:nvSpPr>
          <p:spPr>
            <a:xfrm rot="1352045" flipH="1">
              <a:off x="-2343800" y="1345163"/>
              <a:ext cx="598279" cy="322253"/>
            </a:xfrm>
            <a:custGeom>
              <a:avLst/>
              <a:gdLst/>
              <a:ahLst/>
              <a:cxnLst/>
              <a:rect l="l" t="t" r="r" b="b"/>
              <a:pathLst>
                <a:path w="466" h="251" extrusionOk="0">
                  <a:moveTo>
                    <a:pt x="451" y="223"/>
                  </a:moveTo>
                  <a:lnTo>
                    <a:pt x="466" y="251"/>
                  </a:lnTo>
                  <a:lnTo>
                    <a:pt x="16" y="27"/>
                  </a:lnTo>
                  <a:lnTo>
                    <a:pt x="0" y="0"/>
                  </a:lnTo>
                  <a:lnTo>
                    <a:pt x="451" y="223"/>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95" name="Google Shape;995;p40"/>
            <p:cNvSpPr/>
            <p:nvPr/>
          </p:nvSpPr>
          <p:spPr>
            <a:xfrm rot="1352045" flipH="1">
              <a:off x="-2339733" y="1360869"/>
              <a:ext cx="586724" cy="315834"/>
            </a:xfrm>
            <a:custGeom>
              <a:avLst/>
              <a:gdLst/>
              <a:ahLst/>
              <a:cxnLst/>
              <a:rect l="l" t="t" r="r" b="b"/>
              <a:pathLst>
                <a:path w="457" h="246" extrusionOk="0">
                  <a:moveTo>
                    <a:pt x="442" y="219"/>
                  </a:moveTo>
                  <a:lnTo>
                    <a:pt x="457" y="246"/>
                  </a:lnTo>
                  <a:lnTo>
                    <a:pt x="15" y="26"/>
                  </a:lnTo>
                  <a:lnTo>
                    <a:pt x="0" y="0"/>
                  </a:lnTo>
                  <a:lnTo>
                    <a:pt x="442" y="219"/>
                  </a:ln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96" name="Google Shape;996;p40"/>
            <p:cNvSpPr/>
            <p:nvPr/>
          </p:nvSpPr>
          <p:spPr>
            <a:xfrm rot="1352045" flipH="1">
              <a:off x="-1733834" y="1470975"/>
              <a:ext cx="112980" cy="48787"/>
            </a:xfrm>
            <a:custGeom>
              <a:avLst/>
              <a:gdLst/>
              <a:ahLst/>
              <a:cxnLst/>
              <a:rect l="l" t="t" r="r" b="b"/>
              <a:pathLst>
                <a:path w="93" h="40" extrusionOk="0">
                  <a:moveTo>
                    <a:pt x="93" y="40"/>
                  </a:moveTo>
                  <a:cubicBezTo>
                    <a:pt x="71" y="29"/>
                    <a:pt x="43" y="29"/>
                    <a:pt x="17" y="36"/>
                  </a:cubicBezTo>
                  <a:cubicBezTo>
                    <a:pt x="11" y="27"/>
                    <a:pt x="6" y="17"/>
                    <a:pt x="0" y="7"/>
                  </a:cubicBezTo>
                  <a:cubicBezTo>
                    <a:pt x="27" y="0"/>
                    <a:pt x="54" y="1"/>
                    <a:pt x="76" y="11"/>
                  </a:cubicBezTo>
                  <a:cubicBezTo>
                    <a:pt x="81" y="20"/>
                    <a:pt x="88" y="31"/>
                    <a:pt x="93" y="4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97" name="Google Shape;997;p40"/>
            <p:cNvSpPr/>
            <p:nvPr/>
          </p:nvSpPr>
          <p:spPr>
            <a:xfrm rot="1352045" flipH="1">
              <a:off x="-1729002" y="1554111"/>
              <a:ext cx="64193" cy="70613"/>
            </a:xfrm>
            <a:custGeom>
              <a:avLst/>
              <a:gdLst/>
              <a:ahLst/>
              <a:cxnLst/>
              <a:rect l="l" t="t" r="r" b="b"/>
              <a:pathLst>
                <a:path w="50" h="55" extrusionOk="0">
                  <a:moveTo>
                    <a:pt x="50" y="3"/>
                  </a:moveTo>
                  <a:lnTo>
                    <a:pt x="6" y="55"/>
                  </a:lnTo>
                  <a:lnTo>
                    <a:pt x="0" y="51"/>
                  </a:lnTo>
                  <a:lnTo>
                    <a:pt x="43" y="0"/>
                  </a:lnTo>
                  <a:lnTo>
                    <a:pt x="50" y="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98" name="Google Shape;998;p40"/>
            <p:cNvSpPr/>
            <p:nvPr/>
          </p:nvSpPr>
          <p:spPr>
            <a:xfrm rot="1352051" flipH="1">
              <a:off x="-2056618" y="1541476"/>
              <a:ext cx="52638" cy="51355"/>
            </a:xfrm>
            <a:custGeom>
              <a:avLst/>
              <a:gdLst/>
              <a:ahLst/>
              <a:cxnLst/>
              <a:rect l="l" t="t" r="r" b="b"/>
              <a:pathLst>
                <a:path w="41" h="40" extrusionOk="0">
                  <a:moveTo>
                    <a:pt x="26" y="13"/>
                  </a:moveTo>
                  <a:lnTo>
                    <a:pt x="41" y="40"/>
                  </a:lnTo>
                  <a:lnTo>
                    <a:pt x="16" y="27"/>
                  </a:lnTo>
                  <a:lnTo>
                    <a:pt x="0" y="0"/>
                  </a:lnTo>
                  <a:lnTo>
                    <a:pt x="26" y="13"/>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999" name="Google Shape;999;p40"/>
            <p:cNvSpPr/>
            <p:nvPr/>
          </p:nvSpPr>
          <p:spPr>
            <a:xfrm rot="1352046" flipH="1">
              <a:off x="-2062739" y="1550297"/>
              <a:ext cx="23109" cy="37232"/>
            </a:xfrm>
            <a:custGeom>
              <a:avLst/>
              <a:gdLst/>
              <a:ahLst/>
              <a:cxnLst/>
              <a:rect l="l" t="t" r="r" b="b"/>
              <a:pathLst>
                <a:path w="19" h="31" extrusionOk="0">
                  <a:moveTo>
                    <a:pt x="2" y="2"/>
                  </a:moveTo>
                  <a:cubicBezTo>
                    <a:pt x="19" y="31"/>
                    <a:pt x="19" y="31"/>
                    <a:pt x="19" y="31"/>
                  </a:cubicBezTo>
                  <a:cubicBezTo>
                    <a:pt x="18" y="30"/>
                    <a:pt x="17" y="29"/>
                    <a:pt x="16" y="28"/>
                  </a:cubicBezTo>
                  <a:cubicBezTo>
                    <a:pt x="0" y="0"/>
                    <a:pt x="0" y="0"/>
                    <a:pt x="0" y="0"/>
                  </a:cubicBezTo>
                  <a:cubicBezTo>
                    <a:pt x="1" y="0"/>
                    <a:pt x="2" y="1"/>
                    <a:pt x="2" y="2"/>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00" name="Google Shape;1000;p40"/>
            <p:cNvSpPr/>
            <p:nvPr/>
          </p:nvSpPr>
          <p:spPr>
            <a:xfrm rot="1352050" flipH="1">
              <a:off x="-1387021" y="2151319"/>
              <a:ext cx="26961" cy="41084"/>
            </a:xfrm>
            <a:custGeom>
              <a:avLst/>
              <a:gdLst/>
              <a:ahLst/>
              <a:cxnLst/>
              <a:rect l="l" t="t" r="r" b="b"/>
              <a:pathLst>
                <a:path w="22" h="34" extrusionOk="0">
                  <a:moveTo>
                    <a:pt x="16" y="29"/>
                  </a:moveTo>
                  <a:cubicBezTo>
                    <a:pt x="0" y="0"/>
                    <a:pt x="0" y="0"/>
                    <a:pt x="0" y="0"/>
                  </a:cubicBezTo>
                  <a:cubicBezTo>
                    <a:pt x="1" y="2"/>
                    <a:pt x="3" y="4"/>
                    <a:pt x="5" y="5"/>
                  </a:cubicBezTo>
                  <a:cubicBezTo>
                    <a:pt x="22" y="34"/>
                    <a:pt x="22" y="34"/>
                    <a:pt x="22" y="34"/>
                  </a:cubicBezTo>
                  <a:cubicBezTo>
                    <a:pt x="19" y="33"/>
                    <a:pt x="17" y="31"/>
                    <a:pt x="16" y="29"/>
                  </a:cubicBez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01" name="Google Shape;1001;p40"/>
            <p:cNvSpPr/>
            <p:nvPr/>
          </p:nvSpPr>
          <p:spPr>
            <a:xfrm rot="1352048" flipH="1">
              <a:off x="-1661177" y="1589930"/>
              <a:ext cx="34664" cy="34664"/>
            </a:xfrm>
            <a:custGeom>
              <a:avLst/>
              <a:gdLst/>
              <a:ahLst/>
              <a:cxnLst/>
              <a:rect l="l" t="t" r="r" b="b"/>
              <a:pathLst>
                <a:path w="27" h="27" extrusionOk="0">
                  <a:moveTo>
                    <a:pt x="27" y="3"/>
                  </a:moveTo>
                  <a:lnTo>
                    <a:pt x="6" y="27"/>
                  </a:lnTo>
                  <a:lnTo>
                    <a:pt x="0" y="24"/>
                  </a:lnTo>
                  <a:lnTo>
                    <a:pt x="20" y="0"/>
                  </a:lnTo>
                  <a:lnTo>
                    <a:pt x="27" y="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02" name="Google Shape;1002;p40"/>
            <p:cNvSpPr/>
            <p:nvPr/>
          </p:nvSpPr>
          <p:spPr>
            <a:xfrm rot="1352051" flipH="1">
              <a:off x="-1683406" y="1577808"/>
              <a:ext cx="44935" cy="47503"/>
            </a:xfrm>
            <a:custGeom>
              <a:avLst/>
              <a:gdLst/>
              <a:ahLst/>
              <a:cxnLst/>
              <a:rect l="l" t="t" r="r" b="b"/>
              <a:pathLst>
                <a:path w="35" h="37" extrusionOk="0">
                  <a:moveTo>
                    <a:pt x="35" y="4"/>
                  </a:moveTo>
                  <a:lnTo>
                    <a:pt x="7" y="37"/>
                  </a:lnTo>
                  <a:lnTo>
                    <a:pt x="0" y="34"/>
                  </a:lnTo>
                  <a:lnTo>
                    <a:pt x="28" y="0"/>
                  </a:lnTo>
                  <a:lnTo>
                    <a:pt x="35" y="4"/>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03" name="Google Shape;1003;p40"/>
            <p:cNvSpPr/>
            <p:nvPr/>
          </p:nvSpPr>
          <p:spPr>
            <a:xfrm rot="1352045" flipH="1">
              <a:off x="-1707811" y="1564997"/>
              <a:ext cx="56490" cy="59058"/>
            </a:xfrm>
            <a:custGeom>
              <a:avLst/>
              <a:gdLst/>
              <a:ahLst/>
              <a:cxnLst/>
              <a:rect l="l" t="t" r="r" b="b"/>
              <a:pathLst>
                <a:path w="44" h="46" extrusionOk="0">
                  <a:moveTo>
                    <a:pt x="44" y="3"/>
                  </a:moveTo>
                  <a:lnTo>
                    <a:pt x="7" y="46"/>
                  </a:lnTo>
                  <a:lnTo>
                    <a:pt x="0" y="44"/>
                  </a:lnTo>
                  <a:lnTo>
                    <a:pt x="37" y="0"/>
                  </a:lnTo>
                  <a:lnTo>
                    <a:pt x="44" y="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04" name="Google Shape;1004;p40"/>
            <p:cNvSpPr/>
            <p:nvPr/>
          </p:nvSpPr>
          <p:spPr>
            <a:xfrm rot="1352051" flipH="1">
              <a:off x="-1983764" y="1545654"/>
              <a:ext cx="64193" cy="69330"/>
            </a:xfrm>
            <a:custGeom>
              <a:avLst/>
              <a:gdLst/>
              <a:ahLst/>
              <a:cxnLst/>
              <a:rect l="l" t="t" r="r" b="b"/>
              <a:pathLst>
                <a:path w="53" h="57" extrusionOk="0">
                  <a:moveTo>
                    <a:pt x="37" y="8"/>
                  </a:moveTo>
                  <a:cubicBezTo>
                    <a:pt x="53" y="37"/>
                    <a:pt x="53" y="37"/>
                    <a:pt x="53" y="37"/>
                  </a:cubicBezTo>
                  <a:cubicBezTo>
                    <a:pt x="52" y="35"/>
                    <a:pt x="51" y="33"/>
                    <a:pt x="48" y="32"/>
                  </a:cubicBezTo>
                  <a:cubicBezTo>
                    <a:pt x="41" y="29"/>
                    <a:pt x="29" y="32"/>
                    <a:pt x="22" y="40"/>
                  </a:cubicBezTo>
                  <a:cubicBezTo>
                    <a:pt x="17" y="45"/>
                    <a:pt x="17" y="52"/>
                    <a:pt x="19" y="57"/>
                  </a:cubicBezTo>
                  <a:cubicBezTo>
                    <a:pt x="3" y="28"/>
                    <a:pt x="3" y="28"/>
                    <a:pt x="3" y="28"/>
                  </a:cubicBezTo>
                  <a:cubicBezTo>
                    <a:pt x="0" y="23"/>
                    <a:pt x="1" y="17"/>
                    <a:pt x="6" y="11"/>
                  </a:cubicBezTo>
                  <a:cubicBezTo>
                    <a:pt x="12" y="3"/>
                    <a:pt x="24" y="0"/>
                    <a:pt x="32" y="4"/>
                  </a:cubicBezTo>
                  <a:cubicBezTo>
                    <a:pt x="34" y="5"/>
                    <a:pt x="36" y="6"/>
                    <a:pt x="37" y="8"/>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05" name="Google Shape;1005;p40"/>
            <p:cNvSpPr/>
            <p:nvPr/>
          </p:nvSpPr>
          <p:spPr>
            <a:xfrm rot="1352051" flipH="1">
              <a:off x="-1956716" y="1585196"/>
              <a:ext cx="25677" cy="39800"/>
            </a:xfrm>
            <a:custGeom>
              <a:avLst/>
              <a:gdLst/>
              <a:ahLst/>
              <a:cxnLst/>
              <a:rect l="l" t="t" r="r" b="b"/>
              <a:pathLst>
                <a:path w="21" h="33" extrusionOk="0">
                  <a:moveTo>
                    <a:pt x="21" y="33"/>
                  </a:moveTo>
                  <a:cubicBezTo>
                    <a:pt x="19" y="32"/>
                    <a:pt x="17" y="30"/>
                    <a:pt x="16" y="29"/>
                  </a:cubicBezTo>
                  <a:cubicBezTo>
                    <a:pt x="0" y="0"/>
                    <a:pt x="0" y="0"/>
                    <a:pt x="0" y="0"/>
                  </a:cubicBezTo>
                  <a:cubicBezTo>
                    <a:pt x="1" y="2"/>
                    <a:pt x="2" y="3"/>
                    <a:pt x="5" y="5"/>
                  </a:cubicBezTo>
                  <a:cubicBezTo>
                    <a:pt x="10" y="14"/>
                    <a:pt x="16" y="24"/>
                    <a:pt x="21" y="33"/>
                  </a:cubicBezTo>
                  <a:close/>
                </a:path>
              </a:pathLst>
            </a:custGeom>
            <a:solidFill>
              <a:srgbClr val="3B414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06" name="Google Shape;1006;p40"/>
            <p:cNvSpPr/>
            <p:nvPr/>
          </p:nvSpPr>
          <p:spPr>
            <a:xfrm rot="1352045" flipH="1">
              <a:off x="-1945614" y="1591264"/>
              <a:ext cx="10271" cy="17974"/>
            </a:xfrm>
            <a:custGeom>
              <a:avLst/>
              <a:gdLst/>
              <a:ahLst/>
              <a:cxnLst/>
              <a:rect l="l" t="t" r="r" b="b"/>
              <a:pathLst>
                <a:path w="8" h="14" extrusionOk="0">
                  <a:moveTo>
                    <a:pt x="0" y="0"/>
                  </a:moveTo>
                  <a:cubicBezTo>
                    <a:pt x="0" y="0"/>
                    <a:pt x="0" y="0"/>
                    <a:pt x="0" y="0"/>
                  </a:cubicBezTo>
                  <a:cubicBezTo>
                    <a:pt x="1" y="2"/>
                    <a:pt x="2" y="4"/>
                    <a:pt x="4" y="6"/>
                  </a:cubicBezTo>
                  <a:cubicBezTo>
                    <a:pt x="5" y="9"/>
                    <a:pt x="6" y="11"/>
                    <a:pt x="8" y="14"/>
                  </a:cubicBezTo>
                  <a:cubicBezTo>
                    <a:pt x="5" y="9"/>
                    <a:pt x="2" y="4"/>
                    <a:pt x="0" y="0"/>
                  </a:cubicBezTo>
                  <a:close/>
                </a:path>
              </a:pathLst>
            </a:custGeom>
            <a:solidFill>
              <a:srgbClr val="3B414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07" name="Google Shape;1007;p40"/>
            <p:cNvSpPr/>
            <p:nvPr/>
          </p:nvSpPr>
          <p:spPr>
            <a:xfrm rot="1352047" flipH="1">
              <a:off x="-1985895" y="1547316"/>
              <a:ext cx="25677" cy="55206"/>
            </a:xfrm>
            <a:custGeom>
              <a:avLst/>
              <a:gdLst/>
              <a:ahLst/>
              <a:cxnLst/>
              <a:rect l="l" t="t" r="r" b="b"/>
              <a:pathLst>
                <a:path w="22" h="46" extrusionOk="0">
                  <a:moveTo>
                    <a:pt x="19" y="29"/>
                  </a:moveTo>
                  <a:cubicBezTo>
                    <a:pt x="22" y="34"/>
                    <a:pt x="21" y="40"/>
                    <a:pt x="16" y="46"/>
                  </a:cubicBezTo>
                  <a:cubicBezTo>
                    <a:pt x="11" y="36"/>
                    <a:pt x="5" y="27"/>
                    <a:pt x="0" y="17"/>
                  </a:cubicBezTo>
                  <a:cubicBezTo>
                    <a:pt x="5" y="11"/>
                    <a:pt x="6" y="5"/>
                    <a:pt x="3" y="0"/>
                  </a:cubicBezTo>
                  <a:cubicBezTo>
                    <a:pt x="8" y="9"/>
                    <a:pt x="14" y="20"/>
                    <a:pt x="19" y="29"/>
                  </a:cubicBezTo>
                  <a:close/>
                </a:path>
              </a:pathLst>
            </a:custGeom>
            <a:solidFill>
              <a:srgbClr val="3B414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08" name="Google Shape;1008;p40"/>
            <p:cNvSpPr/>
            <p:nvPr/>
          </p:nvSpPr>
          <p:spPr>
            <a:xfrm rot="1352048" flipH="1">
              <a:off x="-1983657" y="1568304"/>
              <a:ext cx="19257" cy="34664"/>
            </a:xfrm>
            <a:custGeom>
              <a:avLst/>
              <a:gdLst/>
              <a:ahLst/>
              <a:cxnLst/>
              <a:rect l="l" t="t" r="r" b="b"/>
              <a:pathLst>
                <a:path w="16" h="29" extrusionOk="0">
                  <a:moveTo>
                    <a:pt x="0" y="0"/>
                  </a:moveTo>
                  <a:cubicBezTo>
                    <a:pt x="5" y="10"/>
                    <a:pt x="11" y="19"/>
                    <a:pt x="16" y="29"/>
                  </a:cubicBezTo>
                  <a:cubicBezTo>
                    <a:pt x="11" y="19"/>
                    <a:pt x="5" y="10"/>
                    <a:pt x="0" y="0"/>
                  </a:cubicBezTo>
                  <a:close/>
                </a:path>
              </a:pathLst>
            </a:custGeom>
            <a:solidFill>
              <a:srgbClr val="3B414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09" name="Google Shape;1009;p40"/>
            <p:cNvSpPr/>
            <p:nvPr/>
          </p:nvSpPr>
          <p:spPr>
            <a:xfrm rot="1352051" flipH="1">
              <a:off x="-1987589" y="1573915"/>
              <a:ext cx="51354" cy="48787"/>
            </a:xfrm>
            <a:custGeom>
              <a:avLst/>
              <a:gdLst/>
              <a:ahLst/>
              <a:cxnLst/>
              <a:rect l="l" t="t" r="r" b="b"/>
              <a:pathLst>
                <a:path w="42" h="40" extrusionOk="0">
                  <a:moveTo>
                    <a:pt x="16" y="36"/>
                  </a:moveTo>
                  <a:cubicBezTo>
                    <a:pt x="16" y="35"/>
                    <a:pt x="16" y="35"/>
                    <a:pt x="16" y="35"/>
                  </a:cubicBezTo>
                  <a:cubicBezTo>
                    <a:pt x="15" y="35"/>
                    <a:pt x="15" y="34"/>
                    <a:pt x="15" y="34"/>
                  </a:cubicBezTo>
                  <a:cubicBezTo>
                    <a:pt x="14" y="32"/>
                    <a:pt x="12" y="29"/>
                    <a:pt x="11" y="27"/>
                  </a:cubicBezTo>
                  <a:cubicBezTo>
                    <a:pt x="7" y="21"/>
                    <a:pt x="4" y="14"/>
                    <a:pt x="0" y="8"/>
                  </a:cubicBezTo>
                  <a:cubicBezTo>
                    <a:pt x="7" y="11"/>
                    <a:pt x="19" y="8"/>
                    <a:pt x="26" y="0"/>
                  </a:cubicBezTo>
                  <a:cubicBezTo>
                    <a:pt x="31" y="10"/>
                    <a:pt x="37" y="19"/>
                    <a:pt x="42" y="29"/>
                  </a:cubicBezTo>
                  <a:cubicBezTo>
                    <a:pt x="42" y="29"/>
                    <a:pt x="42" y="29"/>
                    <a:pt x="42" y="29"/>
                  </a:cubicBezTo>
                  <a:cubicBezTo>
                    <a:pt x="36" y="37"/>
                    <a:pt x="24" y="40"/>
                    <a:pt x="16" y="36"/>
                  </a:cubicBezTo>
                  <a:close/>
                </a:path>
              </a:pathLst>
            </a:custGeom>
            <a:solidFill>
              <a:srgbClr val="3B414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0" name="Google Shape;1010;p40"/>
            <p:cNvSpPr/>
            <p:nvPr/>
          </p:nvSpPr>
          <p:spPr>
            <a:xfrm rot="1352047" flipH="1">
              <a:off x="-2011068" y="1560290"/>
              <a:ext cx="26961" cy="43652"/>
            </a:xfrm>
            <a:custGeom>
              <a:avLst/>
              <a:gdLst/>
              <a:ahLst/>
              <a:cxnLst/>
              <a:rect l="l" t="t" r="r" b="b"/>
              <a:pathLst>
                <a:path w="21" h="34" extrusionOk="0">
                  <a:moveTo>
                    <a:pt x="5" y="0"/>
                  </a:moveTo>
                  <a:lnTo>
                    <a:pt x="21" y="26"/>
                  </a:lnTo>
                  <a:lnTo>
                    <a:pt x="15" y="34"/>
                  </a:lnTo>
                  <a:lnTo>
                    <a:pt x="0" y="6"/>
                  </a:lnTo>
                  <a:lnTo>
                    <a:pt x="5" y="0"/>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1" name="Google Shape;1011;p40"/>
            <p:cNvSpPr/>
            <p:nvPr/>
          </p:nvSpPr>
          <p:spPr>
            <a:xfrm rot="1352046" flipH="1">
              <a:off x="-2023431" y="1548845"/>
              <a:ext cx="37232" cy="41084"/>
            </a:xfrm>
            <a:custGeom>
              <a:avLst/>
              <a:gdLst/>
              <a:ahLst/>
              <a:cxnLst/>
              <a:rect l="l" t="t" r="r" b="b"/>
              <a:pathLst>
                <a:path w="30" h="34" extrusionOk="0">
                  <a:moveTo>
                    <a:pt x="13" y="2"/>
                  </a:moveTo>
                  <a:cubicBezTo>
                    <a:pt x="30" y="31"/>
                    <a:pt x="30" y="31"/>
                    <a:pt x="30" y="31"/>
                  </a:cubicBezTo>
                  <a:cubicBezTo>
                    <a:pt x="26" y="29"/>
                    <a:pt x="20" y="31"/>
                    <a:pt x="17" y="34"/>
                  </a:cubicBezTo>
                  <a:cubicBezTo>
                    <a:pt x="0" y="6"/>
                    <a:pt x="0" y="6"/>
                    <a:pt x="0" y="6"/>
                  </a:cubicBezTo>
                  <a:cubicBezTo>
                    <a:pt x="3" y="2"/>
                    <a:pt x="9" y="0"/>
                    <a:pt x="13" y="2"/>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2" name="Google Shape;1012;p40"/>
            <p:cNvSpPr/>
            <p:nvPr/>
          </p:nvSpPr>
          <p:spPr>
            <a:xfrm rot="1352051" flipH="1">
              <a:off x="-2046545" y="1574793"/>
              <a:ext cx="52638" cy="50071"/>
            </a:xfrm>
            <a:custGeom>
              <a:avLst/>
              <a:gdLst/>
              <a:ahLst/>
              <a:cxnLst/>
              <a:rect l="l" t="t" r="r" b="b"/>
              <a:pathLst>
                <a:path w="41" h="39" extrusionOk="0">
                  <a:moveTo>
                    <a:pt x="26" y="12"/>
                  </a:moveTo>
                  <a:lnTo>
                    <a:pt x="41" y="39"/>
                  </a:lnTo>
                  <a:lnTo>
                    <a:pt x="15" y="26"/>
                  </a:lnTo>
                  <a:lnTo>
                    <a:pt x="0" y="0"/>
                  </a:lnTo>
                  <a:lnTo>
                    <a:pt x="26" y="12"/>
                  </a:ln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3" name="Google Shape;1013;p40"/>
            <p:cNvSpPr/>
            <p:nvPr/>
          </p:nvSpPr>
          <p:spPr>
            <a:xfrm rot="1352046" flipH="1">
              <a:off x="-2007004" y="1569570"/>
              <a:ext cx="23109" cy="44935"/>
            </a:xfrm>
            <a:custGeom>
              <a:avLst/>
              <a:gdLst/>
              <a:ahLst/>
              <a:cxnLst/>
              <a:rect l="l" t="t" r="r" b="b"/>
              <a:pathLst>
                <a:path w="19" h="37" extrusionOk="0">
                  <a:moveTo>
                    <a:pt x="18" y="37"/>
                  </a:moveTo>
                  <a:cubicBezTo>
                    <a:pt x="2" y="8"/>
                    <a:pt x="2" y="8"/>
                    <a:pt x="2" y="8"/>
                  </a:cubicBezTo>
                  <a:cubicBezTo>
                    <a:pt x="0" y="6"/>
                    <a:pt x="1" y="3"/>
                    <a:pt x="3" y="0"/>
                  </a:cubicBezTo>
                  <a:cubicBezTo>
                    <a:pt x="19" y="29"/>
                    <a:pt x="19" y="29"/>
                    <a:pt x="19" y="29"/>
                  </a:cubicBezTo>
                  <a:cubicBezTo>
                    <a:pt x="17" y="32"/>
                    <a:pt x="17" y="35"/>
                    <a:pt x="18" y="37"/>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4" name="Google Shape;1014;p40"/>
            <p:cNvSpPr/>
            <p:nvPr/>
          </p:nvSpPr>
          <p:spPr>
            <a:xfrm rot="1352048" flipH="1">
              <a:off x="-2010600" y="1578613"/>
              <a:ext cx="21825" cy="37232"/>
            </a:xfrm>
            <a:custGeom>
              <a:avLst/>
              <a:gdLst/>
              <a:ahLst/>
              <a:cxnLst/>
              <a:rect l="l" t="t" r="r" b="b"/>
              <a:pathLst>
                <a:path w="18" h="31" extrusionOk="0">
                  <a:moveTo>
                    <a:pt x="16" y="29"/>
                  </a:moveTo>
                  <a:cubicBezTo>
                    <a:pt x="0" y="0"/>
                    <a:pt x="0" y="0"/>
                    <a:pt x="0" y="0"/>
                  </a:cubicBezTo>
                  <a:cubicBezTo>
                    <a:pt x="0" y="1"/>
                    <a:pt x="1" y="2"/>
                    <a:pt x="2" y="3"/>
                  </a:cubicBezTo>
                  <a:cubicBezTo>
                    <a:pt x="18" y="31"/>
                    <a:pt x="18" y="31"/>
                    <a:pt x="18" y="31"/>
                  </a:cubicBezTo>
                  <a:cubicBezTo>
                    <a:pt x="17" y="31"/>
                    <a:pt x="16" y="30"/>
                    <a:pt x="16" y="29"/>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5" name="Google Shape;1015;p40"/>
            <p:cNvSpPr/>
            <p:nvPr/>
          </p:nvSpPr>
          <p:spPr>
            <a:xfrm rot="1352046" flipH="1">
              <a:off x="-2064030" y="1576214"/>
              <a:ext cx="35948" cy="41084"/>
            </a:xfrm>
            <a:custGeom>
              <a:avLst/>
              <a:gdLst/>
              <a:ahLst/>
              <a:cxnLst/>
              <a:rect l="l" t="t" r="r" b="b"/>
              <a:pathLst>
                <a:path w="29" h="34" extrusionOk="0">
                  <a:moveTo>
                    <a:pt x="16" y="32"/>
                  </a:moveTo>
                  <a:cubicBezTo>
                    <a:pt x="15" y="31"/>
                    <a:pt x="15" y="30"/>
                    <a:pt x="14" y="29"/>
                  </a:cubicBezTo>
                  <a:cubicBezTo>
                    <a:pt x="13" y="28"/>
                    <a:pt x="13" y="26"/>
                    <a:pt x="12" y="25"/>
                  </a:cubicBezTo>
                  <a:cubicBezTo>
                    <a:pt x="11" y="23"/>
                    <a:pt x="10" y="21"/>
                    <a:pt x="9" y="20"/>
                  </a:cubicBezTo>
                  <a:cubicBezTo>
                    <a:pt x="6" y="14"/>
                    <a:pt x="3" y="9"/>
                    <a:pt x="0" y="3"/>
                  </a:cubicBezTo>
                  <a:cubicBezTo>
                    <a:pt x="3" y="5"/>
                    <a:pt x="9" y="4"/>
                    <a:pt x="12" y="0"/>
                  </a:cubicBezTo>
                  <a:cubicBezTo>
                    <a:pt x="29" y="28"/>
                    <a:pt x="29" y="28"/>
                    <a:pt x="29" y="28"/>
                  </a:cubicBezTo>
                  <a:cubicBezTo>
                    <a:pt x="26" y="32"/>
                    <a:pt x="20" y="34"/>
                    <a:pt x="16" y="32"/>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6" name="Google Shape;1016;p40"/>
            <p:cNvSpPr/>
            <p:nvPr/>
          </p:nvSpPr>
          <p:spPr>
            <a:xfrm rot="1352047" flipH="1">
              <a:off x="-2156957" y="1480819"/>
              <a:ext cx="278597" cy="172040"/>
            </a:xfrm>
            <a:custGeom>
              <a:avLst/>
              <a:gdLst/>
              <a:ahLst/>
              <a:cxnLst/>
              <a:rect l="l" t="t" r="r" b="b"/>
              <a:pathLst>
                <a:path w="229" h="142" extrusionOk="0">
                  <a:moveTo>
                    <a:pt x="17" y="0"/>
                  </a:moveTo>
                  <a:cubicBezTo>
                    <a:pt x="229" y="105"/>
                    <a:pt x="229" y="105"/>
                    <a:pt x="229" y="105"/>
                  </a:cubicBezTo>
                  <a:cubicBezTo>
                    <a:pt x="228" y="105"/>
                    <a:pt x="203" y="98"/>
                    <a:pt x="185" y="120"/>
                  </a:cubicBezTo>
                  <a:cubicBezTo>
                    <a:pt x="166" y="142"/>
                    <a:pt x="145" y="137"/>
                    <a:pt x="129" y="129"/>
                  </a:cubicBezTo>
                  <a:cubicBezTo>
                    <a:pt x="112" y="121"/>
                    <a:pt x="81" y="105"/>
                    <a:pt x="80" y="104"/>
                  </a:cubicBezTo>
                  <a:cubicBezTo>
                    <a:pt x="78" y="104"/>
                    <a:pt x="47" y="88"/>
                    <a:pt x="31" y="80"/>
                  </a:cubicBezTo>
                  <a:cubicBezTo>
                    <a:pt x="15" y="72"/>
                    <a:pt x="0" y="60"/>
                    <a:pt x="18" y="38"/>
                  </a:cubicBezTo>
                  <a:cubicBezTo>
                    <a:pt x="37" y="15"/>
                    <a:pt x="18" y="1"/>
                    <a:pt x="17" y="0"/>
                  </a:cubicBezTo>
                  <a:close/>
                  <a:moveTo>
                    <a:pt x="124" y="86"/>
                  </a:moveTo>
                  <a:cubicBezTo>
                    <a:pt x="131" y="78"/>
                    <a:pt x="131" y="78"/>
                    <a:pt x="131" y="78"/>
                  </a:cubicBezTo>
                  <a:cubicBezTo>
                    <a:pt x="134" y="75"/>
                    <a:pt x="134" y="70"/>
                    <a:pt x="130" y="68"/>
                  </a:cubicBezTo>
                  <a:cubicBezTo>
                    <a:pt x="102" y="54"/>
                    <a:pt x="102" y="54"/>
                    <a:pt x="102" y="54"/>
                  </a:cubicBezTo>
                  <a:cubicBezTo>
                    <a:pt x="98" y="52"/>
                    <a:pt x="92" y="54"/>
                    <a:pt x="89" y="58"/>
                  </a:cubicBezTo>
                  <a:cubicBezTo>
                    <a:pt x="83" y="65"/>
                    <a:pt x="83" y="65"/>
                    <a:pt x="83" y="65"/>
                  </a:cubicBezTo>
                  <a:cubicBezTo>
                    <a:pt x="80" y="69"/>
                    <a:pt x="80" y="74"/>
                    <a:pt x="84" y="76"/>
                  </a:cubicBezTo>
                  <a:cubicBezTo>
                    <a:pt x="112" y="89"/>
                    <a:pt x="112" y="89"/>
                    <a:pt x="112" y="89"/>
                  </a:cubicBezTo>
                  <a:cubicBezTo>
                    <a:pt x="115" y="91"/>
                    <a:pt x="121" y="90"/>
                    <a:pt x="124" y="86"/>
                  </a:cubicBezTo>
                  <a:moveTo>
                    <a:pt x="41" y="65"/>
                  </a:moveTo>
                  <a:cubicBezTo>
                    <a:pt x="48" y="68"/>
                    <a:pt x="60" y="65"/>
                    <a:pt x="67" y="57"/>
                  </a:cubicBezTo>
                  <a:cubicBezTo>
                    <a:pt x="74" y="49"/>
                    <a:pt x="73" y="40"/>
                    <a:pt x="65" y="36"/>
                  </a:cubicBezTo>
                  <a:cubicBezTo>
                    <a:pt x="57" y="32"/>
                    <a:pt x="45" y="35"/>
                    <a:pt x="39" y="43"/>
                  </a:cubicBezTo>
                  <a:cubicBezTo>
                    <a:pt x="32" y="51"/>
                    <a:pt x="33" y="61"/>
                    <a:pt x="41" y="65"/>
                  </a:cubicBezTo>
                  <a:moveTo>
                    <a:pt x="144" y="111"/>
                  </a:moveTo>
                  <a:cubicBezTo>
                    <a:pt x="151" y="114"/>
                    <a:pt x="161" y="112"/>
                    <a:pt x="167" y="105"/>
                  </a:cubicBezTo>
                  <a:cubicBezTo>
                    <a:pt x="173" y="98"/>
                    <a:pt x="172" y="90"/>
                    <a:pt x="165" y="86"/>
                  </a:cubicBezTo>
                  <a:cubicBezTo>
                    <a:pt x="158" y="83"/>
                    <a:pt x="148" y="86"/>
                    <a:pt x="142" y="92"/>
                  </a:cubicBezTo>
                  <a:cubicBezTo>
                    <a:pt x="136" y="99"/>
                    <a:pt x="137" y="108"/>
                    <a:pt x="144" y="111"/>
                  </a:cubicBez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7" name="Google Shape;1017;p40"/>
            <p:cNvSpPr/>
            <p:nvPr/>
          </p:nvSpPr>
          <p:spPr>
            <a:xfrm rot="1352049" flipH="1">
              <a:off x="-1964074" y="1549833"/>
              <a:ext cx="50070" cy="43652"/>
            </a:xfrm>
            <a:custGeom>
              <a:avLst/>
              <a:gdLst/>
              <a:ahLst/>
              <a:cxnLst/>
              <a:rect l="l" t="t" r="r" b="b"/>
              <a:pathLst>
                <a:path w="42" h="36" extrusionOk="0">
                  <a:moveTo>
                    <a:pt x="33" y="4"/>
                  </a:moveTo>
                  <a:cubicBezTo>
                    <a:pt x="41" y="8"/>
                    <a:pt x="42" y="17"/>
                    <a:pt x="35" y="25"/>
                  </a:cubicBezTo>
                  <a:cubicBezTo>
                    <a:pt x="28" y="33"/>
                    <a:pt x="16" y="36"/>
                    <a:pt x="9" y="33"/>
                  </a:cubicBezTo>
                  <a:cubicBezTo>
                    <a:pt x="1" y="29"/>
                    <a:pt x="0" y="19"/>
                    <a:pt x="7" y="11"/>
                  </a:cubicBezTo>
                  <a:cubicBezTo>
                    <a:pt x="13" y="3"/>
                    <a:pt x="25" y="0"/>
                    <a:pt x="33" y="4"/>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8" name="Google Shape;1018;p40"/>
            <p:cNvSpPr/>
            <p:nvPr/>
          </p:nvSpPr>
          <p:spPr>
            <a:xfrm rot="1352051" flipH="1">
              <a:off x="-2042341" y="1547124"/>
              <a:ext cx="65476" cy="47503"/>
            </a:xfrm>
            <a:custGeom>
              <a:avLst/>
              <a:gdLst/>
              <a:ahLst/>
              <a:cxnLst/>
              <a:rect l="l" t="t" r="r" b="b"/>
              <a:pathLst>
                <a:path w="54" h="39" extrusionOk="0">
                  <a:moveTo>
                    <a:pt x="50" y="16"/>
                  </a:moveTo>
                  <a:cubicBezTo>
                    <a:pt x="54" y="18"/>
                    <a:pt x="54" y="23"/>
                    <a:pt x="51" y="26"/>
                  </a:cubicBezTo>
                  <a:cubicBezTo>
                    <a:pt x="44" y="34"/>
                    <a:pt x="44" y="34"/>
                    <a:pt x="44" y="34"/>
                  </a:cubicBezTo>
                  <a:cubicBezTo>
                    <a:pt x="41" y="38"/>
                    <a:pt x="35" y="39"/>
                    <a:pt x="32" y="37"/>
                  </a:cubicBezTo>
                  <a:cubicBezTo>
                    <a:pt x="4" y="24"/>
                    <a:pt x="4" y="24"/>
                    <a:pt x="4" y="24"/>
                  </a:cubicBezTo>
                  <a:cubicBezTo>
                    <a:pt x="0" y="22"/>
                    <a:pt x="0" y="17"/>
                    <a:pt x="3" y="13"/>
                  </a:cubicBezTo>
                  <a:cubicBezTo>
                    <a:pt x="9" y="6"/>
                    <a:pt x="9" y="6"/>
                    <a:pt x="9" y="6"/>
                  </a:cubicBezTo>
                  <a:cubicBezTo>
                    <a:pt x="12" y="2"/>
                    <a:pt x="18" y="0"/>
                    <a:pt x="22" y="2"/>
                  </a:cubicBezTo>
                  <a:lnTo>
                    <a:pt x="50" y="16"/>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19" name="Google Shape;1019;p40"/>
            <p:cNvSpPr/>
            <p:nvPr/>
          </p:nvSpPr>
          <p:spPr>
            <a:xfrm rot="1352044" flipH="1">
              <a:off x="-2097980" y="1559716"/>
              <a:ext cx="44935" cy="38516"/>
            </a:xfrm>
            <a:custGeom>
              <a:avLst/>
              <a:gdLst/>
              <a:ahLst/>
              <a:cxnLst/>
              <a:rect l="l" t="t" r="r" b="b"/>
              <a:pathLst>
                <a:path w="37" h="31" extrusionOk="0">
                  <a:moveTo>
                    <a:pt x="29" y="3"/>
                  </a:moveTo>
                  <a:cubicBezTo>
                    <a:pt x="36" y="7"/>
                    <a:pt x="37" y="15"/>
                    <a:pt x="31" y="22"/>
                  </a:cubicBezTo>
                  <a:cubicBezTo>
                    <a:pt x="25" y="29"/>
                    <a:pt x="15" y="31"/>
                    <a:pt x="8" y="28"/>
                  </a:cubicBezTo>
                  <a:cubicBezTo>
                    <a:pt x="1" y="25"/>
                    <a:pt x="0" y="16"/>
                    <a:pt x="6" y="9"/>
                  </a:cubicBezTo>
                  <a:cubicBezTo>
                    <a:pt x="12" y="3"/>
                    <a:pt x="22" y="0"/>
                    <a:pt x="29" y="3"/>
                  </a:cubicBezTo>
                  <a:close/>
                  <a:moveTo>
                    <a:pt x="19" y="21"/>
                  </a:moveTo>
                  <a:cubicBezTo>
                    <a:pt x="22" y="23"/>
                    <a:pt x="28" y="22"/>
                    <a:pt x="31" y="18"/>
                  </a:cubicBezTo>
                  <a:cubicBezTo>
                    <a:pt x="34" y="14"/>
                    <a:pt x="33" y="10"/>
                    <a:pt x="30" y="8"/>
                  </a:cubicBezTo>
                  <a:cubicBezTo>
                    <a:pt x="26" y="6"/>
                    <a:pt x="21" y="8"/>
                    <a:pt x="18" y="12"/>
                  </a:cubicBezTo>
                  <a:cubicBezTo>
                    <a:pt x="15" y="15"/>
                    <a:pt x="15" y="20"/>
                    <a:pt x="19" y="21"/>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20" name="Google Shape;1020;p40"/>
            <p:cNvSpPr/>
            <p:nvPr/>
          </p:nvSpPr>
          <p:spPr>
            <a:xfrm rot="1352045" flipH="1">
              <a:off x="-2378622" y="1510967"/>
              <a:ext cx="28245" cy="44935"/>
            </a:xfrm>
            <a:custGeom>
              <a:avLst/>
              <a:gdLst/>
              <a:ahLst/>
              <a:cxnLst/>
              <a:rect l="l" t="t" r="r" b="b"/>
              <a:pathLst>
                <a:path w="22" h="35" extrusionOk="0">
                  <a:moveTo>
                    <a:pt x="7" y="0"/>
                  </a:moveTo>
                  <a:lnTo>
                    <a:pt x="22" y="28"/>
                  </a:lnTo>
                  <a:lnTo>
                    <a:pt x="15" y="35"/>
                  </a:lnTo>
                  <a:lnTo>
                    <a:pt x="0" y="8"/>
                  </a:lnTo>
                  <a:lnTo>
                    <a:pt x="7" y="0"/>
                  </a:ln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21" name="Google Shape;1021;p40"/>
            <p:cNvSpPr/>
            <p:nvPr/>
          </p:nvSpPr>
          <p:spPr>
            <a:xfrm rot="1352047" flipH="1">
              <a:off x="-2384703" y="1507965"/>
              <a:ext cx="26961" cy="39800"/>
            </a:xfrm>
            <a:custGeom>
              <a:avLst/>
              <a:gdLst/>
              <a:ahLst/>
              <a:cxnLst/>
              <a:rect l="l" t="t" r="r" b="b"/>
              <a:pathLst>
                <a:path w="21" h="31" extrusionOk="0">
                  <a:moveTo>
                    <a:pt x="5" y="4"/>
                  </a:moveTo>
                  <a:lnTo>
                    <a:pt x="21" y="31"/>
                  </a:lnTo>
                  <a:lnTo>
                    <a:pt x="15" y="28"/>
                  </a:lnTo>
                  <a:lnTo>
                    <a:pt x="0" y="0"/>
                  </a:lnTo>
                  <a:lnTo>
                    <a:pt x="5" y="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22" name="Google Shape;1022;p40"/>
            <p:cNvSpPr/>
            <p:nvPr/>
          </p:nvSpPr>
          <p:spPr>
            <a:xfrm rot="1352051" flipH="1">
              <a:off x="-2419374" y="1493876"/>
              <a:ext cx="51354" cy="59058"/>
            </a:xfrm>
            <a:custGeom>
              <a:avLst/>
              <a:gdLst/>
              <a:ahLst/>
              <a:cxnLst/>
              <a:rect l="l" t="t" r="r" b="b"/>
              <a:pathLst>
                <a:path w="42" h="49" extrusionOk="0">
                  <a:moveTo>
                    <a:pt x="42" y="49"/>
                  </a:moveTo>
                  <a:cubicBezTo>
                    <a:pt x="36" y="40"/>
                    <a:pt x="27" y="33"/>
                    <a:pt x="16" y="28"/>
                  </a:cubicBezTo>
                  <a:cubicBezTo>
                    <a:pt x="0" y="0"/>
                    <a:pt x="0" y="0"/>
                    <a:pt x="0" y="0"/>
                  </a:cubicBezTo>
                  <a:cubicBezTo>
                    <a:pt x="10" y="5"/>
                    <a:pt x="19" y="12"/>
                    <a:pt x="26" y="20"/>
                  </a:cubicBezTo>
                  <a:cubicBezTo>
                    <a:pt x="31" y="30"/>
                    <a:pt x="37" y="39"/>
                    <a:pt x="42" y="49"/>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23" name="Google Shape;1023;p40"/>
            <p:cNvSpPr/>
            <p:nvPr/>
          </p:nvSpPr>
          <p:spPr>
            <a:xfrm rot="1352051" flipH="1">
              <a:off x="-2408230" y="1515340"/>
              <a:ext cx="51354" cy="62910"/>
            </a:xfrm>
            <a:custGeom>
              <a:avLst/>
              <a:gdLst/>
              <a:ahLst/>
              <a:cxnLst/>
              <a:rect l="l" t="t" r="r" b="b"/>
              <a:pathLst>
                <a:path w="42" h="52" extrusionOk="0">
                  <a:moveTo>
                    <a:pt x="25" y="24"/>
                  </a:moveTo>
                  <a:cubicBezTo>
                    <a:pt x="42" y="52"/>
                    <a:pt x="42" y="52"/>
                    <a:pt x="42" y="52"/>
                  </a:cubicBezTo>
                  <a:cubicBezTo>
                    <a:pt x="36" y="43"/>
                    <a:pt x="28" y="35"/>
                    <a:pt x="16" y="29"/>
                  </a:cubicBezTo>
                  <a:cubicBezTo>
                    <a:pt x="0" y="0"/>
                    <a:pt x="0" y="0"/>
                    <a:pt x="0" y="0"/>
                  </a:cubicBezTo>
                  <a:cubicBezTo>
                    <a:pt x="11" y="6"/>
                    <a:pt x="20" y="14"/>
                    <a:pt x="25" y="24"/>
                  </a:cubicBez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24" name="Google Shape;1024;p40"/>
            <p:cNvSpPr/>
            <p:nvPr/>
          </p:nvSpPr>
          <p:spPr>
            <a:xfrm rot="1352048" flipH="1">
              <a:off x="-1532176" y="1846107"/>
              <a:ext cx="245217" cy="282453"/>
            </a:xfrm>
            <a:custGeom>
              <a:avLst/>
              <a:gdLst/>
              <a:ahLst/>
              <a:cxnLst/>
              <a:rect l="l" t="t" r="r" b="b"/>
              <a:pathLst>
                <a:path w="202" h="233" extrusionOk="0">
                  <a:moveTo>
                    <a:pt x="202" y="5"/>
                  </a:moveTo>
                  <a:cubicBezTo>
                    <a:pt x="9" y="233"/>
                    <a:pt x="9" y="233"/>
                    <a:pt x="9" y="233"/>
                  </a:cubicBezTo>
                  <a:cubicBezTo>
                    <a:pt x="0" y="229"/>
                    <a:pt x="0" y="218"/>
                    <a:pt x="7" y="209"/>
                  </a:cubicBezTo>
                  <a:cubicBezTo>
                    <a:pt x="172" y="13"/>
                    <a:pt x="172" y="13"/>
                    <a:pt x="172" y="13"/>
                  </a:cubicBezTo>
                  <a:cubicBezTo>
                    <a:pt x="180" y="4"/>
                    <a:pt x="193" y="0"/>
                    <a:pt x="202" y="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25" name="Google Shape;1025;p40"/>
            <p:cNvSpPr/>
            <p:nvPr/>
          </p:nvSpPr>
          <p:spPr>
            <a:xfrm rot="1352045" flipH="1">
              <a:off x="-2336619" y="1639438"/>
              <a:ext cx="30813" cy="28245"/>
            </a:xfrm>
            <a:custGeom>
              <a:avLst/>
              <a:gdLst/>
              <a:ahLst/>
              <a:cxnLst/>
              <a:rect l="l" t="t" r="r" b="b"/>
              <a:pathLst>
                <a:path w="24" h="22" extrusionOk="0">
                  <a:moveTo>
                    <a:pt x="24" y="3"/>
                  </a:moveTo>
                  <a:lnTo>
                    <a:pt x="8" y="22"/>
                  </a:lnTo>
                  <a:lnTo>
                    <a:pt x="3" y="20"/>
                  </a:lnTo>
                  <a:lnTo>
                    <a:pt x="0" y="19"/>
                  </a:lnTo>
                  <a:lnTo>
                    <a:pt x="17" y="0"/>
                  </a:lnTo>
                  <a:lnTo>
                    <a:pt x="19" y="1"/>
                  </a:lnTo>
                  <a:lnTo>
                    <a:pt x="24" y="3"/>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026" name="Google Shape;1026;p40"/>
            <p:cNvPicPr preferRelativeResize="0"/>
            <p:nvPr/>
          </p:nvPicPr>
          <p:blipFill rotWithShape="1">
            <a:blip r:embed="rId3">
              <a:alphaModFix/>
            </a:blip>
            <a:srcRect/>
            <a:stretch/>
          </p:blipFill>
          <p:spPr>
            <a:xfrm rot="1352048" flipH="1">
              <a:off x="-2418550" y="1584158"/>
              <a:ext cx="29528" cy="57774"/>
            </a:xfrm>
            <a:prstGeom prst="rect">
              <a:avLst/>
            </a:prstGeom>
            <a:noFill/>
            <a:ln>
              <a:noFill/>
            </a:ln>
          </p:spPr>
        </p:pic>
        <p:sp>
          <p:nvSpPr>
            <p:cNvPr id="1027" name="Google Shape;1027;p40"/>
            <p:cNvSpPr/>
            <p:nvPr/>
          </p:nvSpPr>
          <p:spPr>
            <a:xfrm rot="1352045" flipH="1">
              <a:off x="-2304528" y="1616232"/>
              <a:ext cx="95006" cy="66762"/>
            </a:xfrm>
            <a:custGeom>
              <a:avLst/>
              <a:gdLst/>
              <a:ahLst/>
              <a:cxnLst/>
              <a:rect l="l" t="t" r="r" b="b"/>
              <a:pathLst>
                <a:path w="74" h="52" extrusionOk="0">
                  <a:moveTo>
                    <a:pt x="23" y="0"/>
                  </a:moveTo>
                  <a:lnTo>
                    <a:pt x="0" y="26"/>
                  </a:lnTo>
                  <a:lnTo>
                    <a:pt x="51" y="52"/>
                  </a:lnTo>
                  <a:lnTo>
                    <a:pt x="74" y="25"/>
                  </a:lnTo>
                  <a:lnTo>
                    <a:pt x="23"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28" name="Google Shape;1028;p40"/>
            <p:cNvSpPr/>
            <p:nvPr/>
          </p:nvSpPr>
          <p:spPr>
            <a:xfrm rot="1352050" flipH="1">
              <a:off x="-2431709" y="1508134"/>
              <a:ext cx="26961" cy="44935"/>
            </a:xfrm>
            <a:custGeom>
              <a:avLst/>
              <a:gdLst/>
              <a:ahLst/>
              <a:cxnLst/>
              <a:rect l="l" t="t" r="r" b="b"/>
              <a:pathLst>
                <a:path w="22" h="37" extrusionOk="0">
                  <a:moveTo>
                    <a:pt x="16" y="29"/>
                  </a:moveTo>
                  <a:cubicBezTo>
                    <a:pt x="16" y="28"/>
                    <a:pt x="15" y="27"/>
                    <a:pt x="15" y="27"/>
                  </a:cubicBezTo>
                  <a:cubicBezTo>
                    <a:pt x="14" y="25"/>
                    <a:pt x="13" y="23"/>
                    <a:pt x="12" y="21"/>
                  </a:cubicBezTo>
                  <a:cubicBezTo>
                    <a:pt x="10" y="18"/>
                    <a:pt x="9" y="16"/>
                    <a:pt x="7" y="13"/>
                  </a:cubicBezTo>
                  <a:cubicBezTo>
                    <a:pt x="5" y="9"/>
                    <a:pt x="2" y="4"/>
                    <a:pt x="0" y="0"/>
                  </a:cubicBezTo>
                  <a:cubicBezTo>
                    <a:pt x="2" y="3"/>
                    <a:pt x="4" y="6"/>
                    <a:pt x="5" y="9"/>
                  </a:cubicBezTo>
                  <a:cubicBezTo>
                    <a:pt x="22" y="37"/>
                    <a:pt x="22" y="37"/>
                    <a:pt x="22" y="37"/>
                  </a:cubicBezTo>
                  <a:cubicBezTo>
                    <a:pt x="20" y="34"/>
                    <a:pt x="18" y="31"/>
                    <a:pt x="16" y="29"/>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29" name="Google Shape;1029;p40"/>
            <p:cNvSpPr/>
            <p:nvPr/>
          </p:nvSpPr>
          <p:spPr>
            <a:xfrm rot="1352050" flipH="1">
              <a:off x="-2423453" y="1504102"/>
              <a:ext cx="53922" cy="65477"/>
            </a:xfrm>
            <a:custGeom>
              <a:avLst/>
              <a:gdLst/>
              <a:ahLst/>
              <a:cxnLst/>
              <a:rect l="l" t="t" r="r" b="b"/>
              <a:pathLst>
                <a:path w="44" h="54" extrusionOk="0">
                  <a:moveTo>
                    <a:pt x="16" y="28"/>
                  </a:moveTo>
                  <a:cubicBezTo>
                    <a:pt x="16" y="28"/>
                    <a:pt x="16" y="27"/>
                    <a:pt x="15" y="26"/>
                  </a:cubicBezTo>
                  <a:cubicBezTo>
                    <a:pt x="8" y="14"/>
                    <a:pt x="2" y="3"/>
                    <a:pt x="0" y="0"/>
                  </a:cubicBezTo>
                  <a:cubicBezTo>
                    <a:pt x="12" y="6"/>
                    <a:pt x="22" y="15"/>
                    <a:pt x="28" y="25"/>
                  </a:cubicBezTo>
                  <a:cubicBezTo>
                    <a:pt x="44" y="54"/>
                    <a:pt x="44" y="54"/>
                    <a:pt x="44" y="54"/>
                  </a:cubicBezTo>
                  <a:cubicBezTo>
                    <a:pt x="38" y="43"/>
                    <a:pt x="29" y="34"/>
                    <a:pt x="16"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0" name="Google Shape;1030;p40"/>
            <p:cNvSpPr/>
            <p:nvPr/>
          </p:nvSpPr>
          <p:spPr>
            <a:xfrm rot="1352048" flipH="1">
              <a:off x="-2434170" y="1517921"/>
              <a:ext cx="20542" cy="35949"/>
            </a:xfrm>
            <a:custGeom>
              <a:avLst/>
              <a:gdLst/>
              <a:ahLst/>
              <a:cxnLst/>
              <a:rect l="l" t="t" r="r" b="b"/>
              <a:pathLst>
                <a:path w="18" h="30" extrusionOk="0">
                  <a:moveTo>
                    <a:pt x="17" y="28"/>
                  </a:moveTo>
                  <a:cubicBezTo>
                    <a:pt x="17" y="29"/>
                    <a:pt x="18" y="30"/>
                    <a:pt x="18" y="30"/>
                  </a:cubicBezTo>
                  <a:cubicBezTo>
                    <a:pt x="13" y="21"/>
                    <a:pt x="7" y="11"/>
                    <a:pt x="2" y="2"/>
                  </a:cubicBezTo>
                  <a:cubicBezTo>
                    <a:pt x="1" y="1"/>
                    <a:pt x="1" y="0"/>
                    <a:pt x="0" y="0"/>
                  </a:cubicBezTo>
                  <a:cubicBezTo>
                    <a:pt x="5" y="8"/>
                    <a:pt x="12" y="20"/>
                    <a:pt x="17"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1" name="Google Shape;1031;p40"/>
            <p:cNvSpPr/>
            <p:nvPr/>
          </p:nvSpPr>
          <p:spPr>
            <a:xfrm rot="1352048" flipH="1">
              <a:off x="-2434859" y="1520095"/>
              <a:ext cx="19257" cy="34664"/>
            </a:xfrm>
            <a:custGeom>
              <a:avLst/>
              <a:gdLst/>
              <a:ahLst/>
              <a:cxnLst/>
              <a:rect l="l" t="t" r="r" b="b"/>
              <a:pathLst>
                <a:path w="16" h="29" extrusionOk="0">
                  <a:moveTo>
                    <a:pt x="16" y="28"/>
                  </a:moveTo>
                  <a:cubicBezTo>
                    <a:pt x="16" y="29"/>
                    <a:pt x="16" y="29"/>
                    <a:pt x="16" y="29"/>
                  </a:cubicBezTo>
                  <a:cubicBezTo>
                    <a:pt x="11" y="19"/>
                    <a:pt x="5" y="10"/>
                    <a:pt x="0" y="0"/>
                  </a:cubicBezTo>
                  <a:cubicBezTo>
                    <a:pt x="0" y="0"/>
                    <a:pt x="0" y="0"/>
                    <a:pt x="0" y="0"/>
                  </a:cubicBezTo>
                  <a:cubicBezTo>
                    <a:pt x="5" y="9"/>
                    <a:pt x="11" y="19"/>
                    <a:pt x="16"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2" name="Google Shape;1032;p40"/>
            <p:cNvSpPr/>
            <p:nvPr/>
          </p:nvSpPr>
          <p:spPr>
            <a:xfrm rot="1352048" flipH="1">
              <a:off x="-2434859" y="1520095"/>
              <a:ext cx="19257" cy="34664"/>
            </a:xfrm>
            <a:custGeom>
              <a:avLst/>
              <a:gdLst/>
              <a:ahLst/>
              <a:cxnLst/>
              <a:rect l="l" t="t" r="r" b="b"/>
              <a:pathLst>
                <a:path w="16" h="29" extrusionOk="0">
                  <a:moveTo>
                    <a:pt x="16" y="29"/>
                  </a:moveTo>
                  <a:cubicBezTo>
                    <a:pt x="16" y="29"/>
                    <a:pt x="16" y="29"/>
                    <a:pt x="16" y="29"/>
                  </a:cubicBezTo>
                  <a:cubicBezTo>
                    <a:pt x="11" y="19"/>
                    <a:pt x="5" y="10"/>
                    <a:pt x="0" y="0"/>
                  </a:cubicBezTo>
                  <a:cubicBezTo>
                    <a:pt x="0" y="0"/>
                    <a:pt x="0" y="0"/>
                    <a:pt x="0" y="0"/>
                  </a:cubicBezTo>
                  <a:cubicBezTo>
                    <a:pt x="5" y="10"/>
                    <a:pt x="11" y="19"/>
                    <a:pt x="16"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3" name="Google Shape;1033;p40"/>
            <p:cNvSpPr/>
            <p:nvPr/>
          </p:nvSpPr>
          <p:spPr>
            <a:xfrm rot="1352048" flipH="1">
              <a:off x="-2434859" y="1520095"/>
              <a:ext cx="19257" cy="34664"/>
            </a:xfrm>
            <a:custGeom>
              <a:avLst/>
              <a:gdLst/>
              <a:ahLst/>
              <a:cxnLst/>
              <a:rect l="l" t="t" r="r" b="b"/>
              <a:pathLst>
                <a:path w="16" h="29" extrusionOk="0">
                  <a:moveTo>
                    <a:pt x="16" y="29"/>
                  </a:moveTo>
                  <a:cubicBezTo>
                    <a:pt x="11" y="20"/>
                    <a:pt x="6" y="10"/>
                    <a:pt x="0" y="1"/>
                  </a:cubicBezTo>
                  <a:cubicBezTo>
                    <a:pt x="0" y="0"/>
                    <a:pt x="0" y="0"/>
                    <a:pt x="0" y="0"/>
                  </a:cubicBezTo>
                  <a:cubicBezTo>
                    <a:pt x="5" y="10"/>
                    <a:pt x="11" y="19"/>
                    <a:pt x="16"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4" name="Google Shape;1034;p40"/>
            <p:cNvSpPr/>
            <p:nvPr/>
          </p:nvSpPr>
          <p:spPr>
            <a:xfrm rot="1352050" flipH="1">
              <a:off x="-999574" y="3435439"/>
              <a:ext cx="47502" cy="78316"/>
            </a:xfrm>
            <a:custGeom>
              <a:avLst/>
              <a:gdLst/>
              <a:ahLst/>
              <a:cxnLst/>
              <a:rect l="l" t="t" r="r" b="b"/>
              <a:pathLst>
                <a:path w="39" h="65" extrusionOk="0">
                  <a:moveTo>
                    <a:pt x="16" y="65"/>
                  </a:moveTo>
                  <a:cubicBezTo>
                    <a:pt x="11" y="55"/>
                    <a:pt x="5" y="46"/>
                    <a:pt x="0" y="36"/>
                  </a:cubicBezTo>
                  <a:cubicBezTo>
                    <a:pt x="5" y="24"/>
                    <a:pt x="12" y="12"/>
                    <a:pt x="22" y="0"/>
                  </a:cubicBezTo>
                  <a:cubicBezTo>
                    <a:pt x="39" y="28"/>
                    <a:pt x="39" y="28"/>
                    <a:pt x="39" y="28"/>
                  </a:cubicBezTo>
                  <a:cubicBezTo>
                    <a:pt x="29" y="40"/>
                    <a:pt x="21" y="53"/>
                    <a:pt x="16" y="65"/>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5" name="Google Shape;1035;p40"/>
            <p:cNvSpPr/>
            <p:nvPr/>
          </p:nvSpPr>
          <p:spPr>
            <a:xfrm rot="1352051" flipH="1">
              <a:off x="-984954" y="3483282"/>
              <a:ext cx="25677" cy="55206"/>
            </a:xfrm>
            <a:custGeom>
              <a:avLst/>
              <a:gdLst/>
              <a:ahLst/>
              <a:cxnLst/>
              <a:rect l="l" t="t" r="r" b="b"/>
              <a:pathLst>
                <a:path w="21" h="46" extrusionOk="0">
                  <a:moveTo>
                    <a:pt x="17" y="46"/>
                  </a:moveTo>
                  <a:cubicBezTo>
                    <a:pt x="11" y="36"/>
                    <a:pt x="6" y="27"/>
                    <a:pt x="0" y="17"/>
                  </a:cubicBezTo>
                  <a:cubicBezTo>
                    <a:pt x="1" y="12"/>
                    <a:pt x="3" y="6"/>
                    <a:pt x="5" y="0"/>
                  </a:cubicBezTo>
                  <a:cubicBezTo>
                    <a:pt x="10" y="10"/>
                    <a:pt x="16" y="19"/>
                    <a:pt x="21" y="29"/>
                  </a:cubicBezTo>
                  <a:cubicBezTo>
                    <a:pt x="19" y="35"/>
                    <a:pt x="18" y="40"/>
                    <a:pt x="17" y="46"/>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6" name="Google Shape;1036;p40"/>
            <p:cNvSpPr/>
            <p:nvPr/>
          </p:nvSpPr>
          <p:spPr>
            <a:xfrm rot="1352047" flipH="1">
              <a:off x="-2448389" y="1534311"/>
              <a:ext cx="53922" cy="138659"/>
            </a:xfrm>
            <a:custGeom>
              <a:avLst/>
              <a:gdLst/>
              <a:ahLst/>
              <a:cxnLst/>
              <a:rect l="l" t="t" r="r" b="b"/>
              <a:pathLst>
                <a:path w="45" h="115" extrusionOk="0">
                  <a:moveTo>
                    <a:pt x="15" y="0"/>
                  </a:moveTo>
                  <a:cubicBezTo>
                    <a:pt x="32" y="28"/>
                    <a:pt x="32" y="28"/>
                    <a:pt x="32" y="28"/>
                  </a:cubicBezTo>
                  <a:cubicBezTo>
                    <a:pt x="45" y="52"/>
                    <a:pt x="41" y="86"/>
                    <a:pt x="16" y="115"/>
                  </a:cubicBezTo>
                  <a:cubicBezTo>
                    <a:pt x="0" y="86"/>
                    <a:pt x="0" y="86"/>
                    <a:pt x="0" y="86"/>
                  </a:cubicBezTo>
                  <a:cubicBezTo>
                    <a:pt x="24" y="57"/>
                    <a:pt x="29" y="24"/>
                    <a:pt x="15" y="0"/>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7" name="Google Shape;1037;p40"/>
            <p:cNvSpPr/>
            <p:nvPr/>
          </p:nvSpPr>
          <p:spPr>
            <a:xfrm rot="1352045" flipH="1">
              <a:off x="-2468001" y="1523227"/>
              <a:ext cx="57773" cy="148930"/>
            </a:xfrm>
            <a:custGeom>
              <a:avLst/>
              <a:gdLst/>
              <a:ahLst/>
              <a:cxnLst/>
              <a:rect l="l" t="t" r="r" b="b"/>
              <a:pathLst>
                <a:path w="48" h="123" extrusionOk="0">
                  <a:moveTo>
                    <a:pt x="17" y="0"/>
                  </a:moveTo>
                  <a:cubicBezTo>
                    <a:pt x="33" y="29"/>
                    <a:pt x="33" y="29"/>
                    <a:pt x="33" y="29"/>
                  </a:cubicBezTo>
                  <a:cubicBezTo>
                    <a:pt x="48" y="55"/>
                    <a:pt x="43" y="91"/>
                    <a:pt x="16" y="123"/>
                  </a:cubicBezTo>
                  <a:cubicBezTo>
                    <a:pt x="0" y="95"/>
                    <a:pt x="0" y="95"/>
                    <a:pt x="0" y="95"/>
                  </a:cubicBezTo>
                  <a:cubicBezTo>
                    <a:pt x="27" y="63"/>
                    <a:pt x="32" y="26"/>
                    <a:pt x="17" y="0"/>
                  </a:cubicBez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8" name="Google Shape;1038;p40"/>
            <p:cNvSpPr/>
            <p:nvPr/>
          </p:nvSpPr>
          <p:spPr>
            <a:xfrm rot="1352046" flipH="1">
              <a:off x="-2462219" y="1515928"/>
              <a:ext cx="33380" cy="103994"/>
            </a:xfrm>
            <a:custGeom>
              <a:avLst/>
              <a:gdLst/>
              <a:ahLst/>
              <a:cxnLst/>
              <a:rect l="l" t="t" r="r" b="b"/>
              <a:pathLst>
                <a:path w="27" h="86" extrusionOk="0">
                  <a:moveTo>
                    <a:pt x="16" y="28"/>
                  </a:moveTo>
                  <a:cubicBezTo>
                    <a:pt x="25" y="45"/>
                    <a:pt x="27" y="65"/>
                    <a:pt x="21" y="86"/>
                  </a:cubicBezTo>
                  <a:cubicBezTo>
                    <a:pt x="16" y="77"/>
                    <a:pt x="10" y="67"/>
                    <a:pt x="5" y="57"/>
                  </a:cubicBezTo>
                  <a:cubicBezTo>
                    <a:pt x="10" y="37"/>
                    <a:pt x="9" y="16"/>
                    <a:pt x="0" y="0"/>
                  </a:cubicBezTo>
                  <a:cubicBezTo>
                    <a:pt x="3" y="5"/>
                    <a:pt x="7" y="11"/>
                    <a:pt x="10" y="17"/>
                  </a:cubicBezTo>
                  <a:cubicBezTo>
                    <a:pt x="11" y="19"/>
                    <a:pt x="12" y="20"/>
                    <a:pt x="13" y="22"/>
                  </a:cubicBezTo>
                  <a:cubicBezTo>
                    <a:pt x="14" y="24"/>
                    <a:pt x="15" y="26"/>
                    <a:pt x="16"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39" name="Google Shape;1039;p40"/>
            <p:cNvSpPr/>
            <p:nvPr/>
          </p:nvSpPr>
          <p:spPr>
            <a:xfrm rot="1352046" flipH="1">
              <a:off x="-2478114" y="1597222"/>
              <a:ext cx="46219" cy="80884"/>
            </a:xfrm>
            <a:custGeom>
              <a:avLst/>
              <a:gdLst/>
              <a:ahLst/>
              <a:cxnLst/>
              <a:rect l="l" t="t" r="r" b="b"/>
              <a:pathLst>
                <a:path w="39" h="67" extrusionOk="0">
                  <a:moveTo>
                    <a:pt x="39" y="29"/>
                  </a:moveTo>
                  <a:cubicBezTo>
                    <a:pt x="35" y="42"/>
                    <a:pt x="27" y="55"/>
                    <a:pt x="17" y="67"/>
                  </a:cubicBezTo>
                  <a:cubicBezTo>
                    <a:pt x="0" y="39"/>
                    <a:pt x="0" y="39"/>
                    <a:pt x="0" y="39"/>
                  </a:cubicBezTo>
                  <a:cubicBezTo>
                    <a:pt x="11" y="26"/>
                    <a:pt x="18" y="13"/>
                    <a:pt x="23" y="0"/>
                  </a:cubicBezTo>
                  <a:cubicBezTo>
                    <a:pt x="28" y="10"/>
                    <a:pt x="34" y="19"/>
                    <a:pt x="39"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40" name="Google Shape;1040;p40"/>
            <p:cNvSpPr/>
            <p:nvPr/>
          </p:nvSpPr>
          <p:spPr>
            <a:xfrm rot="1352051" flipH="1">
              <a:off x="-994681" y="3502654"/>
              <a:ext cx="25677" cy="83452"/>
            </a:xfrm>
            <a:custGeom>
              <a:avLst/>
              <a:gdLst/>
              <a:ahLst/>
              <a:cxnLst/>
              <a:rect l="l" t="t" r="r" b="b"/>
              <a:pathLst>
                <a:path w="21" h="69" extrusionOk="0">
                  <a:moveTo>
                    <a:pt x="21" y="69"/>
                  </a:moveTo>
                  <a:cubicBezTo>
                    <a:pt x="16" y="60"/>
                    <a:pt x="10" y="50"/>
                    <a:pt x="5" y="40"/>
                  </a:cubicBezTo>
                  <a:cubicBezTo>
                    <a:pt x="1" y="28"/>
                    <a:pt x="0" y="14"/>
                    <a:pt x="3" y="0"/>
                  </a:cubicBezTo>
                  <a:cubicBezTo>
                    <a:pt x="9" y="10"/>
                    <a:pt x="14" y="19"/>
                    <a:pt x="20" y="29"/>
                  </a:cubicBezTo>
                  <a:cubicBezTo>
                    <a:pt x="17" y="43"/>
                    <a:pt x="17" y="57"/>
                    <a:pt x="21" y="69"/>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41" name="Google Shape;1041;p40"/>
            <p:cNvSpPr/>
            <p:nvPr/>
          </p:nvSpPr>
          <p:spPr>
            <a:xfrm rot="1352050" flipH="1">
              <a:off x="-1014145" y="3545000"/>
              <a:ext cx="26961" cy="52639"/>
            </a:xfrm>
            <a:custGeom>
              <a:avLst/>
              <a:gdLst/>
              <a:ahLst/>
              <a:cxnLst/>
              <a:rect l="l" t="t" r="r" b="b"/>
              <a:pathLst>
                <a:path w="22" h="43" extrusionOk="0">
                  <a:moveTo>
                    <a:pt x="16" y="29"/>
                  </a:moveTo>
                  <a:cubicBezTo>
                    <a:pt x="18" y="34"/>
                    <a:pt x="20" y="39"/>
                    <a:pt x="22" y="43"/>
                  </a:cubicBezTo>
                  <a:cubicBezTo>
                    <a:pt x="6" y="15"/>
                    <a:pt x="6" y="15"/>
                    <a:pt x="6" y="15"/>
                  </a:cubicBezTo>
                  <a:cubicBezTo>
                    <a:pt x="3" y="10"/>
                    <a:pt x="1" y="5"/>
                    <a:pt x="0" y="0"/>
                  </a:cubicBezTo>
                  <a:cubicBezTo>
                    <a:pt x="0" y="1"/>
                    <a:pt x="0" y="1"/>
                    <a:pt x="0" y="2"/>
                  </a:cubicBezTo>
                  <a:cubicBezTo>
                    <a:pt x="5" y="9"/>
                    <a:pt x="9" y="16"/>
                    <a:pt x="13" y="23"/>
                  </a:cubicBezTo>
                  <a:cubicBezTo>
                    <a:pt x="13" y="24"/>
                    <a:pt x="14" y="25"/>
                    <a:pt x="15" y="26"/>
                  </a:cubicBezTo>
                  <a:cubicBezTo>
                    <a:pt x="15" y="27"/>
                    <a:pt x="15" y="27"/>
                    <a:pt x="15" y="27"/>
                  </a:cubicBezTo>
                  <a:cubicBezTo>
                    <a:pt x="15" y="27"/>
                    <a:pt x="15" y="28"/>
                    <a:pt x="16" y="28"/>
                  </a:cubicBezTo>
                  <a:lnTo>
                    <a:pt x="16" y="29"/>
                  </a:ln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42" name="Google Shape;1042;p40"/>
            <p:cNvSpPr/>
            <p:nvPr/>
          </p:nvSpPr>
          <p:spPr>
            <a:xfrm rot="1352052" flipH="1">
              <a:off x="-1019358" y="3444848"/>
              <a:ext cx="51354" cy="148930"/>
            </a:xfrm>
            <a:custGeom>
              <a:avLst/>
              <a:gdLst/>
              <a:ahLst/>
              <a:cxnLst/>
              <a:rect l="l" t="t" r="r" b="b"/>
              <a:pathLst>
                <a:path w="43" h="123" extrusionOk="0">
                  <a:moveTo>
                    <a:pt x="43" y="28"/>
                  </a:moveTo>
                  <a:cubicBezTo>
                    <a:pt x="17" y="60"/>
                    <a:pt x="11" y="97"/>
                    <a:pt x="27" y="123"/>
                  </a:cubicBezTo>
                  <a:cubicBezTo>
                    <a:pt x="10" y="94"/>
                    <a:pt x="10" y="94"/>
                    <a:pt x="10" y="94"/>
                  </a:cubicBezTo>
                  <a:cubicBezTo>
                    <a:pt x="6" y="86"/>
                    <a:pt x="3" y="78"/>
                    <a:pt x="2" y="68"/>
                  </a:cubicBezTo>
                  <a:cubicBezTo>
                    <a:pt x="7" y="78"/>
                    <a:pt x="13" y="87"/>
                    <a:pt x="18" y="97"/>
                  </a:cubicBezTo>
                  <a:cubicBezTo>
                    <a:pt x="13" y="87"/>
                    <a:pt x="7" y="78"/>
                    <a:pt x="2" y="68"/>
                  </a:cubicBezTo>
                  <a:cubicBezTo>
                    <a:pt x="0" y="47"/>
                    <a:pt x="8" y="22"/>
                    <a:pt x="27" y="0"/>
                  </a:cubicBezTo>
                  <a:cubicBezTo>
                    <a:pt x="32" y="8"/>
                    <a:pt x="38" y="20"/>
                    <a:pt x="43"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043" name="Google Shape;1043;p40"/>
            <p:cNvPicPr preferRelativeResize="0"/>
            <p:nvPr/>
          </p:nvPicPr>
          <p:blipFill rotWithShape="1">
            <a:blip r:embed="rId4">
              <a:alphaModFix/>
            </a:blip>
            <a:srcRect/>
            <a:stretch/>
          </p:blipFill>
          <p:spPr>
            <a:xfrm rot="1352049" flipH="1">
              <a:off x="-1106599" y="3428831"/>
              <a:ext cx="51354" cy="65477"/>
            </a:xfrm>
            <a:prstGeom prst="rect">
              <a:avLst/>
            </a:prstGeom>
            <a:noFill/>
            <a:ln w="9525" cap="flat" cmpd="sng">
              <a:solidFill>
                <a:schemeClr val="lt2"/>
              </a:solidFill>
              <a:prstDash val="solid"/>
              <a:round/>
              <a:headEnd type="none" w="sm" len="sm"/>
              <a:tailEnd type="none" w="sm" len="sm"/>
            </a:ln>
          </p:spPr>
        </p:pic>
        <p:sp>
          <p:nvSpPr>
            <p:cNvPr id="1044" name="Google Shape;1044;p40"/>
            <p:cNvSpPr/>
            <p:nvPr/>
          </p:nvSpPr>
          <p:spPr>
            <a:xfrm rot="1352048" flipH="1">
              <a:off x="-1040359" y="3440679"/>
              <a:ext cx="55206" cy="138659"/>
            </a:xfrm>
            <a:custGeom>
              <a:avLst/>
              <a:gdLst/>
              <a:ahLst/>
              <a:cxnLst/>
              <a:rect l="l" t="t" r="r" b="b"/>
              <a:pathLst>
                <a:path w="46" h="115" extrusionOk="0">
                  <a:moveTo>
                    <a:pt x="31" y="115"/>
                  </a:moveTo>
                  <a:cubicBezTo>
                    <a:pt x="14" y="87"/>
                    <a:pt x="14" y="87"/>
                    <a:pt x="14" y="87"/>
                  </a:cubicBezTo>
                  <a:cubicBezTo>
                    <a:pt x="0" y="63"/>
                    <a:pt x="5" y="29"/>
                    <a:pt x="30" y="0"/>
                  </a:cubicBezTo>
                  <a:cubicBezTo>
                    <a:pt x="46" y="29"/>
                    <a:pt x="46" y="29"/>
                    <a:pt x="46" y="29"/>
                  </a:cubicBezTo>
                  <a:cubicBezTo>
                    <a:pt x="22" y="58"/>
                    <a:pt x="17" y="91"/>
                    <a:pt x="31" y="115"/>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45" name="Google Shape;1045;p40"/>
            <p:cNvSpPr/>
            <p:nvPr/>
          </p:nvSpPr>
          <p:spPr>
            <a:xfrm rot="1352046" flipH="1">
              <a:off x="-1043209" y="3556934"/>
              <a:ext cx="41083" cy="57774"/>
            </a:xfrm>
            <a:custGeom>
              <a:avLst/>
              <a:gdLst/>
              <a:ahLst/>
              <a:cxnLst/>
              <a:rect l="l" t="t" r="r" b="b"/>
              <a:pathLst>
                <a:path w="34" h="48" extrusionOk="0">
                  <a:moveTo>
                    <a:pt x="34" y="48"/>
                  </a:moveTo>
                  <a:cubicBezTo>
                    <a:pt x="26" y="43"/>
                    <a:pt x="21" y="36"/>
                    <a:pt x="16" y="28"/>
                  </a:cubicBezTo>
                  <a:cubicBezTo>
                    <a:pt x="0" y="0"/>
                    <a:pt x="0" y="0"/>
                    <a:pt x="0" y="0"/>
                  </a:cubicBezTo>
                  <a:cubicBezTo>
                    <a:pt x="4" y="7"/>
                    <a:pt x="10" y="14"/>
                    <a:pt x="17" y="20"/>
                  </a:cubicBezTo>
                  <a:cubicBezTo>
                    <a:pt x="23" y="29"/>
                    <a:pt x="28" y="39"/>
                    <a:pt x="34" y="4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46" name="Google Shape;1046;p40"/>
            <p:cNvSpPr/>
            <p:nvPr/>
          </p:nvSpPr>
          <p:spPr>
            <a:xfrm rot="1352051" flipH="1">
              <a:off x="-1077901" y="3535152"/>
              <a:ext cx="51354" cy="62910"/>
            </a:xfrm>
            <a:custGeom>
              <a:avLst/>
              <a:gdLst/>
              <a:ahLst/>
              <a:cxnLst/>
              <a:rect l="l" t="t" r="r" b="b"/>
              <a:pathLst>
                <a:path w="42" h="52" extrusionOk="0">
                  <a:moveTo>
                    <a:pt x="17" y="28"/>
                  </a:moveTo>
                  <a:cubicBezTo>
                    <a:pt x="0" y="0"/>
                    <a:pt x="0" y="0"/>
                    <a:pt x="0" y="0"/>
                  </a:cubicBezTo>
                  <a:cubicBezTo>
                    <a:pt x="6" y="9"/>
                    <a:pt x="14" y="17"/>
                    <a:pt x="26" y="23"/>
                  </a:cubicBezTo>
                  <a:cubicBezTo>
                    <a:pt x="42" y="52"/>
                    <a:pt x="42" y="52"/>
                    <a:pt x="42" y="52"/>
                  </a:cubicBezTo>
                  <a:cubicBezTo>
                    <a:pt x="31" y="46"/>
                    <a:pt x="22" y="38"/>
                    <a:pt x="17" y="28"/>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47" name="Google Shape;1047;p40"/>
            <p:cNvSpPr/>
            <p:nvPr/>
          </p:nvSpPr>
          <p:spPr>
            <a:xfrm rot="1352045" flipH="1">
              <a:off x="-1681769" y="3436700"/>
              <a:ext cx="586724" cy="315834"/>
            </a:xfrm>
            <a:custGeom>
              <a:avLst/>
              <a:gdLst/>
              <a:ahLst/>
              <a:cxnLst/>
              <a:rect l="l" t="t" r="r" b="b"/>
              <a:pathLst>
                <a:path w="457" h="246" extrusionOk="0">
                  <a:moveTo>
                    <a:pt x="442" y="220"/>
                  </a:moveTo>
                  <a:lnTo>
                    <a:pt x="457" y="246"/>
                  </a:lnTo>
                  <a:lnTo>
                    <a:pt x="15" y="27"/>
                  </a:lnTo>
                  <a:lnTo>
                    <a:pt x="0" y="0"/>
                  </a:lnTo>
                  <a:lnTo>
                    <a:pt x="442" y="220"/>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48" name="Google Shape;1048;p40"/>
            <p:cNvSpPr/>
            <p:nvPr/>
          </p:nvSpPr>
          <p:spPr>
            <a:xfrm rot="1352045" flipH="1">
              <a:off x="-1676659" y="3449769"/>
              <a:ext cx="598279" cy="320970"/>
            </a:xfrm>
            <a:custGeom>
              <a:avLst/>
              <a:gdLst/>
              <a:ahLst/>
              <a:cxnLst/>
              <a:rect l="l" t="t" r="r" b="b"/>
              <a:pathLst>
                <a:path w="466" h="250" extrusionOk="0">
                  <a:moveTo>
                    <a:pt x="450" y="224"/>
                  </a:moveTo>
                  <a:lnTo>
                    <a:pt x="466" y="250"/>
                  </a:lnTo>
                  <a:lnTo>
                    <a:pt x="15" y="27"/>
                  </a:lnTo>
                  <a:lnTo>
                    <a:pt x="0" y="0"/>
                  </a:lnTo>
                  <a:lnTo>
                    <a:pt x="450" y="224"/>
                  </a:ln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49" name="Google Shape;1049;p40"/>
            <p:cNvSpPr/>
            <p:nvPr/>
          </p:nvSpPr>
          <p:spPr>
            <a:xfrm rot="1352045" flipH="1">
              <a:off x="-1678426" y="3457376"/>
              <a:ext cx="598279" cy="320970"/>
            </a:xfrm>
            <a:custGeom>
              <a:avLst/>
              <a:gdLst/>
              <a:ahLst/>
              <a:cxnLst/>
              <a:rect l="l" t="t" r="r" b="b"/>
              <a:pathLst>
                <a:path w="466" h="250" extrusionOk="0">
                  <a:moveTo>
                    <a:pt x="450" y="224"/>
                  </a:moveTo>
                  <a:lnTo>
                    <a:pt x="466" y="250"/>
                  </a:lnTo>
                  <a:lnTo>
                    <a:pt x="15" y="26"/>
                  </a:lnTo>
                  <a:lnTo>
                    <a:pt x="0" y="0"/>
                  </a:lnTo>
                  <a:lnTo>
                    <a:pt x="450" y="224"/>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50" name="Google Shape;1050;p40"/>
            <p:cNvSpPr/>
            <p:nvPr/>
          </p:nvSpPr>
          <p:spPr>
            <a:xfrm rot="1352050" flipH="1">
              <a:off x="-1060300" y="3548654"/>
              <a:ext cx="53922" cy="65477"/>
            </a:xfrm>
            <a:custGeom>
              <a:avLst/>
              <a:gdLst/>
              <a:ahLst/>
              <a:cxnLst/>
              <a:rect l="l" t="t" r="r" b="b"/>
              <a:pathLst>
                <a:path w="44" h="54" extrusionOk="0">
                  <a:moveTo>
                    <a:pt x="17" y="29"/>
                  </a:moveTo>
                  <a:cubicBezTo>
                    <a:pt x="0" y="0"/>
                    <a:pt x="0" y="0"/>
                    <a:pt x="0" y="0"/>
                  </a:cubicBezTo>
                  <a:cubicBezTo>
                    <a:pt x="6" y="11"/>
                    <a:pt x="15" y="20"/>
                    <a:pt x="28" y="26"/>
                  </a:cubicBezTo>
                  <a:cubicBezTo>
                    <a:pt x="44" y="54"/>
                    <a:pt x="44" y="54"/>
                    <a:pt x="44" y="54"/>
                  </a:cubicBezTo>
                  <a:cubicBezTo>
                    <a:pt x="32" y="48"/>
                    <a:pt x="23" y="39"/>
                    <a:pt x="17" y="29"/>
                  </a:cubicBez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51" name="Google Shape;1051;p40"/>
            <p:cNvSpPr/>
            <p:nvPr/>
          </p:nvSpPr>
          <p:spPr>
            <a:xfrm rot="1352047" flipH="1">
              <a:off x="-1064824" y="3571390"/>
              <a:ext cx="35948" cy="44935"/>
            </a:xfrm>
            <a:custGeom>
              <a:avLst/>
              <a:gdLst/>
              <a:ahLst/>
              <a:cxnLst/>
              <a:rect l="l" t="t" r="r" b="b"/>
              <a:pathLst>
                <a:path w="30" h="37" extrusionOk="0">
                  <a:moveTo>
                    <a:pt x="30" y="37"/>
                  </a:moveTo>
                  <a:cubicBezTo>
                    <a:pt x="25" y="35"/>
                    <a:pt x="21" y="32"/>
                    <a:pt x="17" y="29"/>
                  </a:cubicBezTo>
                  <a:cubicBezTo>
                    <a:pt x="11" y="19"/>
                    <a:pt x="6" y="10"/>
                    <a:pt x="0" y="0"/>
                  </a:cubicBezTo>
                  <a:cubicBezTo>
                    <a:pt x="4" y="3"/>
                    <a:pt x="9" y="6"/>
                    <a:pt x="14" y="9"/>
                  </a:cubicBezTo>
                  <a:cubicBezTo>
                    <a:pt x="18" y="17"/>
                    <a:pt x="25" y="29"/>
                    <a:pt x="30" y="37"/>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052" name="Google Shape;1052;p40"/>
            <p:cNvPicPr preferRelativeResize="0"/>
            <p:nvPr/>
          </p:nvPicPr>
          <p:blipFill rotWithShape="1">
            <a:blip r:embed="rId5">
              <a:alphaModFix/>
            </a:blip>
            <a:srcRect/>
            <a:stretch/>
          </p:blipFill>
          <p:spPr>
            <a:xfrm rot="1352049" flipH="1">
              <a:off x="-1357029" y="3396163"/>
              <a:ext cx="261907" cy="160484"/>
            </a:xfrm>
            <a:prstGeom prst="rect">
              <a:avLst/>
            </a:prstGeom>
            <a:noFill/>
            <a:ln w="9525" cap="flat" cmpd="sng">
              <a:solidFill>
                <a:schemeClr val="lt2"/>
              </a:solidFill>
              <a:prstDash val="solid"/>
              <a:round/>
              <a:headEnd type="none" w="sm" len="sm"/>
              <a:tailEnd type="none" w="sm" len="sm"/>
            </a:ln>
          </p:spPr>
        </p:pic>
        <p:sp>
          <p:nvSpPr>
            <p:cNvPr id="1053" name="Google Shape;1053;p40"/>
            <p:cNvSpPr/>
            <p:nvPr/>
          </p:nvSpPr>
          <p:spPr>
            <a:xfrm rot="1352045" flipH="1">
              <a:off x="-1717130" y="3601359"/>
              <a:ext cx="30813" cy="46220"/>
            </a:xfrm>
            <a:custGeom>
              <a:avLst/>
              <a:gdLst/>
              <a:ahLst/>
              <a:cxnLst/>
              <a:rect l="l" t="t" r="r" b="b"/>
              <a:pathLst>
                <a:path w="24" h="36" extrusionOk="0">
                  <a:moveTo>
                    <a:pt x="9" y="0"/>
                  </a:moveTo>
                  <a:lnTo>
                    <a:pt x="24" y="26"/>
                  </a:lnTo>
                  <a:lnTo>
                    <a:pt x="16" y="36"/>
                  </a:lnTo>
                  <a:lnTo>
                    <a:pt x="0" y="10"/>
                  </a:lnTo>
                  <a:lnTo>
                    <a:pt x="9" y="0"/>
                  </a:ln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54" name="Google Shape;1054;p40"/>
            <p:cNvSpPr/>
            <p:nvPr/>
          </p:nvSpPr>
          <p:spPr>
            <a:xfrm rot="1352045" flipH="1">
              <a:off x="-1717858" y="3614052"/>
              <a:ext cx="28245" cy="37232"/>
            </a:xfrm>
            <a:custGeom>
              <a:avLst/>
              <a:gdLst/>
              <a:ahLst/>
              <a:cxnLst/>
              <a:rect l="l" t="t" r="r" b="b"/>
              <a:pathLst>
                <a:path w="22" h="29" extrusionOk="0">
                  <a:moveTo>
                    <a:pt x="7" y="3"/>
                  </a:moveTo>
                  <a:lnTo>
                    <a:pt x="22" y="29"/>
                  </a:lnTo>
                  <a:lnTo>
                    <a:pt x="16" y="26"/>
                  </a:lnTo>
                  <a:lnTo>
                    <a:pt x="0" y="0"/>
                  </a:lnTo>
                  <a:lnTo>
                    <a:pt x="7" y="3"/>
                  </a:ln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55" name="Google Shape;1055;p40"/>
            <p:cNvSpPr/>
            <p:nvPr/>
          </p:nvSpPr>
          <p:spPr>
            <a:xfrm rot="1352045" flipH="1">
              <a:off x="-2753678" y="1816889"/>
              <a:ext cx="1220951" cy="1458487"/>
            </a:xfrm>
            <a:custGeom>
              <a:avLst/>
              <a:gdLst/>
              <a:ahLst/>
              <a:cxnLst/>
              <a:rect l="l" t="t" r="r" b="b"/>
              <a:pathLst>
                <a:path w="951" h="1136" extrusionOk="0">
                  <a:moveTo>
                    <a:pt x="936" y="0"/>
                  </a:moveTo>
                  <a:lnTo>
                    <a:pt x="951" y="27"/>
                  </a:lnTo>
                  <a:lnTo>
                    <a:pt x="16" y="1136"/>
                  </a:lnTo>
                  <a:lnTo>
                    <a:pt x="0" y="1109"/>
                  </a:lnTo>
                  <a:lnTo>
                    <a:pt x="936" y="0"/>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56" name="Google Shape;1056;p40"/>
            <p:cNvSpPr/>
            <p:nvPr/>
          </p:nvSpPr>
          <p:spPr>
            <a:xfrm rot="1352045" flipH="1">
              <a:off x="-1871034" y="3411918"/>
              <a:ext cx="35948" cy="42368"/>
            </a:xfrm>
            <a:custGeom>
              <a:avLst/>
              <a:gdLst/>
              <a:ahLst/>
              <a:cxnLst/>
              <a:rect l="l" t="t" r="r" b="b"/>
              <a:pathLst>
                <a:path w="28" h="33" extrusionOk="0">
                  <a:moveTo>
                    <a:pt x="12" y="6"/>
                  </a:moveTo>
                  <a:lnTo>
                    <a:pt x="28" y="33"/>
                  </a:lnTo>
                  <a:lnTo>
                    <a:pt x="15" y="26"/>
                  </a:lnTo>
                  <a:lnTo>
                    <a:pt x="0" y="0"/>
                  </a:lnTo>
                  <a:lnTo>
                    <a:pt x="12" y="6"/>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57" name="Google Shape;1057;p40"/>
            <p:cNvSpPr/>
            <p:nvPr/>
          </p:nvSpPr>
          <p:spPr>
            <a:xfrm rot="1352045" flipH="1">
              <a:off x="-1871034" y="3411918"/>
              <a:ext cx="35948" cy="42368"/>
            </a:xfrm>
            <a:custGeom>
              <a:avLst/>
              <a:gdLst/>
              <a:ahLst/>
              <a:cxnLst/>
              <a:rect l="l" t="t" r="r" b="b"/>
              <a:pathLst>
                <a:path w="28" h="33" extrusionOk="0">
                  <a:moveTo>
                    <a:pt x="12" y="6"/>
                  </a:moveTo>
                  <a:lnTo>
                    <a:pt x="28" y="33"/>
                  </a:lnTo>
                  <a:lnTo>
                    <a:pt x="15" y="26"/>
                  </a:lnTo>
                  <a:lnTo>
                    <a:pt x="0" y="0"/>
                  </a:lnTo>
                  <a:lnTo>
                    <a:pt x="12" y="6"/>
                  </a:lnTo>
                </a:path>
              </a:pathLst>
            </a:cu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58" name="Google Shape;1058;p40"/>
            <p:cNvSpPr/>
            <p:nvPr/>
          </p:nvSpPr>
          <p:spPr>
            <a:xfrm rot="1352045" flipH="1">
              <a:off x="-2712219" y="1533899"/>
              <a:ext cx="1984847" cy="1862909"/>
            </a:xfrm>
            <a:custGeom>
              <a:avLst/>
              <a:gdLst/>
              <a:ahLst/>
              <a:cxnLst/>
              <a:rect l="l" t="t" r="r" b="b"/>
              <a:pathLst>
                <a:path w="1638" h="1537" extrusionOk="0">
                  <a:moveTo>
                    <a:pt x="1594" y="252"/>
                  </a:moveTo>
                  <a:cubicBezTo>
                    <a:pt x="1634" y="272"/>
                    <a:pt x="1638" y="322"/>
                    <a:pt x="1604" y="362"/>
                  </a:cubicBezTo>
                  <a:cubicBezTo>
                    <a:pt x="613" y="1537"/>
                    <a:pt x="613" y="1537"/>
                    <a:pt x="613" y="1537"/>
                  </a:cubicBezTo>
                  <a:cubicBezTo>
                    <a:pt x="600" y="1531"/>
                    <a:pt x="600" y="1531"/>
                    <a:pt x="600" y="1531"/>
                  </a:cubicBezTo>
                  <a:cubicBezTo>
                    <a:pt x="1586" y="361"/>
                    <a:pt x="1586" y="361"/>
                    <a:pt x="1586" y="361"/>
                  </a:cubicBezTo>
                  <a:cubicBezTo>
                    <a:pt x="1612" y="330"/>
                    <a:pt x="1608" y="293"/>
                    <a:pt x="1579" y="279"/>
                  </a:cubicBezTo>
                  <a:cubicBezTo>
                    <a:pt x="1445" y="212"/>
                    <a:pt x="1445" y="212"/>
                    <a:pt x="1445" y="212"/>
                  </a:cubicBezTo>
                  <a:cubicBezTo>
                    <a:pt x="1233" y="107"/>
                    <a:pt x="1233" y="107"/>
                    <a:pt x="1233" y="107"/>
                  </a:cubicBezTo>
                  <a:cubicBezTo>
                    <a:pt x="1099" y="41"/>
                    <a:pt x="1099" y="41"/>
                    <a:pt x="1099" y="41"/>
                  </a:cubicBezTo>
                  <a:cubicBezTo>
                    <a:pt x="1070" y="26"/>
                    <a:pt x="1024" y="39"/>
                    <a:pt x="999" y="69"/>
                  </a:cubicBezTo>
                  <a:cubicBezTo>
                    <a:pt x="683" y="444"/>
                    <a:pt x="683" y="444"/>
                    <a:pt x="683" y="444"/>
                  </a:cubicBezTo>
                  <a:cubicBezTo>
                    <a:pt x="296" y="903"/>
                    <a:pt x="296" y="903"/>
                    <a:pt x="296" y="903"/>
                  </a:cubicBezTo>
                  <a:cubicBezTo>
                    <a:pt x="37" y="1210"/>
                    <a:pt x="37" y="1210"/>
                    <a:pt x="37" y="1210"/>
                  </a:cubicBezTo>
                  <a:cubicBezTo>
                    <a:pt x="12" y="1239"/>
                    <a:pt x="12" y="1239"/>
                    <a:pt x="12" y="1239"/>
                  </a:cubicBezTo>
                  <a:cubicBezTo>
                    <a:pt x="0" y="1233"/>
                    <a:pt x="0" y="1233"/>
                    <a:pt x="0" y="1233"/>
                  </a:cubicBezTo>
                  <a:cubicBezTo>
                    <a:pt x="990" y="58"/>
                    <a:pt x="990" y="58"/>
                    <a:pt x="990" y="58"/>
                  </a:cubicBezTo>
                  <a:cubicBezTo>
                    <a:pt x="1025" y="17"/>
                    <a:pt x="1085" y="0"/>
                    <a:pt x="1125" y="20"/>
                  </a:cubicBezTo>
                  <a:cubicBezTo>
                    <a:pt x="1594" y="252"/>
                    <a:pt x="1594" y="252"/>
                    <a:pt x="1594" y="252"/>
                  </a:cubicBezTo>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059" name="Google Shape;1059;p40"/>
            <p:cNvPicPr preferRelativeResize="0"/>
            <p:nvPr/>
          </p:nvPicPr>
          <p:blipFill rotWithShape="1">
            <a:blip r:embed="rId6">
              <a:alphaModFix/>
            </a:blip>
            <a:srcRect/>
            <a:stretch/>
          </p:blipFill>
          <p:spPr>
            <a:xfrm rot="1352047" flipH="1">
              <a:off x="-1872158" y="3430596"/>
              <a:ext cx="152779" cy="87304"/>
            </a:xfrm>
            <a:prstGeom prst="rect">
              <a:avLst/>
            </a:prstGeom>
            <a:noFill/>
            <a:ln w="9525" cap="flat" cmpd="sng">
              <a:solidFill>
                <a:schemeClr val="lt2"/>
              </a:solidFill>
              <a:prstDash val="solid"/>
              <a:round/>
              <a:headEnd type="none" w="sm" len="sm"/>
              <a:tailEnd type="none" w="sm" len="sm"/>
            </a:ln>
          </p:spPr>
        </p:pic>
        <p:sp>
          <p:nvSpPr>
            <p:cNvPr id="1060" name="Google Shape;1060;p40"/>
            <p:cNvSpPr/>
            <p:nvPr/>
          </p:nvSpPr>
          <p:spPr>
            <a:xfrm rot="1352045" flipH="1">
              <a:off x="-1885691" y="3423863"/>
              <a:ext cx="71896" cy="96290"/>
            </a:xfrm>
            <a:custGeom>
              <a:avLst/>
              <a:gdLst/>
              <a:ahLst/>
              <a:cxnLst/>
              <a:rect l="l" t="t" r="r" b="b"/>
              <a:pathLst>
                <a:path w="56" h="75" extrusionOk="0">
                  <a:moveTo>
                    <a:pt x="40" y="0"/>
                  </a:moveTo>
                  <a:lnTo>
                    <a:pt x="56" y="27"/>
                  </a:lnTo>
                  <a:lnTo>
                    <a:pt x="16" y="75"/>
                  </a:lnTo>
                  <a:lnTo>
                    <a:pt x="0" y="49"/>
                  </a:lnTo>
                  <a:lnTo>
                    <a:pt x="40" y="0"/>
                  </a:ln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61" name="Google Shape;1061;p40"/>
            <p:cNvSpPr/>
            <p:nvPr/>
          </p:nvSpPr>
          <p:spPr>
            <a:xfrm rot="1352048" flipH="1">
              <a:off x="-1868107" y="3522759"/>
              <a:ext cx="183591" cy="103994"/>
            </a:xfrm>
            <a:custGeom>
              <a:avLst/>
              <a:gdLst/>
              <a:ahLst/>
              <a:cxnLst/>
              <a:rect l="l" t="t" r="r" b="b"/>
              <a:pathLst>
                <a:path w="151" h="86" extrusionOk="0">
                  <a:moveTo>
                    <a:pt x="134" y="0"/>
                  </a:moveTo>
                  <a:cubicBezTo>
                    <a:pt x="151" y="28"/>
                    <a:pt x="151" y="28"/>
                    <a:pt x="151" y="28"/>
                  </a:cubicBezTo>
                  <a:cubicBezTo>
                    <a:pt x="116" y="69"/>
                    <a:pt x="56" y="86"/>
                    <a:pt x="16" y="66"/>
                  </a:cubicBezTo>
                  <a:cubicBezTo>
                    <a:pt x="0" y="38"/>
                    <a:pt x="0" y="38"/>
                    <a:pt x="0" y="38"/>
                  </a:cubicBezTo>
                  <a:cubicBezTo>
                    <a:pt x="39" y="58"/>
                    <a:pt x="100" y="40"/>
                    <a:pt x="134" y="0"/>
                  </a:cubicBezTo>
                  <a:close/>
                </a:path>
              </a:pathLst>
            </a:custGeom>
            <a:solidFill>
              <a:srgbClr val="3134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62" name="Google Shape;1062;p40"/>
            <p:cNvSpPr/>
            <p:nvPr/>
          </p:nvSpPr>
          <p:spPr>
            <a:xfrm rot="1352047" flipH="1">
              <a:off x="-1883988" y="3531662"/>
              <a:ext cx="196430" cy="111697"/>
            </a:xfrm>
            <a:custGeom>
              <a:avLst/>
              <a:gdLst/>
              <a:ahLst/>
              <a:cxnLst/>
              <a:rect l="l" t="t" r="r" b="b"/>
              <a:pathLst>
                <a:path w="163" h="92" extrusionOk="0">
                  <a:moveTo>
                    <a:pt x="147" y="0"/>
                  </a:moveTo>
                  <a:cubicBezTo>
                    <a:pt x="163" y="29"/>
                    <a:pt x="163" y="29"/>
                    <a:pt x="163" y="29"/>
                  </a:cubicBezTo>
                  <a:cubicBezTo>
                    <a:pt x="126" y="73"/>
                    <a:pt x="60" y="92"/>
                    <a:pt x="16" y="70"/>
                  </a:cubicBezTo>
                  <a:cubicBezTo>
                    <a:pt x="0" y="42"/>
                    <a:pt x="0" y="42"/>
                    <a:pt x="0" y="42"/>
                  </a:cubicBezTo>
                  <a:cubicBezTo>
                    <a:pt x="43" y="63"/>
                    <a:pt x="109" y="45"/>
                    <a:pt x="147" y="0"/>
                  </a:cubicBezTo>
                  <a:close/>
                </a:path>
              </a:pathLst>
            </a:custGeom>
            <a:solidFill>
              <a:srgbClr val="DDDDD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63" name="Google Shape;1063;p40"/>
            <p:cNvSpPr/>
            <p:nvPr/>
          </p:nvSpPr>
          <p:spPr>
            <a:xfrm rot="1352048" flipH="1">
              <a:off x="-1731722" y="3619249"/>
              <a:ext cx="39799" cy="42368"/>
            </a:xfrm>
            <a:custGeom>
              <a:avLst/>
              <a:gdLst/>
              <a:ahLst/>
              <a:cxnLst/>
              <a:rect l="l" t="t" r="r" b="b"/>
              <a:pathLst>
                <a:path w="33" h="35" extrusionOk="0">
                  <a:moveTo>
                    <a:pt x="33" y="35"/>
                  </a:moveTo>
                  <a:cubicBezTo>
                    <a:pt x="28" y="33"/>
                    <a:pt x="22" y="31"/>
                    <a:pt x="17" y="28"/>
                  </a:cubicBezTo>
                  <a:cubicBezTo>
                    <a:pt x="0" y="0"/>
                    <a:pt x="0" y="0"/>
                    <a:pt x="0" y="0"/>
                  </a:cubicBezTo>
                  <a:cubicBezTo>
                    <a:pt x="6" y="2"/>
                    <a:pt x="11" y="4"/>
                    <a:pt x="17" y="6"/>
                  </a:cubicBezTo>
                  <a:cubicBezTo>
                    <a:pt x="22" y="16"/>
                    <a:pt x="28" y="25"/>
                    <a:pt x="33" y="35"/>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64" name="Google Shape;1064;p40"/>
            <p:cNvSpPr/>
            <p:nvPr/>
          </p:nvSpPr>
          <p:spPr>
            <a:xfrm rot="1352046" flipH="1">
              <a:off x="-1733403" y="3621242"/>
              <a:ext cx="20542" cy="35949"/>
            </a:xfrm>
            <a:custGeom>
              <a:avLst/>
              <a:gdLst/>
              <a:ahLst/>
              <a:cxnLst/>
              <a:rect l="l" t="t" r="r" b="b"/>
              <a:pathLst>
                <a:path w="17" h="29" extrusionOk="0">
                  <a:moveTo>
                    <a:pt x="16" y="29"/>
                  </a:moveTo>
                  <a:cubicBezTo>
                    <a:pt x="0" y="0"/>
                    <a:pt x="0" y="0"/>
                    <a:pt x="0" y="0"/>
                  </a:cubicBezTo>
                  <a:cubicBezTo>
                    <a:pt x="1" y="0"/>
                    <a:pt x="1" y="0"/>
                    <a:pt x="1" y="0"/>
                  </a:cubicBezTo>
                  <a:cubicBezTo>
                    <a:pt x="6" y="10"/>
                    <a:pt x="12" y="19"/>
                    <a:pt x="17" y="29"/>
                  </a:cubicBezTo>
                  <a:lnTo>
                    <a:pt x="16" y="29"/>
                  </a:ln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65" name="Google Shape;1065;p40"/>
            <p:cNvSpPr/>
            <p:nvPr/>
          </p:nvSpPr>
          <p:spPr>
            <a:xfrm rot="1352048" flipH="1">
              <a:off x="-2693777" y="1544924"/>
              <a:ext cx="2060594" cy="2001561"/>
            </a:xfrm>
            <a:custGeom>
              <a:avLst/>
              <a:gdLst/>
              <a:ahLst/>
              <a:cxnLst/>
              <a:rect l="l" t="t" r="r" b="b"/>
              <a:pathLst>
                <a:path w="1701" h="1652" extrusionOk="0">
                  <a:moveTo>
                    <a:pt x="1701" y="258"/>
                  </a:moveTo>
                  <a:cubicBezTo>
                    <a:pt x="1694" y="266"/>
                    <a:pt x="1694" y="266"/>
                    <a:pt x="1694" y="266"/>
                  </a:cubicBezTo>
                  <a:cubicBezTo>
                    <a:pt x="1225" y="34"/>
                    <a:pt x="1225" y="34"/>
                    <a:pt x="1225" y="34"/>
                  </a:cubicBezTo>
                  <a:cubicBezTo>
                    <a:pt x="1185" y="14"/>
                    <a:pt x="1125" y="31"/>
                    <a:pt x="1090" y="72"/>
                  </a:cubicBezTo>
                  <a:cubicBezTo>
                    <a:pt x="100" y="1247"/>
                    <a:pt x="100" y="1247"/>
                    <a:pt x="100" y="1247"/>
                  </a:cubicBezTo>
                  <a:cubicBezTo>
                    <a:pt x="57" y="1298"/>
                    <a:pt x="57" y="1298"/>
                    <a:pt x="57" y="1298"/>
                  </a:cubicBezTo>
                  <a:cubicBezTo>
                    <a:pt x="22" y="1339"/>
                    <a:pt x="27" y="1388"/>
                    <a:pt x="67" y="1408"/>
                  </a:cubicBezTo>
                  <a:cubicBezTo>
                    <a:pt x="536" y="1641"/>
                    <a:pt x="536" y="1641"/>
                    <a:pt x="536" y="1641"/>
                  </a:cubicBezTo>
                  <a:cubicBezTo>
                    <a:pt x="526" y="1652"/>
                    <a:pt x="526" y="1652"/>
                    <a:pt x="526" y="1652"/>
                  </a:cubicBezTo>
                  <a:cubicBezTo>
                    <a:pt x="49" y="1415"/>
                    <a:pt x="49" y="1415"/>
                    <a:pt x="49" y="1415"/>
                  </a:cubicBezTo>
                  <a:cubicBezTo>
                    <a:pt x="5" y="1393"/>
                    <a:pt x="0" y="1339"/>
                    <a:pt x="38" y="1295"/>
                  </a:cubicBezTo>
                  <a:cubicBezTo>
                    <a:pt x="1076" y="63"/>
                    <a:pt x="1076" y="63"/>
                    <a:pt x="1076" y="63"/>
                  </a:cubicBezTo>
                  <a:cubicBezTo>
                    <a:pt x="1113" y="19"/>
                    <a:pt x="1180" y="0"/>
                    <a:pt x="1223" y="21"/>
                  </a:cubicBezTo>
                  <a:lnTo>
                    <a:pt x="1701" y="258"/>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66" name="Google Shape;1066;p40"/>
            <p:cNvSpPr/>
            <p:nvPr/>
          </p:nvSpPr>
          <p:spPr>
            <a:xfrm rot="1352050" flipH="1">
              <a:off x="-1884522" y="3495476"/>
              <a:ext cx="52638" cy="64194"/>
            </a:xfrm>
            <a:custGeom>
              <a:avLst/>
              <a:gdLst/>
              <a:ahLst/>
              <a:cxnLst/>
              <a:rect l="l" t="t" r="r" b="b"/>
              <a:pathLst>
                <a:path w="43" h="53" extrusionOk="0">
                  <a:moveTo>
                    <a:pt x="43" y="29"/>
                  </a:moveTo>
                  <a:cubicBezTo>
                    <a:pt x="35" y="38"/>
                    <a:pt x="26" y="46"/>
                    <a:pt x="17" y="53"/>
                  </a:cubicBezTo>
                  <a:cubicBezTo>
                    <a:pt x="11" y="44"/>
                    <a:pt x="6" y="34"/>
                    <a:pt x="0" y="25"/>
                  </a:cubicBezTo>
                  <a:cubicBezTo>
                    <a:pt x="10" y="18"/>
                    <a:pt x="19" y="9"/>
                    <a:pt x="26" y="0"/>
                  </a:cubicBezTo>
                  <a:cubicBezTo>
                    <a:pt x="31" y="9"/>
                    <a:pt x="38" y="20"/>
                    <a:pt x="43"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67" name="Google Shape;1067;p40"/>
            <p:cNvSpPr/>
            <p:nvPr/>
          </p:nvSpPr>
          <p:spPr>
            <a:xfrm rot="1352048" flipH="1">
              <a:off x="-1787436" y="3610222"/>
              <a:ext cx="74464" cy="41084"/>
            </a:xfrm>
            <a:custGeom>
              <a:avLst/>
              <a:gdLst/>
              <a:ahLst/>
              <a:cxnLst/>
              <a:rect l="l" t="t" r="r" b="b"/>
              <a:pathLst>
                <a:path w="61" h="34" extrusionOk="0">
                  <a:moveTo>
                    <a:pt x="61" y="32"/>
                  </a:moveTo>
                  <a:cubicBezTo>
                    <a:pt x="46" y="34"/>
                    <a:pt x="30" y="33"/>
                    <a:pt x="16" y="29"/>
                  </a:cubicBezTo>
                  <a:cubicBezTo>
                    <a:pt x="11" y="19"/>
                    <a:pt x="5" y="10"/>
                    <a:pt x="0" y="0"/>
                  </a:cubicBezTo>
                  <a:cubicBezTo>
                    <a:pt x="14" y="4"/>
                    <a:pt x="29" y="5"/>
                    <a:pt x="45" y="3"/>
                  </a:cubicBezTo>
                  <a:cubicBezTo>
                    <a:pt x="50" y="13"/>
                    <a:pt x="56" y="22"/>
                    <a:pt x="61" y="32"/>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68" name="Google Shape;1068;p40"/>
            <p:cNvSpPr/>
            <p:nvPr/>
          </p:nvSpPr>
          <p:spPr>
            <a:xfrm rot="1352048" flipH="1">
              <a:off x="-1792787" y="3600981"/>
              <a:ext cx="28245" cy="35949"/>
            </a:xfrm>
            <a:custGeom>
              <a:avLst/>
              <a:gdLst/>
              <a:ahLst/>
              <a:cxnLst/>
              <a:rect l="l" t="t" r="r" b="b"/>
              <a:pathLst>
                <a:path w="23" h="30" extrusionOk="0">
                  <a:moveTo>
                    <a:pt x="23" y="29"/>
                  </a:moveTo>
                  <a:cubicBezTo>
                    <a:pt x="21" y="29"/>
                    <a:pt x="19" y="30"/>
                    <a:pt x="16" y="30"/>
                  </a:cubicBezTo>
                  <a:cubicBezTo>
                    <a:pt x="11" y="20"/>
                    <a:pt x="5" y="11"/>
                    <a:pt x="0" y="1"/>
                  </a:cubicBezTo>
                  <a:cubicBezTo>
                    <a:pt x="2" y="1"/>
                    <a:pt x="4" y="1"/>
                    <a:pt x="6" y="0"/>
                  </a:cubicBezTo>
                  <a:cubicBezTo>
                    <a:pt x="12" y="10"/>
                    <a:pt x="17" y="19"/>
                    <a:pt x="23"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69" name="Google Shape;1069;p40"/>
            <p:cNvSpPr/>
            <p:nvPr/>
          </p:nvSpPr>
          <p:spPr>
            <a:xfrm rot="1352046" flipH="1">
              <a:off x="-1859555" y="3531263"/>
              <a:ext cx="20542" cy="33381"/>
            </a:xfrm>
            <a:custGeom>
              <a:avLst/>
              <a:gdLst/>
              <a:ahLst/>
              <a:cxnLst/>
              <a:rect l="l" t="t" r="r" b="b"/>
              <a:pathLst>
                <a:path w="17" h="28" extrusionOk="0">
                  <a:moveTo>
                    <a:pt x="17" y="28"/>
                  </a:moveTo>
                  <a:cubicBezTo>
                    <a:pt x="11" y="19"/>
                    <a:pt x="6" y="9"/>
                    <a:pt x="0" y="0"/>
                  </a:cubicBezTo>
                  <a:cubicBezTo>
                    <a:pt x="0" y="0"/>
                    <a:pt x="0" y="0"/>
                    <a:pt x="0" y="0"/>
                  </a:cubicBezTo>
                  <a:cubicBezTo>
                    <a:pt x="6" y="9"/>
                    <a:pt x="11" y="19"/>
                    <a:pt x="17"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70" name="Google Shape;1070;p40"/>
            <p:cNvSpPr/>
            <p:nvPr/>
          </p:nvSpPr>
          <p:spPr>
            <a:xfrm rot="1352048" flipH="1">
              <a:off x="-1835722" y="3578054"/>
              <a:ext cx="68044" cy="48787"/>
            </a:xfrm>
            <a:custGeom>
              <a:avLst/>
              <a:gdLst/>
              <a:ahLst/>
              <a:cxnLst/>
              <a:rect l="l" t="t" r="r" b="b"/>
              <a:pathLst>
                <a:path w="56" h="40" extrusionOk="0">
                  <a:moveTo>
                    <a:pt x="17" y="40"/>
                  </a:moveTo>
                  <a:cubicBezTo>
                    <a:pt x="16" y="38"/>
                    <a:pt x="14" y="35"/>
                    <a:pt x="13" y="33"/>
                  </a:cubicBezTo>
                  <a:cubicBezTo>
                    <a:pt x="11" y="29"/>
                    <a:pt x="8" y="25"/>
                    <a:pt x="6" y="21"/>
                  </a:cubicBezTo>
                  <a:cubicBezTo>
                    <a:pt x="6" y="21"/>
                    <a:pt x="6" y="20"/>
                    <a:pt x="5" y="20"/>
                  </a:cubicBezTo>
                  <a:cubicBezTo>
                    <a:pt x="5" y="19"/>
                    <a:pt x="4" y="18"/>
                    <a:pt x="4" y="17"/>
                  </a:cubicBezTo>
                  <a:cubicBezTo>
                    <a:pt x="3" y="16"/>
                    <a:pt x="3" y="16"/>
                    <a:pt x="3" y="15"/>
                  </a:cubicBezTo>
                  <a:cubicBezTo>
                    <a:pt x="2" y="15"/>
                    <a:pt x="2" y="13"/>
                    <a:pt x="1" y="13"/>
                  </a:cubicBezTo>
                  <a:cubicBezTo>
                    <a:pt x="1" y="12"/>
                    <a:pt x="0" y="12"/>
                    <a:pt x="0" y="11"/>
                  </a:cubicBezTo>
                  <a:cubicBezTo>
                    <a:pt x="13" y="9"/>
                    <a:pt x="27" y="5"/>
                    <a:pt x="39" y="0"/>
                  </a:cubicBezTo>
                  <a:cubicBezTo>
                    <a:pt x="45" y="9"/>
                    <a:pt x="50" y="19"/>
                    <a:pt x="56" y="28"/>
                  </a:cubicBezTo>
                  <a:cubicBezTo>
                    <a:pt x="43" y="34"/>
                    <a:pt x="30" y="38"/>
                    <a:pt x="17" y="4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71" name="Google Shape;1071;p40"/>
            <p:cNvSpPr/>
            <p:nvPr/>
          </p:nvSpPr>
          <p:spPr>
            <a:xfrm rot="1352046" flipH="1">
              <a:off x="-1833181" y="3567812"/>
              <a:ext cx="23109" cy="34664"/>
            </a:xfrm>
            <a:custGeom>
              <a:avLst/>
              <a:gdLst/>
              <a:ahLst/>
              <a:cxnLst/>
              <a:rect l="l" t="t" r="r" b="b"/>
              <a:pathLst>
                <a:path w="19" h="29" extrusionOk="0">
                  <a:moveTo>
                    <a:pt x="17" y="29"/>
                  </a:moveTo>
                  <a:cubicBezTo>
                    <a:pt x="11" y="20"/>
                    <a:pt x="6" y="10"/>
                    <a:pt x="0" y="1"/>
                  </a:cubicBezTo>
                  <a:cubicBezTo>
                    <a:pt x="1" y="0"/>
                    <a:pt x="2" y="0"/>
                    <a:pt x="2" y="0"/>
                  </a:cubicBezTo>
                  <a:cubicBezTo>
                    <a:pt x="8" y="9"/>
                    <a:pt x="13" y="19"/>
                    <a:pt x="19" y="28"/>
                  </a:cubicBezTo>
                  <a:cubicBezTo>
                    <a:pt x="18" y="29"/>
                    <a:pt x="17" y="29"/>
                    <a:pt x="17" y="29"/>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72" name="Google Shape;1072;p40"/>
            <p:cNvSpPr/>
            <p:nvPr/>
          </p:nvSpPr>
          <p:spPr>
            <a:xfrm rot="1352047" flipH="1">
              <a:off x="-1865454" y="3537761"/>
              <a:ext cx="59058" cy="56491"/>
            </a:xfrm>
            <a:custGeom>
              <a:avLst/>
              <a:gdLst/>
              <a:ahLst/>
              <a:cxnLst/>
              <a:rect l="l" t="t" r="r" b="b"/>
              <a:pathLst>
                <a:path w="49" h="47" extrusionOk="0">
                  <a:moveTo>
                    <a:pt x="49" y="28"/>
                  </a:moveTo>
                  <a:cubicBezTo>
                    <a:pt x="39" y="36"/>
                    <a:pt x="28" y="42"/>
                    <a:pt x="17" y="47"/>
                  </a:cubicBezTo>
                  <a:cubicBezTo>
                    <a:pt x="11" y="38"/>
                    <a:pt x="6" y="28"/>
                    <a:pt x="0" y="19"/>
                  </a:cubicBezTo>
                  <a:cubicBezTo>
                    <a:pt x="12" y="14"/>
                    <a:pt x="22" y="7"/>
                    <a:pt x="32" y="0"/>
                  </a:cubicBezTo>
                  <a:cubicBezTo>
                    <a:pt x="38" y="9"/>
                    <a:pt x="43" y="19"/>
                    <a:pt x="49" y="28"/>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73" name="Google Shape;1073;p40"/>
            <p:cNvSpPr/>
            <p:nvPr/>
          </p:nvSpPr>
          <p:spPr>
            <a:xfrm rot="1352045" flipH="1">
              <a:off x="-2786996" y="1824600"/>
              <a:ext cx="1277441" cy="1527817"/>
            </a:xfrm>
            <a:custGeom>
              <a:avLst/>
              <a:gdLst/>
              <a:ahLst/>
              <a:cxnLst/>
              <a:rect l="l" t="t" r="r" b="b"/>
              <a:pathLst>
                <a:path w="995" h="1190" extrusionOk="0">
                  <a:moveTo>
                    <a:pt x="980" y="0"/>
                  </a:moveTo>
                  <a:lnTo>
                    <a:pt x="995" y="27"/>
                  </a:lnTo>
                  <a:lnTo>
                    <a:pt x="15" y="1190"/>
                  </a:lnTo>
                  <a:lnTo>
                    <a:pt x="0" y="1162"/>
                  </a:lnTo>
                  <a:lnTo>
                    <a:pt x="980" y="0"/>
                  </a:ln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74" name="Google Shape;1074;p40"/>
            <p:cNvSpPr/>
            <p:nvPr/>
          </p:nvSpPr>
          <p:spPr>
            <a:xfrm rot="1352066" flipH="1">
              <a:off x="-1828968" y="3223085"/>
              <a:ext cx="829049" cy="495913"/>
            </a:xfrm>
            <a:custGeom>
              <a:avLst/>
              <a:gdLst/>
              <a:ahLst/>
              <a:cxnLst/>
              <a:rect l="l" t="t" r="r" b="b"/>
              <a:pathLst>
                <a:path w="691" h="414" extrusionOk="0">
                  <a:moveTo>
                    <a:pt x="691" y="304"/>
                  </a:moveTo>
                  <a:cubicBezTo>
                    <a:pt x="648" y="356"/>
                    <a:pt x="648" y="356"/>
                    <a:pt x="648" y="356"/>
                  </a:cubicBezTo>
                  <a:cubicBezTo>
                    <a:pt x="614" y="396"/>
                    <a:pt x="553" y="414"/>
                    <a:pt x="514" y="394"/>
                  </a:cubicBezTo>
                  <a:cubicBezTo>
                    <a:pt x="45" y="161"/>
                    <a:pt x="45" y="161"/>
                    <a:pt x="45" y="161"/>
                  </a:cubicBezTo>
                  <a:cubicBezTo>
                    <a:pt x="5" y="141"/>
                    <a:pt x="0" y="92"/>
                    <a:pt x="35" y="51"/>
                  </a:cubicBezTo>
                  <a:cubicBezTo>
                    <a:pt x="78" y="0"/>
                    <a:pt x="78" y="0"/>
                    <a:pt x="78" y="0"/>
                  </a:cubicBezTo>
                  <a:cubicBezTo>
                    <a:pt x="90" y="6"/>
                    <a:pt x="90" y="6"/>
                    <a:pt x="90" y="6"/>
                  </a:cubicBezTo>
                  <a:cubicBezTo>
                    <a:pt x="65" y="37"/>
                    <a:pt x="68" y="74"/>
                    <a:pt x="98" y="88"/>
                  </a:cubicBezTo>
                  <a:cubicBezTo>
                    <a:pt x="290" y="184"/>
                    <a:pt x="290" y="184"/>
                    <a:pt x="290" y="184"/>
                  </a:cubicBezTo>
                  <a:cubicBezTo>
                    <a:pt x="577" y="326"/>
                    <a:pt x="577" y="326"/>
                    <a:pt x="577" y="326"/>
                  </a:cubicBezTo>
                  <a:cubicBezTo>
                    <a:pt x="607" y="341"/>
                    <a:pt x="652" y="328"/>
                    <a:pt x="678" y="298"/>
                  </a:cubicBezTo>
                  <a:lnTo>
                    <a:pt x="691" y="304"/>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75" name="Google Shape;1075;p40"/>
            <p:cNvSpPr/>
            <p:nvPr/>
          </p:nvSpPr>
          <p:spPr>
            <a:xfrm rot="1352045" flipH="1">
              <a:off x="-2782117" y="1512933"/>
              <a:ext cx="2164582" cy="2063192"/>
            </a:xfrm>
            <a:custGeom>
              <a:avLst/>
              <a:gdLst/>
              <a:ahLst/>
              <a:cxnLst/>
              <a:rect l="l" t="t" r="r" b="b"/>
              <a:pathLst>
                <a:path w="1786" h="1703" extrusionOk="0">
                  <a:moveTo>
                    <a:pt x="1728" y="263"/>
                  </a:moveTo>
                  <a:cubicBezTo>
                    <a:pt x="1250" y="26"/>
                    <a:pt x="1250" y="26"/>
                    <a:pt x="1250" y="26"/>
                  </a:cubicBezTo>
                  <a:cubicBezTo>
                    <a:pt x="1198" y="0"/>
                    <a:pt x="1119" y="22"/>
                    <a:pt x="1074" y="76"/>
                  </a:cubicBezTo>
                  <a:cubicBezTo>
                    <a:pt x="949" y="224"/>
                    <a:pt x="949" y="224"/>
                    <a:pt x="949" y="224"/>
                  </a:cubicBezTo>
                  <a:cubicBezTo>
                    <a:pt x="756" y="452"/>
                    <a:pt x="756" y="452"/>
                    <a:pt x="756" y="452"/>
                  </a:cubicBezTo>
                  <a:cubicBezTo>
                    <a:pt x="45" y="1297"/>
                    <a:pt x="45" y="1297"/>
                    <a:pt x="45" y="1297"/>
                  </a:cubicBezTo>
                  <a:cubicBezTo>
                    <a:pt x="0" y="1350"/>
                    <a:pt x="5" y="1414"/>
                    <a:pt x="58" y="1440"/>
                  </a:cubicBezTo>
                  <a:cubicBezTo>
                    <a:pt x="536" y="1677"/>
                    <a:pt x="536" y="1677"/>
                    <a:pt x="536" y="1677"/>
                  </a:cubicBezTo>
                  <a:cubicBezTo>
                    <a:pt x="588" y="1703"/>
                    <a:pt x="667" y="1681"/>
                    <a:pt x="712" y="1628"/>
                  </a:cubicBezTo>
                  <a:cubicBezTo>
                    <a:pt x="1741" y="407"/>
                    <a:pt x="1741" y="407"/>
                    <a:pt x="1741" y="407"/>
                  </a:cubicBezTo>
                  <a:cubicBezTo>
                    <a:pt x="1786" y="353"/>
                    <a:pt x="1780" y="289"/>
                    <a:pt x="1728" y="263"/>
                  </a:cubicBezTo>
                  <a:close/>
                  <a:moveTo>
                    <a:pt x="1736" y="405"/>
                  </a:moveTo>
                  <a:cubicBezTo>
                    <a:pt x="707" y="1625"/>
                    <a:pt x="707" y="1625"/>
                    <a:pt x="707" y="1625"/>
                  </a:cubicBezTo>
                  <a:cubicBezTo>
                    <a:pt x="664" y="1676"/>
                    <a:pt x="589" y="1698"/>
                    <a:pt x="539" y="1673"/>
                  </a:cubicBezTo>
                  <a:cubicBezTo>
                    <a:pt x="62" y="1436"/>
                    <a:pt x="62" y="1436"/>
                    <a:pt x="62" y="1436"/>
                  </a:cubicBezTo>
                  <a:cubicBezTo>
                    <a:pt x="12" y="1411"/>
                    <a:pt x="6" y="1350"/>
                    <a:pt x="49" y="1299"/>
                  </a:cubicBezTo>
                  <a:cubicBezTo>
                    <a:pt x="1078" y="78"/>
                    <a:pt x="1078" y="78"/>
                    <a:pt x="1078" y="78"/>
                  </a:cubicBezTo>
                  <a:cubicBezTo>
                    <a:pt x="1121" y="27"/>
                    <a:pt x="1196" y="6"/>
                    <a:pt x="1246" y="30"/>
                  </a:cubicBezTo>
                  <a:cubicBezTo>
                    <a:pt x="1724" y="268"/>
                    <a:pt x="1724" y="268"/>
                    <a:pt x="1724" y="268"/>
                  </a:cubicBezTo>
                  <a:cubicBezTo>
                    <a:pt x="1773" y="292"/>
                    <a:pt x="1779" y="354"/>
                    <a:pt x="1736" y="405"/>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76" name="Google Shape;1076;p40"/>
            <p:cNvSpPr/>
            <p:nvPr/>
          </p:nvSpPr>
          <p:spPr>
            <a:xfrm rot="1352045" flipH="1">
              <a:off x="-1885829" y="1773194"/>
              <a:ext cx="1251764" cy="1489300"/>
            </a:xfrm>
            <a:custGeom>
              <a:avLst/>
              <a:gdLst/>
              <a:ahLst/>
              <a:cxnLst/>
              <a:rect l="l" t="t" r="r" b="b"/>
              <a:pathLst>
                <a:path w="975" h="1160" extrusionOk="0">
                  <a:moveTo>
                    <a:pt x="975" y="8"/>
                  </a:moveTo>
                  <a:lnTo>
                    <a:pt x="971" y="0"/>
                  </a:lnTo>
                  <a:lnTo>
                    <a:pt x="0" y="1153"/>
                  </a:lnTo>
                  <a:lnTo>
                    <a:pt x="4" y="1160"/>
                  </a:lnTo>
                  <a:lnTo>
                    <a:pt x="975" y="8"/>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77" name="Google Shape;1077;p40"/>
            <p:cNvSpPr/>
            <p:nvPr/>
          </p:nvSpPr>
          <p:spPr>
            <a:xfrm rot="1352047" flipH="1">
              <a:off x="-1639046" y="1601260"/>
              <a:ext cx="26961" cy="24393"/>
            </a:xfrm>
            <a:custGeom>
              <a:avLst/>
              <a:gdLst/>
              <a:ahLst/>
              <a:cxnLst/>
              <a:rect l="l" t="t" r="r" b="b"/>
              <a:pathLst>
                <a:path w="21" h="19" extrusionOk="0">
                  <a:moveTo>
                    <a:pt x="7" y="19"/>
                  </a:moveTo>
                  <a:lnTo>
                    <a:pt x="21" y="3"/>
                  </a:lnTo>
                  <a:lnTo>
                    <a:pt x="14" y="0"/>
                  </a:lnTo>
                  <a:lnTo>
                    <a:pt x="0" y="16"/>
                  </a:lnTo>
                  <a:lnTo>
                    <a:pt x="7" y="1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78" name="Google Shape;1078;p40"/>
            <p:cNvSpPr/>
            <p:nvPr/>
          </p:nvSpPr>
          <p:spPr>
            <a:xfrm rot="1352050" flipH="1">
              <a:off x="-2797886" y="1709302"/>
              <a:ext cx="1489275" cy="1719118"/>
            </a:xfrm>
            <a:custGeom>
              <a:avLst/>
              <a:gdLst/>
              <a:ahLst/>
              <a:cxnLst/>
              <a:rect l="l" t="t" r="r" b="b"/>
              <a:pathLst>
                <a:path w="1229" h="1418" extrusionOk="0">
                  <a:moveTo>
                    <a:pt x="1181" y="4"/>
                  </a:moveTo>
                  <a:cubicBezTo>
                    <a:pt x="1224" y="25"/>
                    <a:pt x="1229" y="79"/>
                    <a:pt x="1192" y="124"/>
                  </a:cubicBezTo>
                  <a:cubicBezTo>
                    <a:pt x="154" y="1355"/>
                    <a:pt x="154" y="1355"/>
                    <a:pt x="154" y="1355"/>
                  </a:cubicBezTo>
                  <a:cubicBezTo>
                    <a:pt x="116" y="1400"/>
                    <a:pt x="50" y="1418"/>
                    <a:pt x="7" y="1397"/>
                  </a:cubicBezTo>
                  <a:cubicBezTo>
                    <a:pt x="0" y="1394"/>
                    <a:pt x="0" y="1394"/>
                    <a:pt x="0" y="1394"/>
                  </a:cubicBezTo>
                  <a:cubicBezTo>
                    <a:pt x="10" y="1383"/>
                    <a:pt x="10" y="1383"/>
                    <a:pt x="10" y="1383"/>
                  </a:cubicBezTo>
                  <a:cubicBezTo>
                    <a:pt x="49" y="1403"/>
                    <a:pt x="110" y="1385"/>
                    <a:pt x="144" y="1345"/>
                  </a:cubicBezTo>
                  <a:cubicBezTo>
                    <a:pt x="187" y="1293"/>
                    <a:pt x="187" y="1293"/>
                    <a:pt x="187" y="1293"/>
                  </a:cubicBezTo>
                  <a:cubicBezTo>
                    <a:pt x="1178" y="118"/>
                    <a:pt x="1178" y="118"/>
                    <a:pt x="1178" y="118"/>
                  </a:cubicBezTo>
                  <a:cubicBezTo>
                    <a:pt x="1212" y="78"/>
                    <a:pt x="1208" y="28"/>
                    <a:pt x="1168" y="8"/>
                  </a:cubicBezTo>
                  <a:cubicBezTo>
                    <a:pt x="1175" y="0"/>
                    <a:pt x="1175" y="0"/>
                    <a:pt x="1175" y="0"/>
                  </a:cubicBezTo>
                  <a:lnTo>
                    <a:pt x="1181"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79" name="Google Shape;1079;p40"/>
            <p:cNvSpPr/>
            <p:nvPr/>
          </p:nvSpPr>
          <p:spPr>
            <a:xfrm rot="1352048" flipH="1">
              <a:off x="-2773182" y="1519596"/>
              <a:ext cx="2147896" cy="2050355"/>
            </a:xfrm>
            <a:custGeom>
              <a:avLst/>
              <a:gdLst/>
              <a:ahLst/>
              <a:cxnLst/>
              <a:rect l="l" t="t" r="r" b="b"/>
              <a:pathLst>
                <a:path w="1773" h="1692" extrusionOk="0">
                  <a:moveTo>
                    <a:pt x="1718" y="262"/>
                  </a:moveTo>
                  <a:cubicBezTo>
                    <a:pt x="1240" y="24"/>
                    <a:pt x="1240" y="24"/>
                    <a:pt x="1240" y="24"/>
                  </a:cubicBezTo>
                  <a:cubicBezTo>
                    <a:pt x="1190" y="0"/>
                    <a:pt x="1115" y="21"/>
                    <a:pt x="1072" y="72"/>
                  </a:cubicBezTo>
                  <a:cubicBezTo>
                    <a:pt x="1077" y="80"/>
                    <a:pt x="1077" y="80"/>
                    <a:pt x="1077" y="80"/>
                  </a:cubicBezTo>
                  <a:cubicBezTo>
                    <a:pt x="1084" y="72"/>
                    <a:pt x="1084" y="72"/>
                    <a:pt x="1084" y="72"/>
                  </a:cubicBezTo>
                  <a:cubicBezTo>
                    <a:pt x="1121" y="28"/>
                    <a:pt x="1188" y="9"/>
                    <a:pt x="1231" y="30"/>
                  </a:cubicBezTo>
                  <a:cubicBezTo>
                    <a:pt x="1709" y="267"/>
                    <a:pt x="1709" y="267"/>
                    <a:pt x="1709" y="267"/>
                  </a:cubicBezTo>
                  <a:cubicBezTo>
                    <a:pt x="1715" y="271"/>
                    <a:pt x="1715" y="271"/>
                    <a:pt x="1715" y="271"/>
                  </a:cubicBezTo>
                  <a:cubicBezTo>
                    <a:pt x="1758" y="292"/>
                    <a:pt x="1763" y="346"/>
                    <a:pt x="1726" y="391"/>
                  </a:cubicBezTo>
                  <a:cubicBezTo>
                    <a:pt x="688" y="1622"/>
                    <a:pt x="688" y="1622"/>
                    <a:pt x="688" y="1622"/>
                  </a:cubicBezTo>
                  <a:cubicBezTo>
                    <a:pt x="650" y="1667"/>
                    <a:pt x="584" y="1685"/>
                    <a:pt x="541" y="1664"/>
                  </a:cubicBezTo>
                  <a:cubicBezTo>
                    <a:pt x="534" y="1661"/>
                    <a:pt x="534" y="1661"/>
                    <a:pt x="534" y="1661"/>
                  </a:cubicBezTo>
                  <a:cubicBezTo>
                    <a:pt x="57" y="1424"/>
                    <a:pt x="57" y="1424"/>
                    <a:pt x="57" y="1424"/>
                  </a:cubicBezTo>
                  <a:cubicBezTo>
                    <a:pt x="13" y="1402"/>
                    <a:pt x="8" y="1348"/>
                    <a:pt x="46" y="1304"/>
                  </a:cubicBezTo>
                  <a:cubicBezTo>
                    <a:pt x="48" y="1301"/>
                    <a:pt x="48" y="1301"/>
                    <a:pt x="48" y="1301"/>
                  </a:cubicBezTo>
                  <a:cubicBezTo>
                    <a:pt x="43" y="1293"/>
                    <a:pt x="43" y="1293"/>
                    <a:pt x="43" y="1293"/>
                  </a:cubicBezTo>
                  <a:cubicBezTo>
                    <a:pt x="0" y="1344"/>
                    <a:pt x="6" y="1405"/>
                    <a:pt x="55" y="1430"/>
                  </a:cubicBezTo>
                  <a:cubicBezTo>
                    <a:pt x="533" y="1667"/>
                    <a:pt x="533" y="1667"/>
                    <a:pt x="533" y="1667"/>
                  </a:cubicBezTo>
                  <a:cubicBezTo>
                    <a:pt x="583" y="1692"/>
                    <a:pt x="658" y="1670"/>
                    <a:pt x="701" y="1619"/>
                  </a:cubicBezTo>
                  <a:cubicBezTo>
                    <a:pt x="1730" y="399"/>
                    <a:pt x="1730" y="399"/>
                    <a:pt x="1730" y="399"/>
                  </a:cubicBezTo>
                  <a:cubicBezTo>
                    <a:pt x="1773" y="348"/>
                    <a:pt x="1767" y="286"/>
                    <a:pt x="1718" y="262"/>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80" name="Google Shape;1080;p40"/>
            <p:cNvSpPr/>
            <p:nvPr/>
          </p:nvSpPr>
          <p:spPr>
            <a:xfrm rot="1352045" flipH="1">
              <a:off x="-1536664" y="1849330"/>
              <a:ext cx="236230" cy="282453"/>
            </a:xfrm>
            <a:custGeom>
              <a:avLst/>
              <a:gdLst/>
              <a:ahLst/>
              <a:cxnLst/>
              <a:rect l="l" t="t" r="r" b="b"/>
              <a:pathLst>
                <a:path w="184" h="220" extrusionOk="0">
                  <a:moveTo>
                    <a:pt x="184" y="4"/>
                  </a:moveTo>
                  <a:lnTo>
                    <a:pt x="182" y="0"/>
                  </a:lnTo>
                  <a:lnTo>
                    <a:pt x="0" y="215"/>
                  </a:lnTo>
                  <a:lnTo>
                    <a:pt x="3" y="220"/>
                  </a:lnTo>
                  <a:lnTo>
                    <a:pt x="184" y="4"/>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81" name="Google Shape;1081;p40"/>
            <p:cNvSpPr/>
            <p:nvPr/>
          </p:nvSpPr>
          <p:spPr>
            <a:xfrm rot="1352049" flipH="1">
              <a:off x="-2330847" y="1602764"/>
              <a:ext cx="130954" cy="93723"/>
            </a:xfrm>
            <a:custGeom>
              <a:avLst/>
              <a:gdLst/>
              <a:ahLst/>
              <a:cxnLst/>
              <a:rect l="l" t="t" r="r" b="b"/>
              <a:pathLst>
                <a:path w="108" h="77" extrusionOk="0">
                  <a:moveTo>
                    <a:pt x="101" y="47"/>
                  </a:moveTo>
                  <a:cubicBezTo>
                    <a:pt x="83" y="68"/>
                    <a:pt x="83" y="68"/>
                    <a:pt x="83" y="68"/>
                  </a:cubicBezTo>
                  <a:cubicBezTo>
                    <a:pt x="86" y="69"/>
                    <a:pt x="86" y="69"/>
                    <a:pt x="86" y="69"/>
                  </a:cubicBezTo>
                  <a:cubicBezTo>
                    <a:pt x="81" y="74"/>
                    <a:pt x="73" y="77"/>
                    <a:pt x="67" y="74"/>
                  </a:cubicBezTo>
                  <a:cubicBezTo>
                    <a:pt x="6" y="44"/>
                    <a:pt x="6" y="44"/>
                    <a:pt x="6" y="44"/>
                  </a:cubicBezTo>
                  <a:cubicBezTo>
                    <a:pt x="1" y="41"/>
                    <a:pt x="0" y="34"/>
                    <a:pt x="5" y="29"/>
                  </a:cubicBezTo>
                  <a:cubicBezTo>
                    <a:pt x="23" y="8"/>
                    <a:pt x="23" y="8"/>
                    <a:pt x="23" y="8"/>
                  </a:cubicBezTo>
                  <a:cubicBezTo>
                    <a:pt x="27" y="3"/>
                    <a:pt x="35" y="0"/>
                    <a:pt x="41" y="3"/>
                  </a:cubicBezTo>
                  <a:cubicBezTo>
                    <a:pt x="102" y="33"/>
                    <a:pt x="102" y="33"/>
                    <a:pt x="102" y="33"/>
                  </a:cubicBezTo>
                  <a:cubicBezTo>
                    <a:pt x="107" y="36"/>
                    <a:pt x="108" y="42"/>
                    <a:pt x="103" y="48"/>
                  </a:cubicBezTo>
                  <a:lnTo>
                    <a:pt x="101" y="47"/>
                  </a:lnTo>
                  <a:close/>
                  <a:moveTo>
                    <a:pt x="81" y="67"/>
                  </a:moveTo>
                  <a:cubicBezTo>
                    <a:pt x="99" y="46"/>
                    <a:pt x="99" y="46"/>
                    <a:pt x="99" y="46"/>
                  </a:cubicBezTo>
                  <a:cubicBezTo>
                    <a:pt x="101" y="43"/>
                    <a:pt x="101" y="39"/>
                    <a:pt x="98" y="37"/>
                  </a:cubicBezTo>
                  <a:cubicBezTo>
                    <a:pt x="37" y="7"/>
                    <a:pt x="37" y="7"/>
                    <a:pt x="37" y="7"/>
                  </a:cubicBezTo>
                  <a:cubicBezTo>
                    <a:pt x="34" y="6"/>
                    <a:pt x="30" y="7"/>
                    <a:pt x="27" y="10"/>
                  </a:cubicBezTo>
                  <a:cubicBezTo>
                    <a:pt x="9" y="31"/>
                    <a:pt x="9" y="31"/>
                    <a:pt x="9" y="31"/>
                  </a:cubicBezTo>
                  <a:cubicBezTo>
                    <a:pt x="7" y="34"/>
                    <a:pt x="7" y="38"/>
                    <a:pt x="10" y="39"/>
                  </a:cubicBezTo>
                  <a:cubicBezTo>
                    <a:pt x="71" y="70"/>
                    <a:pt x="71" y="70"/>
                    <a:pt x="71" y="70"/>
                  </a:cubicBezTo>
                  <a:cubicBezTo>
                    <a:pt x="74" y="71"/>
                    <a:pt x="79" y="70"/>
                    <a:pt x="81" y="67"/>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82" name="Google Shape;1082;p40"/>
            <p:cNvSpPr/>
            <p:nvPr/>
          </p:nvSpPr>
          <p:spPr>
            <a:xfrm rot="1352048" flipH="1">
              <a:off x="-1048333" y="3574931"/>
              <a:ext cx="21825" cy="35949"/>
            </a:xfrm>
            <a:custGeom>
              <a:avLst/>
              <a:gdLst/>
              <a:ahLst/>
              <a:cxnLst/>
              <a:rect l="l" t="t" r="r" b="b"/>
              <a:pathLst>
                <a:path w="18" h="29" extrusionOk="0">
                  <a:moveTo>
                    <a:pt x="17" y="28"/>
                  </a:moveTo>
                  <a:cubicBezTo>
                    <a:pt x="16" y="28"/>
                    <a:pt x="16" y="28"/>
                    <a:pt x="16" y="28"/>
                  </a:cubicBezTo>
                  <a:cubicBezTo>
                    <a:pt x="16" y="27"/>
                    <a:pt x="15" y="26"/>
                    <a:pt x="15" y="25"/>
                  </a:cubicBezTo>
                  <a:cubicBezTo>
                    <a:pt x="14" y="24"/>
                    <a:pt x="14" y="23"/>
                    <a:pt x="13" y="22"/>
                  </a:cubicBezTo>
                  <a:cubicBezTo>
                    <a:pt x="9" y="15"/>
                    <a:pt x="5" y="7"/>
                    <a:pt x="0" y="0"/>
                  </a:cubicBezTo>
                  <a:cubicBezTo>
                    <a:pt x="1" y="0"/>
                    <a:pt x="1" y="0"/>
                    <a:pt x="1" y="0"/>
                  </a:cubicBezTo>
                  <a:cubicBezTo>
                    <a:pt x="7" y="10"/>
                    <a:pt x="12" y="19"/>
                    <a:pt x="18" y="29"/>
                  </a:cubicBezTo>
                  <a:lnTo>
                    <a:pt x="17" y="28"/>
                  </a:ln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83" name="Google Shape;1083;p40"/>
            <p:cNvSpPr/>
            <p:nvPr/>
          </p:nvSpPr>
          <p:spPr>
            <a:xfrm rot="1352045" flipH="1">
              <a:off x="-2793763" y="1830198"/>
              <a:ext cx="1267170" cy="1513694"/>
            </a:xfrm>
            <a:custGeom>
              <a:avLst/>
              <a:gdLst/>
              <a:ahLst/>
              <a:cxnLst/>
              <a:rect l="l" t="t" r="r" b="b"/>
              <a:pathLst>
                <a:path w="987" h="1179" extrusionOk="0">
                  <a:moveTo>
                    <a:pt x="971" y="0"/>
                  </a:moveTo>
                  <a:lnTo>
                    <a:pt x="987" y="26"/>
                  </a:lnTo>
                  <a:lnTo>
                    <a:pt x="16" y="1179"/>
                  </a:lnTo>
                  <a:lnTo>
                    <a:pt x="0" y="1151"/>
                  </a:lnTo>
                  <a:lnTo>
                    <a:pt x="971" y="0"/>
                  </a:ln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84" name="Google Shape;1084;p40"/>
            <p:cNvSpPr/>
            <p:nvPr/>
          </p:nvSpPr>
          <p:spPr>
            <a:xfrm rot="1352048" flipH="1">
              <a:off x="-2865665" y="1846038"/>
              <a:ext cx="2145334" cy="1742221"/>
            </a:xfrm>
            <a:custGeom>
              <a:avLst/>
              <a:gdLst/>
              <a:ahLst/>
              <a:cxnLst/>
              <a:rect l="l" t="t" r="r" b="b"/>
              <a:pathLst>
                <a:path w="1771" h="1438" extrusionOk="0">
                  <a:moveTo>
                    <a:pt x="1733" y="141"/>
                  </a:moveTo>
                  <a:cubicBezTo>
                    <a:pt x="704" y="1362"/>
                    <a:pt x="704" y="1362"/>
                    <a:pt x="704" y="1362"/>
                  </a:cubicBezTo>
                  <a:cubicBezTo>
                    <a:pt x="659" y="1416"/>
                    <a:pt x="580" y="1438"/>
                    <a:pt x="528" y="1412"/>
                  </a:cubicBezTo>
                  <a:cubicBezTo>
                    <a:pt x="50" y="1175"/>
                    <a:pt x="50" y="1175"/>
                    <a:pt x="50" y="1175"/>
                  </a:cubicBezTo>
                  <a:cubicBezTo>
                    <a:pt x="35" y="1167"/>
                    <a:pt x="24" y="1157"/>
                    <a:pt x="17" y="1144"/>
                  </a:cubicBezTo>
                  <a:cubicBezTo>
                    <a:pt x="0" y="1116"/>
                    <a:pt x="0" y="1116"/>
                    <a:pt x="0" y="1116"/>
                  </a:cubicBezTo>
                  <a:cubicBezTo>
                    <a:pt x="8" y="1128"/>
                    <a:pt x="19" y="1139"/>
                    <a:pt x="34" y="1146"/>
                  </a:cubicBezTo>
                  <a:cubicBezTo>
                    <a:pt x="512" y="1383"/>
                    <a:pt x="512" y="1383"/>
                    <a:pt x="512" y="1383"/>
                  </a:cubicBezTo>
                  <a:cubicBezTo>
                    <a:pt x="564" y="1409"/>
                    <a:pt x="643" y="1387"/>
                    <a:pt x="688" y="1334"/>
                  </a:cubicBezTo>
                  <a:cubicBezTo>
                    <a:pt x="1717" y="113"/>
                    <a:pt x="1717" y="113"/>
                    <a:pt x="1717" y="113"/>
                  </a:cubicBezTo>
                  <a:cubicBezTo>
                    <a:pt x="1749" y="75"/>
                    <a:pt x="1755" y="31"/>
                    <a:pt x="1737" y="0"/>
                  </a:cubicBezTo>
                  <a:cubicBezTo>
                    <a:pt x="1753" y="28"/>
                    <a:pt x="1753" y="28"/>
                    <a:pt x="1753" y="28"/>
                  </a:cubicBezTo>
                  <a:cubicBezTo>
                    <a:pt x="1771" y="59"/>
                    <a:pt x="1765" y="103"/>
                    <a:pt x="1733" y="141"/>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85" name="Google Shape;1085;p40"/>
            <p:cNvSpPr/>
            <p:nvPr/>
          </p:nvSpPr>
          <p:spPr>
            <a:xfrm rot="1352050" flipH="1">
              <a:off x="-2379554" y="1973610"/>
              <a:ext cx="26961" cy="55206"/>
            </a:xfrm>
            <a:custGeom>
              <a:avLst/>
              <a:gdLst/>
              <a:ahLst/>
              <a:cxnLst/>
              <a:rect l="l" t="t" r="r" b="b"/>
              <a:pathLst>
                <a:path w="22" h="45" extrusionOk="0">
                  <a:moveTo>
                    <a:pt x="3" y="0"/>
                  </a:moveTo>
                  <a:cubicBezTo>
                    <a:pt x="19" y="28"/>
                    <a:pt x="19" y="28"/>
                    <a:pt x="19" y="28"/>
                  </a:cubicBezTo>
                  <a:cubicBezTo>
                    <a:pt x="22" y="33"/>
                    <a:pt x="21" y="40"/>
                    <a:pt x="16" y="45"/>
                  </a:cubicBezTo>
                  <a:cubicBezTo>
                    <a:pt x="0" y="17"/>
                    <a:pt x="0" y="17"/>
                    <a:pt x="0" y="17"/>
                  </a:cubicBezTo>
                  <a:cubicBezTo>
                    <a:pt x="5" y="11"/>
                    <a:pt x="5" y="4"/>
                    <a:pt x="3"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86" name="Google Shape;1086;p40"/>
            <p:cNvSpPr/>
            <p:nvPr/>
          </p:nvSpPr>
          <p:spPr>
            <a:xfrm rot="1352045" flipH="1">
              <a:off x="-2391227" y="2004109"/>
              <a:ext cx="74464" cy="100143"/>
            </a:xfrm>
            <a:custGeom>
              <a:avLst/>
              <a:gdLst/>
              <a:ahLst/>
              <a:cxnLst/>
              <a:rect l="l" t="t" r="r" b="b"/>
              <a:pathLst>
                <a:path w="58" h="78" extrusionOk="0">
                  <a:moveTo>
                    <a:pt x="43" y="0"/>
                  </a:moveTo>
                  <a:lnTo>
                    <a:pt x="58" y="26"/>
                  </a:lnTo>
                  <a:lnTo>
                    <a:pt x="15" y="78"/>
                  </a:lnTo>
                  <a:lnTo>
                    <a:pt x="0" y="50"/>
                  </a:lnTo>
                  <a:lnTo>
                    <a:pt x="43"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87" name="Google Shape;1087;p40"/>
            <p:cNvSpPr/>
            <p:nvPr/>
          </p:nvSpPr>
          <p:spPr>
            <a:xfrm rot="1352051" flipH="1">
              <a:off x="-2354115" y="2082090"/>
              <a:ext cx="51354" cy="48787"/>
            </a:xfrm>
            <a:custGeom>
              <a:avLst/>
              <a:gdLst/>
              <a:ahLst/>
              <a:cxnLst/>
              <a:rect l="l" t="t" r="r" b="b"/>
              <a:pathLst>
                <a:path w="42" h="40" extrusionOk="0">
                  <a:moveTo>
                    <a:pt x="26" y="0"/>
                  </a:moveTo>
                  <a:cubicBezTo>
                    <a:pt x="42" y="29"/>
                    <a:pt x="42" y="29"/>
                    <a:pt x="42" y="29"/>
                  </a:cubicBezTo>
                  <a:cubicBezTo>
                    <a:pt x="36" y="37"/>
                    <a:pt x="24" y="40"/>
                    <a:pt x="16" y="36"/>
                  </a:cubicBezTo>
                  <a:cubicBezTo>
                    <a:pt x="0" y="8"/>
                    <a:pt x="0" y="8"/>
                    <a:pt x="0" y="8"/>
                  </a:cubicBezTo>
                  <a:cubicBezTo>
                    <a:pt x="7" y="11"/>
                    <a:pt x="19" y="8"/>
                    <a:pt x="26" y="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88" name="Google Shape;1088;p40"/>
            <p:cNvSpPr/>
            <p:nvPr/>
          </p:nvSpPr>
          <p:spPr>
            <a:xfrm rot="1352049" flipH="1">
              <a:off x="-2371991" y="1987374"/>
              <a:ext cx="95006" cy="105278"/>
            </a:xfrm>
            <a:custGeom>
              <a:avLst/>
              <a:gdLst/>
              <a:ahLst/>
              <a:cxnLst/>
              <a:rect l="l" t="t" r="r" b="b"/>
              <a:pathLst>
                <a:path w="78" h="87" extrusionOk="0">
                  <a:moveTo>
                    <a:pt x="70" y="0"/>
                  </a:moveTo>
                  <a:cubicBezTo>
                    <a:pt x="78" y="4"/>
                    <a:pt x="78" y="14"/>
                    <a:pt x="72" y="22"/>
                  </a:cubicBezTo>
                  <a:cubicBezTo>
                    <a:pt x="26" y="76"/>
                    <a:pt x="26" y="76"/>
                    <a:pt x="26" y="76"/>
                  </a:cubicBezTo>
                  <a:cubicBezTo>
                    <a:pt x="19" y="84"/>
                    <a:pt x="7" y="87"/>
                    <a:pt x="0" y="84"/>
                  </a:cubicBezTo>
                  <a:lnTo>
                    <a:pt x="7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89" name="Google Shape;1089;p40"/>
            <p:cNvSpPr/>
            <p:nvPr/>
          </p:nvSpPr>
          <p:spPr>
            <a:xfrm rot="1352051" flipH="1">
              <a:off x="-1341868" y="2923871"/>
              <a:ext cx="128386" cy="114265"/>
            </a:xfrm>
            <a:custGeom>
              <a:avLst/>
              <a:gdLst/>
              <a:ahLst/>
              <a:cxnLst/>
              <a:rect l="l" t="t" r="r" b="b"/>
              <a:pathLst>
                <a:path w="106" h="94" extrusionOk="0">
                  <a:moveTo>
                    <a:pt x="83" y="9"/>
                  </a:moveTo>
                  <a:cubicBezTo>
                    <a:pt x="103" y="19"/>
                    <a:pt x="106" y="44"/>
                    <a:pt x="89" y="65"/>
                  </a:cubicBezTo>
                  <a:cubicBezTo>
                    <a:pt x="72" y="85"/>
                    <a:pt x="42" y="94"/>
                    <a:pt x="22" y="85"/>
                  </a:cubicBezTo>
                  <a:cubicBezTo>
                    <a:pt x="2" y="75"/>
                    <a:pt x="0" y="50"/>
                    <a:pt x="17" y="29"/>
                  </a:cubicBezTo>
                  <a:cubicBezTo>
                    <a:pt x="33" y="9"/>
                    <a:pt x="63" y="0"/>
                    <a:pt x="83"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90" name="Google Shape;1090;p40"/>
            <p:cNvSpPr/>
            <p:nvPr/>
          </p:nvSpPr>
          <p:spPr>
            <a:xfrm rot="1352051" flipH="1">
              <a:off x="-1611257" y="2939979"/>
              <a:ext cx="128386" cy="114265"/>
            </a:xfrm>
            <a:custGeom>
              <a:avLst/>
              <a:gdLst/>
              <a:ahLst/>
              <a:cxnLst/>
              <a:rect l="l" t="t" r="r" b="b"/>
              <a:pathLst>
                <a:path w="106" h="95" extrusionOk="0">
                  <a:moveTo>
                    <a:pt x="83" y="10"/>
                  </a:moveTo>
                  <a:cubicBezTo>
                    <a:pt x="103" y="20"/>
                    <a:pt x="106" y="45"/>
                    <a:pt x="89" y="65"/>
                  </a:cubicBezTo>
                  <a:cubicBezTo>
                    <a:pt x="72" y="86"/>
                    <a:pt x="42" y="95"/>
                    <a:pt x="22" y="85"/>
                  </a:cubicBezTo>
                  <a:cubicBezTo>
                    <a:pt x="2" y="75"/>
                    <a:pt x="0" y="51"/>
                    <a:pt x="17" y="30"/>
                  </a:cubicBezTo>
                  <a:cubicBezTo>
                    <a:pt x="33" y="9"/>
                    <a:pt x="63" y="0"/>
                    <a:pt x="83" y="1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91" name="Google Shape;1091;p40"/>
            <p:cNvSpPr/>
            <p:nvPr/>
          </p:nvSpPr>
          <p:spPr>
            <a:xfrm rot="1352051" flipH="1">
              <a:off x="-1478588" y="2931138"/>
              <a:ext cx="128386" cy="115549"/>
            </a:xfrm>
            <a:custGeom>
              <a:avLst/>
              <a:gdLst/>
              <a:ahLst/>
              <a:cxnLst/>
              <a:rect l="l" t="t" r="r" b="b"/>
              <a:pathLst>
                <a:path w="106" h="95" extrusionOk="0">
                  <a:moveTo>
                    <a:pt x="83" y="10"/>
                  </a:moveTo>
                  <a:cubicBezTo>
                    <a:pt x="103" y="20"/>
                    <a:pt x="106" y="45"/>
                    <a:pt x="89" y="65"/>
                  </a:cubicBezTo>
                  <a:cubicBezTo>
                    <a:pt x="72" y="86"/>
                    <a:pt x="42" y="95"/>
                    <a:pt x="22" y="85"/>
                  </a:cubicBezTo>
                  <a:cubicBezTo>
                    <a:pt x="2" y="76"/>
                    <a:pt x="0" y="51"/>
                    <a:pt x="16" y="30"/>
                  </a:cubicBezTo>
                  <a:cubicBezTo>
                    <a:pt x="33" y="9"/>
                    <a:pt x="63" y="0"/>
                    <a:pt x="83" y="1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92" name="Google Shape;1092;p40"/>
            <p:cNvSpPr/>
            <p:nvPr/>
          </p:nvSpPr>
          <p:spPr>
            <a:xfrm rot="1352051" flipH="1">
              <a:off x="-1748469" y="2948432"/>
              <a:ext cx="128386" cy="115549"/>
            </a:xfrm>
            <a:custGeom>
              <a:avLst/>
              <a:gdLst/>
              <a:ahLst/>
              <a:cxnLst/>
              <a:rect l="l" t="t" r="r" b="b"/>
              <a:pathLst>
                <a:path w="106" h="95" extrusionOk="0">
                  <a:moveTo>
                    <a:pt x="83" y="10"/>
                  </a:moveTo>
                  <a:cubicBezTo>
                    <a:pt x="103" y="19"/>
                    <a:pt x="106" y="44"/>
                    <a:pt x="89" y="65"/>
                  </a:cubicBezTo>
                  <a:cubicBezTo>
                    <a:pt x="72" y="86"/>
                    <a:pt x="42" y="95"/>
                    <a:pt x="22" y="85"/>
                  </a:cubicBezTo>
                  <a:cubicBezTo>
                    <a:pt x="2" y="75"/>
                    <a:pt x="0" y="50"/>
                    <a:pt x="16" y="29"/>
                  </a:cubicBezTo>
                  <a:cubicBezTo>
                    <a:pt x="33" y="9"/>
                    <a:pt x="63" y="0"/>
                    <a:pt x="83" y="1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93" name="Google Shape;1093;p40"/>
            <p:cNvSpPr/>
            <p:nvPr/>
          </p:nvSpPr>
          <p:spPr>
            <a:xfrm rot="1352051" flipH="1">
              <a:off x="-1912394" y="2959541"/>
              <a:ext cx="128386" cy="112981"/>
            </a:xfrm>
            <a:custGeom>
              <a:avLst/>
              <a:gdLst/>
              <a:ahLst/>
              <a:cxnLst/>
              <a:rect l="l" t="t" r="r" b="b"/>
              <a:pathLst>
                <a:path w="106" h="94" extrusionOk="0">
                  <a:moveTo>
                    <a:pt x="84" y="9"/>
                  </a:moveTo>
                  <a:cubicBezTo>
                    <a:pt x="104" y="19"/>
                    <a:pt x="106" y="44"/>
                    <a:pt x="90" y="65"/>
                  </a:cubicBezTo>
                  <a:cubicBezTo>
                    <a:pt x="73" y="85"/>
                    <a:pt x="43" y="94"/>
                    <a:pt x="23" y="85"/>
                  </a:cubicBezTo>
                  <a:cubicBezTo>
                    <a:pt x="3" y="75"/>
                    <a:pt x="0" y="50"/>
                    <a:pt x="17" y="29"/>
                  </a:cubicBezTo>
                  <a:cubicBezTo>
                    <a:pt x="34" y="9"/>
                    <a:pt x="64" y="0"/>
                    <a:pt x="84"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94" name="Google Shape;1094;p40"/>
            <p:cNvSpPr/>
            <p:nvPr/>
          </p:nvSpPr>
          <p:spPr>
            <a:xfrm rot="1352045" flipH="1">
              <a:off x="-1810911" y="3010081"/>
              <a:ext cx="617534" cy="350499"/>
            </a:xfrm>
            <a:custGeom>
              <a:avLst/>
              <a:gdLst/>
              <a:ahLst/>
              <a:cxnLst/>
              <a:rect l="l" t="t" r="r" b="b"/>
              <a:pathLst>
                <a:path w="509" h="289" extrusionOk="0">
                  <a:moveTo>
                    <a:pt x="488" y="210"/>
                  </a:moveTo>
                  <a:cubicBezTo>
                    <a:pt x="507" y="219"/>
                    <a:pt x="509" y="242"/>
                    <a:pt x="494" y="261"/>
                  </a:cubicBezTo>
                  <a:cubicBezTo>
                    <a:pt x="478" y="280"/>
                    <a:pt x="450" y="289"/>
                    <a:pt x="432" y="280"/>
                  </a:cubicBezTo>
                  <a:cubicBezTo>
                    <a:pt x="21" y="79"/>
                    <a:pt x="21" y="79"/>
                    <a:pt x="21" y="79"/>
                  </a:cubicBezTo>
                  <a:cubicBezTo>
                    <a:pt x="2" y="70"/>
                    <a:pt x="0" y="47"/>
                    <a:pt x="15" y="28"/>
                  </a:cubicBezTo>
                  <a:cubicBezTo>
                    <a:pt x="31" y="9"/>
                    <a:pt x="59" y="0"/>
                    <a:pt x="78" y="9"/>
                  </a:cubicBezTo>
                  <a:lnTo>
                    <a:pt x="488" y="21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95" name="Google Shape;1095;p40"/>
            <p:cNvSpPr/>
            <p:nvPr/>
          </p:nvSpPr>
          <p:spPr>
            <a:xfrm rot="1352045" flipH="1">
              <a:off x="-1967533" y="1747107"/>
              <a:ext cx="580305" cy="508416"/>
            </a:xfrm>
            <a:custGeom>
              <a:avLst/>
              <a:gdLst/>
              <a:ahLst/>
              <a:cxnLst/>
              <a:rect l="l" t="t" r="r" b="b"/>
              <a:pathLst>
                <a:path w="452" h="396" extrusionOk="0">
                  <a:moveTo>
                    <a:pt x="452" y="106"/>
                  </a:moveTo>
                  <a:lnTo>
                    <a:pt x="218" y="396"/>
                  </a:lnTo>
                  <a:lnTo>
                    <a:pt x="0" y="289"/>
                  </a:lnTo>
                  <a:lnTo>
                    <a:pt x="234" y="0"/>
                  </a:lnTo>
                  <a:lnTo>
                    <a:pt x="452" y="106"/>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96" name="Google Shape;1096;p40"/>
            <p:cNvSpPr/>
            <p:nvPr/>
          </p:nvSpPr>
          <p:spPr>
            <a:xfrm rot="1352045" flipH="1">
              <a:off x="-2324959" y="1768334"/>
              <a:ext cx="580305" cy="507131"/>
            </a:xfrm>
            <a:custGeom>
              <a:avLst/>
              <a:gdLst/>
              <a:ahLst/>
              <a:cxnLst/>
              <a:rect l="l" t="t" r="r" b="b"/>
              <a:pathLst>
                <a:path w="452" h="395" extrusionOk="0">
                  <a:moveTo>
                    <a:pt x="452" y="107"/>
                  </a:moveTo>
                  <a:lnTo>
                    <a:pt x="218" y="395"/>
                  </a:lnTo>
                  <a:lnTo>
                    <a:pt x="0" y="290"/>
                  </a:lnTo>
                  <a:lnTo>
                    <a:pt x="234" y="0"/>
                  </a:lnTo>
                  <a:lnTo>
                    <a:pt x="452" y="107"/>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97" name="Google Shape;1097;p40"/>
            <p:cNvSpPr/>
            <p:nvPr/>
          </p:nvSpPr>
          <p:spPr>
            <a:xfrm rot="1352045" flipH="1">
              <a:off x="-2165360" y="2301595"/>
              <a:ext cx="580305" cy="507131"/>
            </a:xfrm>
            <a:custGeom>
              <a:avLst/>
              <a:gdLst/>
              <a:ahLst/>
              <a:cxnLst/>
              <a:rect l="l" t="t" r="r" b="b"/>
              <a:pathLst>
                <a:path w="452" h="395" extrusionOk="0">
                  <a:moveTo>
                    <a:pt x="452" y="106"/>
                  </a:moveTo>
                  <a:lnTo>
                    <a:pt x="218" y="395"/>
                  </a:lnTo>
                  <a:lnTo>
                    <a:pt x="0" y="289"/>
                  </a:lnTo>
                  <a:lnTo>
                    <a:pt x="234" y="0"/>
                  </a:lnTo>
                  <a:lnTo>
                    <a:pt x="452" y="106"/>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98" name="Google Shape;1098;p40"/>
            <p:cNvSpPr/>
            <p:nvPr/>
          </p:nvSpPr>
          <p:spPr>
            <a:xfrm rot="1352045" flipH="1">
              <a:off x="-1808676" y="2278936"/>
              <a:ext cx="581589" cy="508416"/>
            </a:xfrm>
            <a:custGeom>
              <a:avLst/>
              <a:gdLst/>
              <a:ahLst/>
              <a:cxnLst/>
              <a:rect l="l" t="t" r="r" b="b"/>
              <a:pathLst>
                <a:path w="453" h="396" extrusionOk="0">
                  <a:moveTo>
                    <a:pt x="453" y="107"/>
                  </a:moveTo>
                  <a:lnTo>
                    <a:pt x="218" y="396"/>
                  </a:lnTo>
                  <a:lnTo>
                    <a:pt x="0" y="290"/>
                  </a:lnTo>
                  <a:lnTo>
                    <a:pt x="234" y="0"/>
                  </a:lnTo>
                  <a:lnTo>
                    <a:pt x="453" y="107"/>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099" name="Google Shape;1099;p40"/>
            <p:cNvSpPr/>
            <p:nvPr/>
          </p:nvSpPr>
          <p:spPr>
            <a:xfrm rot="1352046" flipH="1">
              <a:off x="-1669486" y="1926832"/>
              <a:ext cx="73180" cy="71897"/>
            </a:xfrm>
            <a:custGeom>
              <a:avLst/>
              <a:gdLst/>
              <a:ahLst/>
              <a:cxnLst/>
              <a:rect l="l" t="t" r="r" b="b"/>
              <a:pathLst>
                <a:path w="57" h="56" extrusionOk="0">
                  <a:moveTo>
                    <a:pt x="31" y="35"/>
                  </a:moveTo>
                  <a:lnTo>
                    <a:pt x="16" y="56"/>
                  </a:lnTo>
                  <a:lnTo>
                    <a:pt x="21" y="31"/>
                  </a:lnTo>
                  <a:lnTo>
                    <a:pt x="0" y="16"/>
                  </a:lnTo>
                  <a:lnTo>
                    <a:pt x="26" y="21"/>
                  </a:lnTo>
                  <a:lnTo>
                    <a:pt x="41" y="0"/>
                  </a:lnTo>
                  <a:lnTo>
                    <a:pt x="35" y="25"/>
                  </a:lnTo>
                  <a:lnTo>
                    <a:pt x="57" y="40"/>
                  </a:lnTo>
                  <a:lnTo>
                    <a:pt x="31" y="35"/>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00" name="Google Shape;1100;p40"/>
            <p:cNvSpPr/>
            <p:nvPr/>
          </p:nvSpPr>
          <p:spPr>
            <a:xfrm rot="1352048" flipH="1">
              <a:off x="-1563674" y="1913474"/>
              <a:ext cx="28245" cy="21826"/>
            </a:xfrm>
            <a:custGeom>
              <a:avLst/>
              <a:gdLst/>
              <a:ahLst/>
              <a:cxnLst/>
              <a:rect l="l" t="t" r="r" b="b"/>
              <a:pathLst>
                <a:path w="23" h="17" extrusionOk="0">
                  <a:moveTo>
                    <a:pt x="11" y="0"/>
                  </a:moveTo>
                  <a:cubicBezTo>
                    <a:pt x="0" y="0"/>
                    <a:pt x="0" y="17"/>
                    <a:pt x="11" y="17"/>
                  </a:cubicBezTo>
                  <a:cubicBezTo>
                    <a:pt x="23" y="17"/>
                    <a:pt x="23"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01" name="Google Shape;1101;p40"/>
            <p:cNvSpPr/>
            <p:nvPr/>
          </p:nvSpPr>
          <p:spPr>
            <a:xfrm rot="1352050" flipH="1">
              <a:off x="-1650506" y="1864670"/>
              <a:ext cx="26961" cy="21825"/>
            </a:xfrm>
            <a:custGeom>
              <a:avLst/>
              <a:gdLst/>
              <a:ahLst/>
              <a:cxnLst/>
              <a:rect l="l" t="t" r="r" b="b"/>
              <a:pathLst>
                <a:path w="22" h="18" extrusionOk="0">
                  <a:moveTo>
                    <a:pt x="11" y="0"/>
                  </a:moveTo>
                  <a:cubicBezTo>
                    <a:pt x="0" y="0"/>
                    <a:pt x="0" y="18"/>
                    <a:pt x="11" y="18"/>
                  </a:cubicBezTo>
                  <a:cubicBezTo>
                    <a:pt x="22" y="18"/>
                    <a:pt x="2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02" name="Google Shape;1102;p40"/>
            <p:cNvSpPr/>
            <p:nvPr/>
          </p:nvSpPr>
          <p:spPr>
            <a:xfrm rot="1352045" flipH="1">
              <a:off x="-1848704" y="2351484"/>
              <a:ext cx="123251" cy="123252"/>
            </a:xfrm>
            <a:custGeom>
              <a:avLst/>
              <a:gdLst/>
              <a:ahLst/>
              <a:cxnLst/>
              <a:rect l="l" t="t" r="r" b="b"/>
              <a:pathLst>
                <a:path w="96" h="96" extrusionOk="0">
                  <a:moveTo>
                    <a:pt x="33" y="50"/>
                  </a:moveTo>
                  <a:lnTo>
                    <a:pt x="0" y="10"/>
                  </a:lnTo>
                  <a:lnTo>
                    <a:pt x="46" y="33"/>
                  </a:lnTo>
                  <a:lnTo>
                    <a:pt x="86" y="0"/>
                  </a:lnTo>
                  <a:lnTo>
                    <a:pt x="62" y="46"/>
                  </a:lnTo>
                  <a:lnTo>
                    <a:pt x="96" y="86"/>
                  </a:lnTo>
                  <a:lnTo>
                    <a:pt x="49" y="62"/>
                  </a:lnTo>
                  <a:lnTo>
                    <a:pt x="9" y="96"/>
                  </a:lnTo>
                  <a:lnTo>
                    <a:pt x="33" y="5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03" name="Google Shape;1103;p40"/>
            <p:cNvSpPr/>
            <p:nvPr/>
          </p:nvSpPr>
          <p:spPr>
            <a:xfrm rot="1352045" flipH="1">
              <a:off x="-1949180" y="2411414"/>
              <a:ext cx="84735" cy="84736"/>
            </a:xfrm>
            <a:custGeom>
              <a:avLst/>
              <a:gdLst/>
              <a:ahLst/>
              <a:cxnLst/>
              <a:rect l="l" t="t" r="r" b="b"/>
              <a:pathLst>
                <a:path w="66" h="66" extrusionOk="0">
                  <a:moveTo>
                    <a:pt x="28" y="39"/>
                  </a:moveTo>
                  <a:lnTo>
                    <a:pt x="0" y="36"/>
                  </a:lnTo>
                  <a:lnTo>
                    <a:pt x="27" y="27"/>
                  </a:lnTo>
                  <a:lnTo>
                    <a:pt x="30" y="0"/>
                  </a:lnTo>
                  <a:lnTo>
                    <a:pt x="38" y="26"/>
                  </a:lnTo>
                  <a:lnTo>
                    <a:pt x="66" y="30"/>
                  </a:lnTo>
                  <a:lnTo>
                    <a:pt x="39" y="38"/>
                  </a:lnTo>
                  <a:lnTo>
                    <a:pt x="35" y="66"/>
                  </a:lnTo>
                  <a:lnTo>
                    <a:pt x="28" y="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04" name="Google Shape;1104;p40"/>
            <p:cNvSpPr/>
            <p:nvPr/>
          </p:nvSpPr>
          <p:spPr>
            <a:xfrm rot="1352048" flipH="1">
              <a:off x="-1830742" y="2493496"/>
              <a:ext cx="28245" cy="21825"/>
            </a:xfrm>
            <a:custGeom>
              <a:avLst/>
              <a:gdLst/>
              <a:ahLst/>
              <a:cxnLst/>
              <a:rect l="l" t="t" r="r" b="b"/>
              <a:pathLst>
                <a:path w="23" h="18" extrusionOk="0">
                  <a:moveTo>
                    <a:pt x="11" y="18"/>
                  </a:moveTo>
                  <a:cubicBezTo>
                    <a:pt x="23" y="18"/>
                    <a:pt x="23" y="1"/>
                    <a:pt x="12" y="0"/>
                  </a:cubicBezTo>
                  <a:cubicBezTo>
                    <a:pt x="1" y="0"/>
                    <a:pt x="0" y="17"/>
                    <a:pt x="11" y="1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05" name="Google Shape;1105;p40"/>
            <p:cNvSpPr/>
            <p:nvPr/>
          </p:nvSpPr>
          <p:spPr>
            <a:xfrm rot="1352046" flipH="1">
              <a:off x="-2091768" y="2066621"/>
              <a:ext cx="70612" cy="71897"/>
            </a:xfrm>
            <a:custGeom>
              <a:avLst/>
              <a:gdLst/>
              <a:ahLst/>
              <a:cxnLst/>
              <a:rect l="l" t="t" r="r" b="b"/>
              <a:pathLst>
                <a:path w="55" h="56" extrusionOk="0">
                  <a:moveTo>
                    <a:pt x="25" y="21"/>
                  </a:moveTo>
                  <a:lnTo>
                    <a:pt x="40" y="0"/>
                  </a:lnTo>
                  <a:lnTo>
                    <a:pt x="34" y="26"/>
                  </a:lnTo>
                  <a:lnTo>
                    <a:pt x="55" y="41"/>
                  </a:lnTo>
                  <a:lnTo>
                    <a:pt x="30" y="35"/>
                  </a:lnTo>
                  <a:lnTo>
                    <a:pt x="14" y="56"/>
                  </a:lnTo>
                  <a:lnTo>
                    <a:pt x="20" y="30"/>
                  </a:lnTo>
                  <a:lnTo>
                    <a:pt x="0" y="14"/>
                  </a:lnTo>
                  <a:lnTo>
                    <a:pt x="25"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06" name="Google Shape;1106;p40"/>
            <p:cNvSpPr/>
            <p:nvPr/>
          </p:nvSpPr>
          <p:spPr>
            <a:xfrm rot="1352049" flipH="1">
              <a:off x="-2151060" y="2132418"/>
              <a:ext cx="26961" cy="23110"/>
            </a:xfrm>
            <a:custGeom>
              <a:avLst/>
              <a:gdLst/>
              <a:ahLst/>
              <a:cxnLst/>
              <a:rect l="l" t="t" r="r" b="b"/>
              <a:pathLst>
                <a:path w="23" h="19" extrusionOk="0">
                  <a:moveTo>
                    <a:pt x="11" y="18"/>
                  </a:moveTo>
                  <a:cubicBezTo>
                    <a:pt x="23" y="19"/>
                    <a:pt x="23" y="1"/>
                    <a:pt x="12" y="1"/>
                  </a:cubicBezTo>
                  <a:cubicBezTo>
                    <a:pt x="1" y="0"/>
                    <a:pt x="0" y="18"/>
                    <a:pt x="11" y="1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07" name="Google Shape;1107;p40"/>
            <p:cNvSpPr/>
            <p:nvPr/>
          </p:nvSpPr>
          <p:spPr>
            <a:xfrm rot="1352048" flipH="1">
              <a:off x="-2061320" y="2178206"/>
              <a:ext cx="28245" cy="21825"/>
            </a:xfrm>
            <a:custGeom>
              <a:avLst/>
              <a:gdLst/>
              <a:ahLst/>
              <a:cxnLst/>
              <a:rect l="l" t="t" r="r" b="b"/>
              <a:pathLst>
                <a:path w="23" h="18" extrusionOk="0">
                  <a:moveTo>
                    <a:pt x="11" y="17"/>
                  </a:moveTo>
                  <a:cubicBezTo>
                    <a:pt x="22" y="18"/>
                    <a:pt x="23" y="0"/>
                    <a:pt x="12" y="0"/>
                  </a:cubicBezTo>
                  <a:cubicBezTo>
                    <a:pt x="1" y="0"/>
                    <a:pt x="0" y="17"/>
                    <a:pt x="11"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nvGrpSpPr>
          <p:cNvPr id="1108" name="Google Shape;1108;p40"/>
          <p:cNvGrpSpPr/>
          <p:nvPr/>
        </p:nvGrpSpPr>
        <p:grpSpPr>
          <a:xfrm>
            <a:off x="474575" y="604226"/>
            <a:ext cx="2927031" cy="3414443"/>
            <a:chOff x="474575" y="604226"/>
            <a:chExt cx="2927031" cy="3414443"/>
          </a:xfrm>
        </p:grpSpPr>
        <p:sp>
          <p:nvSpPr>
            <p:cNvPr id="1109" name="Google Shape;1109;p40"/>
            <p:cNvSpPr/>
            <p:nvPr/>
          </p:nvSpPr>
          <p:spPr>
            <a:xfrm>
              <a:off x="474575" y="604226"/>
              <a:ext cx="2337000" cy="23370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latin typeface="Assistant"/>
                <a:ea typeface="Assistant"/>
                <a:cs typeface="Assistant"/>
                <a:sym typeface="Assistant"/>
              </a:endParaRPr>
            </a:p>
          </p:txBody>
        </p:sp>
        <p:grpSp>
          <p:nvGrpSpPr>
            <p:cNvPr id="1110" name="Google Shape;1110;p40"/>
            <p:cNvGrpSpPr/>
            <p:nvPr/>
          </p:nvGrpSpPr>
          <p:grpSpPr>
            <a:xfrm rot="-333584">
              <a:off x="907128" y="1035149"/>
              <a:ext cx="2360716" cy="2875927"/>
              <a:chOff x="-173707" y="15541"/>
              <a:chExt cx="2518879" cy="3068609"/>
            </a:xfrm>
          </p:grpSpPr>
          <p:sp>
            <p:nvSpPr>
              <p:cNvPr id="1111" name="Google Shape;1111;p40"/>
              <p:cNvSpPr/>
              <p:nvPr/>
            </p:nvSpPr>
            <p:spPr>
              <a:xfrm rot="921106">
                <a:off x="373160" y="218242"/>
                <a:ext cx="690949" cy="1016110"/>
              </a:xfrm>
              <a:custGeom>
                <a:avLst/>
                <a:gdLst/>
                <a:ahLst/>
                <a:cxnLst/>
                <a:rect l="l" t="t" r="r" b="b"/>
                <a:pathLst>
                  <a:path w="356" h="524" extrusionOk="0">
                    <a:moveTo>
                      <a:pt x="356" y="0"/>
                    </a:moveTo>
                    <a:cubicBezTo>
                      <a:pt x="183" y="505"/>
                      <a:pt x="183" y="505"/>
                      <a:pt x="183" y="505"/>
                    </a:cubicBezTo>
                    <a:cubicBezTo>
                      <a:pt x="150" y="524"/>
                      <a:pt x="150" y="524"/>
                      <a:pt x="150" y="524"/>
                    </a:cubicBezTo>
                    <a:cubicBezTo>
                      <a:pt x="6" y="164"/>
                      <a:pt x="6" y="164"/>
                      <a:pt x="6" y="164"/>
                    </a:cubicBezTo>
                    <a:cubicBezTo>
                      <a:pt x="0" y="151"/>
                      <a:pt x="0" y="137"/>
                      <a:pt x="4" y="126"/>
                    </a:cubicBezTo>
                    <a:cubicBezTo>
                      <a:pt x="7" y="118"/>
                      <a:pt x="12" y="112"/>
                      <a:pt x="18" y="107"/>
                    </a:cubicBezTo>
                    <a:cubicBezTo>
                      <a:pt x="51" y="88"/>
                      <a:pt x="51" y="88"/>
                      <a:pt x="51" y="88"/>
                    </a:cubicBezTo>
                    <a:cubicBezTo>
                      <a:pt x="53" y="86"/>
                      <a:pt x="56" y="85"/>
                      <a:pt x="59" y="84"/>
                    </a:cubicBezTo>
                    <a:cubicBezTo>
                      <a:pt x="159" y="56"/>
                      <a:pt x="159" y="56"/>
                      <a:pt x="159" y="56"/>
                    </a:cubicBezTo>
                    <a:cubicBezTo>
                      <a:pt x="160" y="56"/>
                      <a:pt x="178" y="55"/>
                      <a:pt x="186" y="74"/>
                    </a:cubicBezTo>
                    <a:cubicBezTo>
                      <a:pt x="194" y="93"/>
                      <a:pt x="208" y="93"/>
                      <a:pt x="220" y="89"/>
                    </a:cubicBezTo>
                    <a:cubicBezTo>
                      <a:pt x="233" y="86"/>
                      <a:pt x="256" y="80"/>
                      <a:pt x="257" y="79"/>
                    </a:cubicBezTo>
                    <a:cubicBezTo>
                      <a:pt x="258" y="79"/>
                      <a:pt x="269" y="76"/>
                      <a:pt x="280" y="73"/>
                    </a:cubicBezTo>
                    <a:cubicBezTo>
                      <a:pt x="280" y="69"/>
                      <a:pt x="280" y="64"/>
                      <a:pt x="278" y="59"/>
                    </a:cubicBezTo>
                    <a:cubicBezTo>
                      <a:pt x="271" y="41"/>
                      <a:pt x="282" y="33"/>
                      <a:pt x="285" y="31"/>
                    </a:cubicBezTo>
                    <a:cubicBezTo>
                      <a:pt x="316" y="12"/>
                      <a:pt x="316" y="12"/>
                      <a:pt x="316" y="12"/>
                    </a:cubicBezTo>
                    <a:cubicBezTo>
                      <a:pt x="316" y="12"/>
                      <a:pt x="316" y="12"/>
                      <a:pt x="316" y="12"/>
                    </a:cubicBezTo>
                    <a:cubicBezTo>
                      <a:pt x="317" y="12"/>
                      <a:pt x="317" y="12"/>
                      <a:pt x="317" y="12"/>
                    </a:cubicBezTo>
                    <a:cubicBezTo>
                      <a:pt x="317" y="12"/>
                      <a:pt x="317" y="12"/>
                      <a:pt x="317" y="12"/>
                    </a:cubicBezTo>
                    <a:cubicBezTo>
                      <a:pt x="318" y="11"/>
                      <a:pt x="318" y="11"/>
                      <a:pt x="318" y="11"/>
                    </a:cubicBezTo>
                    <a:lnTo>
                      <a:pt x="356"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12" name="Google Shape;1112;p40"/>
              <p:cNvSpPr/>
              <p:nvPr/>
            </p:nvSpPr>
            <p:spPr>
              <a:xfrm rot="921106">
                <a:off x="800970" y="1210161"/>
                <a:ext cx="597618" cy="1555025"/>
              </a:xfrm>
              <a:custGeom>
                <a:avLst/>
                <a:gdLst/>
                <a:ahLst/>
                <a:cxnLst/>
                <a:rect l="l" t="t" r="r" b="b"/>
                <a:pathLst>
                  <a:path w="308" h="802" extrusionOk="0">
                    <a:moveTo>
                      <a:pt x="308" y="126"/>
                    </a:moveTo>
                    <a:cubicBezTo>
                      <a:pt x="74" y="802"/>
                      <a:pt x="74" y="802"/>
                      <a:pt x="74" y="802"/>
                    </a:cubicBezTo>
                    <a:cubicBezTo>
                      <a:pt x="58" y="797"/>
                      <a:pt x="43" y="783"/>
                      <a:pt x="35" y="764"/>
                    </a:cubicBezTo>
                    <a:cubicBezTo>
                      <a:pt x="0" y="676"/>
                      <a:pt x="0" y="676"/>
                      <a:pt x="0" y="676"/>
                    </a:cubicBezTo>
                    <a:cubicBezTo>
                      <a:pt x="32" y="656"/>
                      <a:pt x="32" y="656"/>
                      <a:pt x="32" y="656"/>
                    </a:cubicBezTo>
                    <a:cubicBezTo>
                      <a:pt x="258" y="0"/>
                      <a:pt x="258" y="0"/>
                      <a:pt x="258" y="0"/>
                    </a:cubicBezTo>
                    <a:lnTo>
                      <a:pt x="308" y="126"/>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13" name="Google Shape;1113;p40"/>
              <p:cNvSpPr/>
              <p:nvPr/>
            </p:nvSpPr>
            <p:spPr>
              <a:xfrm rot="921106">
                <a:off x="1340453" y="2279591"/>
                <a:ext cx="335690" cy="477195"/>
              </a:xfrm>
              <a:custGeom>
                <a:avLst/>
                <a:gdLst/>
                <a:ahLst/>
                <a:cxnLst/>
                <a:rect l="l" t="t" r="r" b="b"/>
                <a:pathLst>
                  <a:path w="173" h="246" extrusionOk="0">
                    <a:moveTo>
                      <a:pt x="151" y="192"/>
                    </a:moveTo>
                    <a:cubicBezTo>
                      <a:pt x="119" y="211"/>
                      <a:pt x="119" y="211"/>
                      <a:pt x="119" y="211"/>
                    </a:cubicBezTo>
                    <a:cubicBezTo>
                      <a:pt x="117" y="213"/>
                      <a:pt x="114" y="214"/>
                      <a:pt x="111" y="215"/>
                    </a:cubicBezTo>
                    <a:cubicBezTo>
                      <a:pt x="0" y="246"/>
                      <a:pt x="0" y="246"/>
                      <a:pt x="0" y="246"/>
                    </a:cubicBezTo>
                    <a:cubicBezTo>
                      <a:pt x="32" y="227"/>
                      <a:pt x="32" y="227"/>
                      <a:pt x="32" y="227"/>
                    </a:cubicBezTo>
                    <a:cubicBezTo>
                      <a:pt x="110" y="0"/>
                      <a:pt x="110" y="0"/>
                      <a:pt x="110" y="0"/>
                    </a:cubicBezTo>
                    <a:cubicBezTo>
                      <a:pt x="164" y="135"/>
                      <a:pt x="164" y="135"/>
                      <a:pt x="164" y="135"/>
                    </a:cubicBezTo>
                    <a:cubicBezTo>
                      <a:pt x="173" y="158"/>
                      <a:pt x="168" y="182"/>
                      <a:pt x="151" y="19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14" name="Google Shape;1114;p40"/>
              <p:cNvSpPr/>
              <p:nvPr/>
            </p:nvSpPr>
            <p:spPr>
              <a:xfrm rot="921108">
                <a:off x="696845" y="651754"/>
                <a:ext cx="713529" cy="1842546"/>
              </a:xfrm>
              <a:custGeom>
                <a:avLst/>
                <a:gdLst/>
                <a:ahLst/>
                <a:cxnLst/>
                <a:rect l="l" t="t" r="r" b="b"/>
                <a:pathLst>
                  <a:path w="474" h="1224" extrusionOk="0">
                    <a:moveTo>
                      <a:pt x="474" y="353"/>
                    </a:moveTo>
                    <a:lnTo>
                      <a:pt x="183" y="1198"/>
                    </a:lnTo>
                    <a:lnTo>
                      <a:pt x="141" y="1224"/>
                    </a:lnTo>
                    <a:lnTo>
                      <a:pt x="141" y="1224"/>
                    </a:lnTo>
                    <a:lnTo>
                      <a:pt x="0" y="871"/>
                    </a:lnTo>
                    <a:lnTo>
                      <a:pt x="41" y="845"/>
                    </a:lnTo>
                    <a:lnTo>
                      <a:pt x="332" y="0"/>
                    </a:lnTo>
                    <a:lnTo>
                      <a:pt x="474" y="353"/>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15" name="Google Shape;1115;p40"/>
              <p:cNvSpPr/>
              <p:nvPr/>
            </p:nvSpPr>
            <p:spPr>
              <a:xfrm rot="921106">
                <a:off x="578911" y="248777"/>
                <a:ext cx="743635" cy="1669431"/>
              </a:xfrm>
              <a:custGeom>
                <a:avLst/>
                <a:gdLst/>
                <a:ahLst/>
                <a:cxnLst/>
                <a:rect l="l" t="t" r="r" b="b"/>
                <a:pathLst>
                  <a:path w="384" h="861" extrusionOk="0">
                    <a:moveTo>
                      <a:pt x="384" y="185"/>
                    </a:moveTo>
                    <a:cubicBezTo>
                      <a:pt x="158" y="841"/>
                      <a:pt x="158" y="841"/>
                      <a:pt x="158" y="841"/>
                    </a:cubicBezTo>
                    <a:cubicBezTo>
                      <a:pt x="126" y="861"/>
                      <a:pt x="126" y="861"/>
                      <a:pt x="126" y="861"/>
                    </a:cubicBezTo>
                    <a:cubicBezTo>
                      <a:pt x="0" y="547"/>
                      <a:pt x="0" y="547"/>
                      <a:pt x="0" y="547"/>
                    </a:cubicBezTo>
                    <a:cubicBezTo>
                      <a:pt x="33" y="528"/>
                      <a:pt x="33" y="528"/>
                      <a:pt x="33" y="528"/>
                    </a:cubicBezTo>
                    <a:cubicBezTo>
                      <a:pt x="206" y="23"/>
                      <a:pt x="206" y="23"/>
                      <a:pt x="206" y="23"/>
                    </a:cubicBezTo>
                    <a:cubicBezTo>
                      <a:pt x="268" y="6"/>
                      <a:pt x="268" y="6"/>
                      <a:pt x="268" y="6"/>
                    </a:cubicBezTo>
                    <a:cubicBezTo>
                      <a:pt x="290" y="0"/>
                      <a:pt x="317" y="17"/>
                      <a:pt x="328" y="44"/>
                    </a:cubicBezTo>
                    <a:lnTo>
                      <a:pt x="384" y="185"/>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16" name="Google Shape;1116;p40"/>
              <p:cNvSpPr/>
              <p:nvPr/>
            </p:nvSpPr>
            <p:spPr>
              <a:xfrm rot="921106">
                <a:off x="905202" y="1506014"/>
                <a:ext cx="734603" cy="1314168"/>
              </a:xfrm>
              <a:custGeom>
                <a:avLst/>
                <a:gdLst/>
                <a:ahLst/>
                <a:cxnLst/>
                <a:rect l="l" t="t" r="r" b="b"/>
                <a:pathLst>
                  <a:path w="379" h="678" extrusionOk="0">
                    <a:moveTo>
                      <a:pt x="379" y="360"/>
                    </a:moveTo>
                    <a:cubicBezTo>
                      <a:pt x="301" y="587"/>
                      <a:pt x="301" y="587"/>
                      <a:pt x="301" y="587"/>
                    </a:cubicBezTo>
                    <a:cubicBezTo>
                      <a:pt x="269" y="606"/>
                      <a:pt x="269" y="606"/>
                      <a:pt x="269" y="606"/>
                    </a:cubicBezTo>
                    <a:cubicBezTo>
                      <a:pt x="21" y="676"/>
                      <a:pt x="21" y="676"/>
                      <a:pt x="21" y="676"/>
                    </a:cubicBezTo>
                    <a:cubicBezTo>
                      <a:pt x="15" y="678"/>
                      <a:pt x="7" y="678"/>
                      <a:pt x="0" y="676"/>
                    </a:cubicBezTo>
                    <a:cubicBezTo>
                      <a:pt x="234" y="0"/>
                      <a:pt x="234" y="0"/>
                      <a:pt x="234" y="0"/>
                    </a:cubicBezTo>
                    <a:cubicBezTo>
                      <a:pt x="247" y="32"/>
                      <a:pt x="247" y="32"/>
                      <a:pt x="247" y="32"/>
                    </a:cubicBezTo>
                    <a:lnTo>
                      <a:pt x="379" y="36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17" name="Google Shape;1117;p40"/>
              <p:cNvSpPr/>
              <p:nvPr/>
            </p:nvSpPr>
            <p:spPr>
              <a:xfrm rot="921106">
                <a:off x="1317812" y="416570"/>
                <a:ext cx="25591" cy="39139"/>
              </a:xfrm>
              <a:custGeom>
                <a:avLst/>
                <a:gdLst/>
                <a:ahLst/>
                <a:cxnLst/>
                <a:rect l="l" t="t" r="r" b="b"/>
                <a:pathLst>
                  <a:path w="17" h="26" extrusionOk="0">
                    <a:moveTo>
                      <a:pt x="8" y="0"/>
                    </a:moveTo>
                    <a:lnTo>
                      <a:pt x="17" y="24"/>
                    </a:lnTo>
                    <a:lnTo>
                      <a:pt x="11" y="25"/>
                    </a:lnTo>
                    <a:lnTo>
                      <a:pt x="10" y="26"/>
                    </a:lnTo>
                    <a:lnTo>
                      <a:pt x="0" y="2"/>
                    </a:lnTo>
                    <a:lnTo>
                      <a:pt x="2" y="2"/>
                    </a:lnTo>
                    <a:lnTo>
                      <a:pt x="8"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18" name="Google Shape;1118;p40"/>
              <p:cNvSpPr/>
              <p:nvPr/>
            </p:nvSpPr>
            <p:spPr>
              <a:xfrm rot="921106">
                <a:off x="1199666" y="386491"/>
                <a:ext cx="136986" cy="99353"/>
              </a:xfrm>
              <a:custGeom>
                <a:avLst/>
                <a:gdLst/>
                <a:ahLst/>
                <a:cxnLst/>
                <a:rect l="l" t="t" r="r" b="b"/>
                <a:pathLst>
                  <a:path w="71" h="51" extrusionOk="0">
                    <a:moveTo>
                      <a:pt x="60" y="8"/>
                    </a:moveTo>
                    <a:cubicBezTo>
                      <a:pt x="68" y="27"/>
                      <a:pt x="68" y="27"/>
                      <a:pt x="68" y="27"/>
                    </a:cubicBezTo>
                    <a:cubicBezTo>
                      <a:pt x="69" y="26"/>
                      <a:pt x="69" y="26"/>
                      <a:pt x="69" y="26"/>
                    </a:cubicBezTo>
                    <a:cubicBezTo>
                      <a:pt x="71" y="31"/>
                      <a:pt x="69" y="36"/>
                      <a:pt x="65" y="37"/>
                    </a:cubicBezTo>
                    <a:cubicBezTo>
                      <a:pt x="20" y="50"/>
                      <a:pt x="20" y="50"/>
                      <a:pt x="20" y="50"/>
                    </a:cubicBezTo>
                    <a:cubicBezTo>
                      <a:pt x="16" y="51"/>
                      <a:pt x="11" y="48"/>
                      <a:pt x="9" y="43"/>
                    </a:cubicBezTo>
                    <a:cubicBezTo>
                      <a:pt x="2" y="25"/>
                      <a:pt x="2" y="25"/>
                      <a:pt x="2" y="25"/>
                    </a:cubicBezTo>
                    <a:cubicBezTo>
                      <a:pt x="0" y="20"/>
                      <a:pt x="1" y="15"/>
                      <a:pt x="5" y="14"/>
                    </a:cubicBezTo>
                    <a:cubicBezTo>
                      <a:pt x="51" y="1"/>
                      <a:pt x="51" y="1"/>
                      <a:pt x="51" y="1"/>
                    </a:cubicBezTo>
                    <a:cubicBezTo>
                      <a:pt x="55" y="0"/>
                      <a:pt x="60" y="3"/>
                      <a:pt x="62" y="8"/>
                    </a:cubicBezTo>
                    <a:lnTo>
                      <a:pt x="60" y="8"/>
                    </a:lnTo>
                    <a:close/>
                    <a:moveTo>
                      <a:pt x="66" y="27"/>
                    </a:moveTo>
                    <a:cubicBezTo>
                      <a:pt x="59" y="9"/>
                      <a:pt x="59" y="9"/>
                      <a:pt x="59" y="9"/>
                    </a:cubicBezTo>
                    <a:cubicBezTo>
                      <a:pt x="58" y="6"/>
                      <a:pt x="55" y="4"/>
                      <a:pt x="52" y="5"/>
                    </a:cubicBezTo>
                    <a:cubicBezTo>
                      <a:pt x="7" y="18"/>
                      <a:pt x="7" y="18"/>
                      <a:pt x="7" y="18"/>
                    </a:cubicBezTo>
                    <a:cubicBezTo>
                      <a:pt x="5" y="19"/>
                      <a:pt x="4" y="21"/>
                      <a:pt x="5" y="24"/>
                    </a:cubicBezTo>
                    <a:cubicBezTo>
                      <a:pt x="12" y="43"/>
                      <a:pt x="12" y="43"/>
                      <a:pt x="12" y="43"/>
                    </a:cubicBezTo>
                    <a:cubicBezTo>
                      <a:pt x="13" y="45"/>
                      <a:pt x="16" y="47"/>
                      <a:pt x="18" y="46"/>
                    </a:cubicBezTo>
                    <a:cubicBezTo>
                      <a:pt x="64" y="34"/>
                      <a:pt x="64" y="34"/>
                      <a:pt x="64" y="34"/>
                    </a:cubicBezTo>
                    <a:cubicBezTo>
                      <a:pt x="66" y="33"/>
                      <a:pt x="67" y="30"/>
                      <a:pt x="66" y="27"/>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19" name="Google Shape;1119;p40"/>
              <p:cNvSpPr/>
              <p:nvPr/>
            </p:nvSpPr>
            <p:spPr>
              <a:xfrm rot="921106">
                <a:off x="968352" y="366411"/>
                <a:ext cx="63224" cy="40645"/>
              </a:xfrm>
              <a:custGeom>
                <a:avLst/>
                <a:gdLst/>
                <a:ahLst/>
                <a:cxnLst/>
                <a:rect l="l" t="t" r="r" b="b"/>
                <a:pathLst>
                  <a:path w="33" h="21" extrusionOk="0">
                    <a:moveTo>
                      <a:pt x="1" y="20"/>
                    </a:moveTo>
                    <a:cubicBezTo>
                      <a:pt x="0" y="21"/>
                      <a:pt x="0" y="21"/>
                      <a:pt x="0" y="21"/>
                    </a:cubicBezTo>
                    <a:cubicBezTo>
                      <a:pt x="10" y="14"/>
                      <a:pt x="21" y="7"/>
                      <a:pt x="32" y="1"/>
                    </a:cubicBezTo>
                    <a:cubicBezTo>
                      <a:pt x="32" y="1"/>
                      <a:pt x="33" y="1"/>
                      <a:pt x="33" y="0"/>
                    </a:cubicBezTo>
                    <a:cubicBezTo>
                      <a:pt x="23" y="6"/>
                      <a:pt x="10" y="14"/>
                      <a:pt x="1" y="20"/>
                    </a:cubicBezTo>
                    <a:close/>
                  </a:path>
                </a:pathLst>
              </a:custGeom>
              <a:solidFill>
                <a:srgbClr val="5157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20" name="Google Shape;1120;p40"/>
              <p:cNvSpPr/>
              <p:nvPr/>
            </p:nvSpPr>
            <p:spPr>
              <a:xfrm rot="921106">
                <a:off x="968179" y="367690"/>
                <a:ext cx="61719" cy="39139"/>
              </a:xfrm>
              <a:custGeom>
                <a:avLst/>
                <a:gdLst/>
                <a:ahLst/>
                <a:cxnLst/>
                <a:rect l="l" t="t" r="r" b="b"/>
                <a:pathLst>
                  <a:path w="32" h="20" extrusionOk="0">
                    <a:moveTo>
                      <a:pt x="0" y="20"/>
                    </a:moveTo>
                    <a:cubicBezTo>
                      <a:pt x="0" y="20"/>
                      <a:pt x="0" y="20"/>
                      <a:pt x="0" y="20"/>
                    </a:cubicBezTo>
                    <a:cubicBezTo>
                      <a:pt x="10" y="13"/>
                      <a:pt x="21" y="6"/>
                      <a:pt x="32" y="0"/>
                    </a:cubicBezTo>
                    <a:cubicBezTo>
                      <a:pt x="32" y="0"/>
                      <a:pt x="32" y="0"/>
                      <a:pt x="32" y="0"/>
                    </a:cubicBezTo>
                    <a:cubicBezTo>
                      <a:pt x="21" y="6"/>
                      <a:pt x="10" y="13"/>
                      <a:pt x="0" y="20"/>
                    </a:cubicBezTo>
                    <a:close/>
                  </a:path>
                </a:pathLst>
              </a:custGeom>
              <a:solidFill>
                <a:srgbClr val="51576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21" name="Google Shape;1121;p40"/>
              <p:cNvSpPr/>
              <p:nvPr/>
            </p:nvSpPr>
            <p:spPr>
              <a:xfrm rot="921106">
                <a:off x="1004056" y="345952"/>
                <a:ext cx="46666" cy="46666"/>
              </a:xfrm>
              <a:custGeom>
                <a:avLst/>
                <a:gdLst/>
                <a:ahLst/>
                <a:cxnLst/>
                <a:rect l="l" t="t" r="r" b="b"/>
                <a:pathLst>
                  <a:path w="24" h="24" extrusionOk="0">
                    <a:moveTo>
                      <a:pt x="8" y="1"/>
                    </a:moveTo>
                    <a:cubicBezTo>
                      <a:pt x="13" y="0"/>
                      <a:pt x="19" y="3"/>
                      <a:pt x="21" y="9"/>
                    </a:cubicBezTo>
                    <a:cubicBezTo>
                      <a:pt x="24" y="15"/>
                      <a:pt x="22" y="21"/>
                      <a:pt x="16" y="23"/>
                    </a:cubicBezTo>
                    <a:cubicBezTo>
                      <a:pt x="11" y="24"/>
                      <a:pt x="5" y="21"/>
                      <a:pt x="3" y="15"/>
                    </a:cubicBezTo>
                    <a:cubicBezTo>
                      <a:pt x="0" y="9"/>
                      <a:pt x="2" y="3"/>
                      <a:pt x="8" y="1"/>
                    </a:cubicBezTo>
                    <a:close/>
                    <a:moveTo>
                      <a:pt x="16" y="15"/>
                    </a:moveTo>
                    <a:cubicBezTo>
                      <a:pt x="19" y="14"/>
                      <a:pt x="20" y="11"/>
                      <a:pt x="18" y="8"/>
                    </a:cubicBezTo>
                    <a:cubicBezTo>
                      <a:pt x="17" y="4"/>
                      <a:pt x="14" y="2"/>
                      <a:pt x="11" y="3"/>
                    </a:cubicBezTo>
                    <a:cubicBezTo>
                      <a:pt x="9" y="4"/>
                      <a:pt x="8" y="7"/>
                      <a:pt x="9" y="10"/>
                    </a:cubicBezTo>
                    <a:cubicBezTo>
                      <a:pt x="10" y="14"/>
                      <a:pt x="13" y="16"/>
                      <a:pt x="16" y="15"/>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22" name="Google Shape;1122;p40"/>
              <p:cNvSpPr/>
              <p:nvPr/>
            </p:nvSpPr>
            <p:spPr>
              <a:xfrm rot="921106">
                <a:off x="909518" y="376769"/>
                <a:ext cx="63224" cy="39139"/>
              </a:xfrm>
              <a:custGeom>
                <a:avLst/>
                <a:gdLst/>
                <a:ahLst/>
                <a:cxnLst/>
                <a:rect l="l" t="t" r="r" b="b"/>
                <a:pathLst>
                  <a:path w="33" h="20" extrusionOk="0">
                    <a:moveTo>
                      <a:pt x="0" y="20"/>
                    </a:moveTo>
                    <a:cubicBezTo>
                      <a:pt x="11" y="13"/>
                      <a:pt x="21" y="7"/>
                      <a:pt x="32" y="0"/>
                    </a:cubicBezTo>
                    <a:cubicBezTo>
                      <a:pt x="33" y="0"/>
                      <a:pt x="33" y="0"/>
                      <a:pt x="33" y="0"/>
                    </a:cubicBezTo>
                    <a:cubicBezTo>
                      <a:pt x="1" y="20"/>
                      <a:pt x="1" y="20"/>
                      <a:pt x="1" y="20"/>
                    </a:cubicBezTo>
                    <a:cubicBezTo>
                      <a:pt x="1" y="20"/>
                      <a:pt x="0" y="20"/>
                      <a:pt x="0" y="20"/>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23" name="Google Shape;1123;p40"/>
              <p:cNvSpPr/>
              <p:nvPr/>
            </p:nvSpPr>
            <p:spPr>
              <a:xfrm rot="921106">
                <a:off x="868230" y="371001"/>
                <a:ext cx="102363" cy="49677"/>
              </a:xfrm>
              <a:custGeom>
                <a:avLst/>
                <a:gdLst/>
                <a:ahLst/>
                <a:cxnLst/>
                <a:rect l="l" t="t" r="r" b="b"/>
                <a:pathLst>
                  <a:path w="68" h="33" extrusionOk="0">
                    <a:moveTo>
                      <a:pt x="68" y="0"/>
                    </a:moveTo>
                    <a:lnTo>
                      <a:pt x="27" y="26"/>
                    </a:lnTo>
                    <a:lnTo>
                      <a:pt x="0" y="33"/>
                    </a:lnTo>
                    <a:lnTo>
                      <a:pt x="42" y="8"/>
                    </a:lnTo>
                    <a:lnTo>
                      <a:pt x="68" y="0"/>
                    </a:ln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24" name="Google Shape;1124;p40"/>
              <p:cNvSpPr/>
              <p:nvPr/>
            </p:nvSpPr>
            <p:spPr>
              <a:xfrm rot="921106">
                <a:off x="853225" y="335881"/>
                <a:ext cx="69245" cy="54192"/>
              </a:xfrm>
              <a:custGeom>
                <a:avLst/>
                <a:gdLst/>
                <a:ahLst/>
                <a:cxnLst/>
                <a:rect l="l" t="t" r="r" b="b"/>
                <a:pathLst>
                  <a:path w="35" h="28" extrusionOk="0">
                    <a:moveTo>
                      <a:pt x="3" y="20"/>
                    </a:moveTo>
                    <a:cubicBezTo>
                      <a:pt x="35" y="0"/>
                      <a:pt x="35" y="0"/>
                      <a:pt x="35" y="0"/>
                    </a:cubicBezTo>
                    <a:cubicBezTo>
                      <a:pt x="33" y="2"/>
                      <a:pt x="32" y="5"/>
                      <a:pt x="33" y="8"/>
                    </a:cubicBezTo>
                    <a:cubicBezTo>
                      <a:pt x="1" y="28"/>
                      <a:pt x="1" y="28"/>
                      <a:pt x="1" y="28"/>
                    </a:cubicBezTo>
                    <a:cubicBezTo>
                      <a:pt x="0" y="24"/>
                      <a:pt x="1" y="21"/>
                      <a:pt x="3" y="20"/>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25" name="Google Shape;1125;p40"/>
              <p:cNvSpPr/>
              <p:nvPr/>
            </p:nvSpPr>
            <p:spPr>
              <a:xfrm rot="921106">
                <a:off x="852568" y="351049"/>
                <a:ext cx="67740" cy="51182"/>
              </a:xfrm>
              <a:custGeom>
                <a:avLst/>
                <a:gdLst/>
                <a:ahLst/>
                <a:cxnLst/>
                <a:rect l="l" t="t" r="r" b="b"/>
                <a:pathLst>
                  <a:path w="45" h="34" extrusionOk="0">
                    <a:moveTo>
                      <a:pt x="45" y="8"/>
                    </a:moveTo>
                    <a:lnTo>
                      <a:pt x="4" y="34"/>
                    </a:lnTo>
                    <a:lnTo>
                      <a:pt x="0" y="26"/>
                    </a:lnTo>
                    <a:lnTo>
                      <a:pt x="41" y="0"/>
                    </a:lnTo>
                    <a:lnTo>
                      <a:pt x="45" y="8"/>
                    </a:ln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26" name="Google Shape;1126;p40"/>
              <p:cNvSpPr/>
              <p:nvPr/>
            </p:nvSpPr>
            <p:spPr>
              <a:xfrm rot="921106">
                <a:off x="855025" y="365451"/>
                <a:ext cx="76773" cy="51182"/>
              </a:xfrm>
              <a:custGeom>
                <a:avLst/>
                <a:gdLst/>
                <a:ahLst/>
                <a:cxnLst/>
                <a:rect l="l" t="t" r="r" b="b"/>
                <a:pathLst>
                  <a:path w="40" h="26" extrusionOk="0">
                    <a:moveTo>
                      <a:pt x="0" y="20"/>
                    </a:moveTo>
                    <a:cubicBezTo>
                      <a:pt x="10" y="13"/>
                      <a:pt x="21" y="7"/>
                      <a:pt x="32" y="0"/>
                    </a:cubicBezTo>
                    <a:cubicBezTo>
                      <a:pt x="33" y="4"/>
                      <a:pt x="37" y="6"/>
                      <a:pt x="40" y="5"/>
                    </a:cubicBezTo>
                    <a:cubicBezTo>
                      <a:pt x="7" y="25"/>
                      <a:pt x="7" y="25"/>
                      <a:pt x="7" y="25"/>
                    </a:cubicBezTo>
                    <a:cubicBezTo>
                      <a:pt x="4" y="26"/>
                      <a:pt x="1" y="23"/>
                      <a:pt x="0" y="20"/>
                    </a:cubicBezTo>
                    <a:close/>
                  </a:path>
                </a:pathLst>
              </a:custGeom>
              <a:solidFill>
                <a:srgbClr val="1A1F2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27" name="Google Shape;1127;p40"/>
              <p:cNvSpPr/>
              <p:nvPr/>
            </p:nvSpPr>
            <p:spPr>
              <a:xfrm rot="921106">
                <a:off x="917979" y="339581"/>
                <a:ext cx="69245" cy="52688"/>
              </a:xfrm>
              <a:custGeom>
                <a:avLst/>
                <a:gdLst/>
                <a:ahLst/>
                <a:cxnLst/>
                <a:rect l="l" t="t" r="r" b="b"/>
                <a:pathLst>
                  <a:path w="36" h="27" extrusionOk="0">
                    <a:moveTo>
                      <a:pt x="25" y="1"/>
                    </a:moveTo>
                    <a:cubicBezTo>
                      <a:pt x="27" y="0"/>
                      <a:pt x="31" y="3"/>
                      <a:pt x="32" y="6"/>
                    </a:cubicBezTo>
                    <a:cubicBezTo>
                      <a:pt x="35" y="12"/>
                      <a:pt x="35" y="12"/>
                      <a:pt x="35" y="12"/>
                    </a:cubicBezTo>
                    <a:cubicBezTo>
                      <a:pt x="36" y="16"/>
                      <a:pt x="35" y="19"/>
                      <a:pt x="32" y="20"/>
                    </a:cubicBezTo>
                    <a:cubicBezTo>
                      <a:pt x="12" y="26"/>
                      <a:pt x="12" y="26"/>
                      <a:pt x="12" y="26"/>
                    </a:cubicBezTo>
                    <a:cubicBezTo>
                      <a:pt x="9" y="27"/>
                      <a:pt x="5" y="25"/>
                      <a:pt x="4" y="21"/>
                    </a:cubicBezTo>
                    <a:cubicBezTo>
                      <a:pt x="1" y="15"/>
                      <a:pt x="1" y="15"/>
                      <a:pt x="1" y="15"/>
                    </a:cubicBezTo>
                    <a:cubicBezTo>
                      <a:pt x="0" y="11"/>
                      <a:pt x="1" y="8"/>
                      <a:pt x="4" y="7"/>
                    </a:cubicBezTo>
                    <a:lnTo>
                      <a:pt x="25" y="1"/>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28" name="Google Shape;1128;p40"/>
              <p:cNvSpPr/>
              <p:nvPr/>
            </p:nvSpPr>
            <p:spPr>
              <a:xfrm rot="921106">
                <a:off x="962806" y="348441"/>
                <a:ext cx="1056746" cy="2411566"/>
              </a:xfrm>
              <a:custGeom>
                <a:avLst/>
                <a:gdLst/>
                <a:ahLst/>
                <a:cxnLst/>
                <a:rect l="l" t="t" r="r" b="b"/>
                <a:pathLst>
                  <a:path w="545" h="1244" extrusionOk="0">
                    <a:moveTo>
                      <a:pt x="4" y="9"/>
                    </a:moveTo>
                    <a:cubicBezTo>
                      <a:pt x="37" y="0"/>
                      <a:pt x="76" y="24"/>
                      <a:pt x="92" y="64"/>
                    </a:cubicBezTo>
                    <a:cubicBezTo>
                      <a:pt x="529" y="1154"/>
                      <a:pt x="529" y="1154"/>
                      <a:pt x="529" y="1154"/>
                    </a:cubicBezTo>
                    <a:cubicBezTo>
                      <a:pt x="545" y="1194"/>
                      <a:pt x="532" y="1233"/>
                      <a:pt x="499" y="1243"/>
                    </a:cubicBezTo>
                    <a:cubicBezTo>
                      <a:pt x="494" y="1244"/>
                      <a:pt x="494" y="1244"/>
                      <a:pt x="494" y="1244"/>
                    </a:cubicBezTo>
                    <a:cubicBezTo>
                      <a:pt x="491" y="1234"/>
                      <a:pt x="491" y="1234"/>
                      <a:pt x="491" y="1234"/>
                    </a:cubicBezTo>
                    <a:cubicBezTo>
                      <a:pt x="520" y="1226"/>
                      <a:pt x="533" y="1190"/>
                      <a:pt x="518" y="1153"/>
                    </a:cubicBezTo>
                    <a:cubicBezTo>
                      <a:pt x="500" y="1108"/>
                      <a:pt x="500" y="1108"/>
                      <a:pt x="500" y="1108"/>
                    </a:cubicBezTo>
                    <a:cubicBezTo>
                      <a:pt x="83" y="67"/>
                      <a:pt x="83" y="67"/>
                      <a:pt x="83" y="67"/>
                    </a:cubicBezTo>
                    <a:cubicBezTo>
                      <a:pt x="68" y="31"/>
                      <a:pt x="32" y="9"/>
                      <a:pt x="2" y="17"/>
                    </a:cubicBezTo>
                    <a:cubicBezTo>
                      <a:pt x="0" y="10"/>
                      <a:pt x="0" y="10"/>
                      <a:pt x="0" y="10"/>
                    </a:cubicBezTo>
                    <a:lnTo>
                      <a:pt x="4" y="9"/>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29" name="Google Shape;1129;p40"/>
              <p:cNvSpPr/>
              <p:nvPr/>
            </p:nvSpPr>
            <p:spPr>
              <a:xfrm rot="921106">
                <a:off x="850132" y="345275"/>
                <a:ext cx="52687" cy="55698"/>
              </a:xfrm>
              <a:custGeom>
                <a:avLst/>
                <a:gdLst/>
                <a:ahLst/>
                <a:cxnLst/>
                <a:rect l="l" t="t" r="r" b="b"/>
                <a:pathLst>
                  <a:path w="27" h="29" extrusionOk="0">
                    <a:moveTo>
                      <a:pt x="8" y="2"/>
                    </a:moveTo>
                    <a:cubicBezTo>
                      <a:pt x="14" y="0"/>
                      <a:pt x="21" y="5"/>
                      <a:pt x="24" y="12"/>
                    </a:cubicBezTo>
                    <a:cubicBezTo>
                      <a:pt x="27" y="19"/>
                      <a:pt x="24" y="26"/>
                      <a:pt x="18" y="27"/>
                    </a:cubicBezTo>
                    <a:cubicBezTo>
                      <a:pt x="13" y="29"/>
                      <a:pt x="6" y="24"/>
                      <a:pt x="3" y="17"/>
                    </a:cubicBezTo>
                    <a:cubicBezTo>
                      <a:pt x="0" y="10"/>
                      <a:pt x="2" y="3"/>
                      <a:pt x="8" y="2"/>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30" name="Google Shape;1130;p40"/>
              <p:cNvSpPr/>
              <p:nvPr/>
            </p:nvSpPr>
            <p:spPr>
              <a:xfrm rot="921106">
                <a:off x="558043" y="416390"/>
                <a:ext cx="30107" cy="48171"/>
              </a:xfrm>
              <a:custGeom>
                <a:avLst/>
                <a:gdLst/>
                <a:ahLst/>
                <a:cxnLst/>
                <a:rect l="l" t="t" r="r" b="b"/>
                <a:pathLst>
                  <a:path w="20" h="32" extrusionOk="0">
                    <a:moveTo>
                      <a:pt x="8" y="0"/>
                    </a:moveTo>
                    <a:lnTo>
                      <a:pt x="20" y="31"/>
                    </a:lnTo>
                    <a:lnTo>
                      <a:pt x="13" y="32"/>
                    </a:lnTo>
                    <a:lnTo>
                      <a:pt x="0" y="3"/>
                    </a:lnTo>
                    <a:lnTo>
                      <a:pt x="8"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31" name="Google Shape;1131;p40"/>
              <p:cNvSpPr/>
              <p:nvPr/>
            </p:nvSpPr>
            <p:spPr>
              <a:xfrm rot="921106">
                <a:off x="584726" y="382300"/>
                <a:ext cx="42149" cy="82795"/>
              </a:xfrm>
              <a:custGeom>
                <a:avLst/>
                <a:gdLst/>
                <a:ahLst/>
                <a:cxnLst/>
                <a:rect l="l" t="t" r="r" b="b"/>
                <a:pathLst>
                  <a:path w="28" h="55" extrusionOk="0">
                    <a:moveTo>
                      <a:pt x="7" y="0"/>
                    </a:moveTo>
                    <a:lnTo>
                      <a:pt x="0" y="2"/>
                    </a:lnTo>
                    <a:lnTo>
                      <a:pt x="21" y="55"/>
                    </a:lnTo>
                    <a:lnTo>
                      <a:pt x="28" y="52"/>
                    </a:lnTo>
                    <a:lnTo>
                      <a:pt x="7"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32" name="Google Shape;1132;p40"/>
              <p:cNvSpPr/>
              <p:nvPr/>
            </p:nvSpPr>
            <p:spPr>
              <a:xfrm rot="921106">
                <a:off x="598168" y="366773"/>
                <a:ext cx="48171" cy="96342"/>
              </a:xfrm>
              <a:custGeom>
                <a:avLst/>
                <a:gdLst/>
                <a:ahLst/>
                <a:cxnLst/>
                <a:rect l="l" t="t" r="r" b="b"/>
                <a:pathLst>
                  <a:path w="32" h="64" extrusionOk="0">
                    <a:moveTo>
                      <a:pt x="6" y="0"/>
                    </a:moveTo>
                    <a:lnTo>
                      <a:pt x="32" y="63"/>
                    </a:lnTo>
                    <a:lnTo>
                      <a:pt x="26" y="64"/>
                    </a:lnTo>
                    <a:lnTo>
                      <a:pt x="0" y="2"/>
                    </a:lnTo>
                    <a:lnTo>
                      <a:pt x="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33" name="Google Shape;1133;p40"/>
              <p:cNvSpPr/>
              <p:nvPr/>
            </p:nvSpPr>
            <p:spPr>
              <a:xfrm rot="921106">
                <a:off x="572591" y="400809"/>
                <a:ext cx="33117" cy="64730"/>
              </a:xfrm>
              <a:custGeom>
                <a:avLst/>
                <a:gdLst/>
                <a:ahLst/>
                <a:cxnLst/>
                <a:rect l="l" t="t" r="r" b="b"/>
                <a:pathLst>
                  <a:path w="22" h="43" extrusionOk="0">
                    <a:moveTo>
                      <a:pt x="6" y="0"/>
                    </a:moveTo>
                    <a:lnTo>
                      <a:pt x="22" y="40"/>
                    </a:lnTo>
                    <a:lnTo>
                      <a:pt x="15" y="43"/>
                    </a:lnTo>
                    <a:lnTo>
                      <a:pt x="0" y="1"/>
                    </a:lnTo>
                    <a:lnTo>
                      <a:pt x="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34" name="Google Shape;1134;p40"/>
              <p:cNvSpPr/>
              <p:nvPr/>
            </p:nvSpPr>
            <p:spPr>
              <a:xfrm rot="921106">
                <a:off x="546106" y="433421"/>
                <a:ext cx="21075" cy="31613"/>
              </a:xfrm>
              <a:custGeom>
                <a:avLst/>
                <a:gdLst/>
                <a:ahLst/>
                <a:cxnLst/>
                <a:rect l="l" t="t" r="r" b="b"/>
                <a:pathLst>
                  <a:path w="14" h="21" extrusionOk="0">
                    <a:moveTo>
                      <a:pt x="6" y="0"/>
                    </a:moveTo>
                    <a:lnTo>
                      <a:pt x="14" y="19"/>
                    </a:lnTo>
                    <a:lnTo>
                      <a:pt x="8" y="21"/>
                    </a:lnTo>
                    <a:lnTo>
                      <a:pt x="0" y="1"/>
                    </a:lnTo>
                    <a:lnTo>
                      <a:pt x="6" y="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35" name="Google Shape;1135;p40"/>
              <p:cNvSpPr/>
              <p:nvPr/>
            </p:nvSpPr>
            <p:spPr>
              <a:xfrm rot="921106">
                <a:off x="164857" y="247278"/>
                <a:ext cx="1741672" cy="2605755"/>
              </a:xfrm>
              <a:custGeom>
                <a:avLst/>
                <a:gdLst/>
                <a:ahLst/>
                <a:cxnLst/>
                <a:rect l="l" t="t" r="r" b="b"/>
                <a:pathLst>
                  <a:path w="898" h="1344" extrusionOk="0">
                    <a:moveTo>
                      <a:pt x="404" y="0"/>
                    </a:moveTo>
                    <a:cubicBezTo>
                      <a:pt x="406" y="7"/>
                      <a:pt x="406" y="7"/>
                      <a:pt x="406" y="7"/>
                    </a:cubicBezTo>
                    <a:cubicBezTo>
                      <a:pt x="56" y="106"/>
                      <a:pt x="56" y="106"/>
                      <a:pt x="56" y="106"/>
                    </a:cubicBezTo>
                    <a:cubicBezTo>
                      <a:pt x="26" y="114"/>
                      <a:pt x="13" y="151"/>
                      <a:pt x="28" y="187"/>
                    </a:cubicBezTo>
                    <a:cubicBezTo>
                      <a:pt x="445" y="1227"/>
                      <a:pt x="445" y="1227"/>
                      <a:pt x="445" y="1227"/>
                    </a:cubicBezTo>
                    <a:cubicBezTo>
                      <a:pt x="463" y="1273"/>
                      <a:pt x="463" y="1273"/>
                      <a:pt x="463" y="1273"/>
                    </a:cubicBezTo>
                    <a:cubicBezTo>
                      <a:pt x="478" y="1309"/>
                      <a:pt x="514" y="1331"/>
                      <a:pt x="544" y="1323"/>
                    </a:cubicBezTo>
                    <a:cubicBezTo>
                      <a:pt x="895" y="1224"/>
                      <a:pt x="895" y="1224"/>
                      <a:pt x="895" y="1224"/>
                    </a:cubicBezTo>
                    <a:cubicBezTo>
                      <a:pt x="898" y="1234"/>
                      <a:pt x="898" y="1234"/>
                      <a:pt x="898" y="1234"/>
                    </a:cubicBezTo>
                    <a:cubicBezTo>
                      <a:pt x="541" y="1334"/>
                      <a:pt x="541" y="1334"/>
                      <a:pt x="541" y="1334"/>
                    </a:cubicBezTo>
                    <a:cubicBezTo>
                      <a:pt x="509" y="1344"/>
                      <a:pt x="469" y="1319"/>
                      <a:pt x="453" y="1279"/>
                    </a:cubicBezTo>
                    <a:cubicBezTo>
                      <a:pt x="16" y="189"/>
                      <a:pt x="16" y="189"/>
                      <a:pt x="16" y="189"/>
                    </a:cubicBezTo>
                    <a:cubicBezTo>
                      <a:pt x="0" y="149"/>
                      <a:pt x="14" y="110"/>
                      <a:pt x="46" y="101"/>
                    </a:cubicBezTo>
                    <a:lnTo>
                      <a:pt x="404"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36" name="Google Shape;1136;p40"/>
              <p:cNvSpPr/>
              <p:nvPr/>
            </p:nvSpPr>
            <p:spPr>
              <a:xfrm rot="921106">
                <a:off x="153176" y="225891"/>
                <a:ext cx="1865109" cy="2647905"/>
              </a:xfrm>
              <a:custGeom>
                <a:avLst/>
                <a:gdLst/>
                <a:ahLst/>
                <a:cxnLst/>
                <a:rect l="l" t="t" r="r" b="b"/>
                <a:pathLst>
                  <a:path w="962" h="1366" extrusionOk="0">
                    <a:moveTo>
                      <a:pt x="410" y="11"/>
                    </a:moveTo>
                    <a:cubicBezTo>
                      <a:pt x="447" y="0"/>
                      <a:pt x="492" y="29"/>
                      <a:pt x="510" y="74"/>
                    </a:cubicBezTo>
                    <a:cubicBezTo>
                      <a:pt x="944" y="1155"/>
                      <a:pt x="944" y="1155"/>
                      <a:pt x="944" y="1155"/>
                    </a:cubicBezTo>
                    <a:cubicBezTo>
                      <a:pt x="962" y="1200"/>
                      <a:pt x="946" y="1245"/>
                      <a:pt x="909" y="1255"/>
                    </a:cubicBezTo>
                    <a:cubicBezTo>
                      <a:pt x="552" y="1356"/>
                      <a:pt x="552" y="1356"/>
                      <a:pt x="552" y="1356"/>
                    </a:cubicBezTo>
                    <a:cubicBezTo>
                      <a:pt x="515" y="1366"/>
                      <a:pt x="470" y="1338"/>
                      <a:pt x="452" y="1293"/>
                    </a:cubicBezTo>
                    <a:cubicBezTo>
                      <a:pt x="18" y="212"/>
                      <a:pt x="18" y="212"/>
                      <a:pt x="18" y="212"/>
                    </a:cubicBezTo>
                    <a:cubicBezTo>
                      <a:pt x="0" y="167"/>
                      <a:pt x="16" y="122"/>
                      <a:pt x="53" y="111"/>
                    </a:cubicBezTo>
                    <a:lnTo>
                      <a:pt x="410" y="11"/>
                    </a:lnTo>
                    <a:close/>
                    <a:moveTo>
                      <a:pt x="940" y="1162"/>
                    </a:moveTo>
                    <a:cubicBezTo>
                      <a:pt x="503" y="72"/>
                      <a:pt x="503" y="72"/>
                      <a:pt x="503" y="72"/>
                    </a:cubicBezTo>
                    <a:cubicBezTo>
                      <a:pt x="487" y="32"/>
                      <a:pt x="448" y="8"/>
                      <a:pt x="415" y="17"/>
                    </a:cubicBezTo>
                    <a:cubicBezTo>
                      <a:pt x="411" y="18"/>
                      <a:pt x="411" y="18"/>
                      <a:pt x="411" y="18"/>
                    </a:cubicBezTo>
                    <a:cubicBezTo>
                      <a:pt x="53" y="119"/>
                      <a:pt x="53" y="119"/>
                      <a:pt x="53" y="119"/>
                    </a:cubicBezTo>
                    <a:cubicBezTo>
                      <a:pt x="21" y="128"/>
                      <a:pt x="7" y="167"/>
                      <a:pt x="23" y="207"/>
                    </a:cubicBezTo>
                    <a:cubicBezTo>
                      <a:pt x="460" y="1297"/>
                      <a:pt x="460" y="1297"/>
                      <a:pt x="460" y="1297"/>
                    </a:cubicBezTo>
                    <a:cubicBezTo>
                      <a:pt x="476" y="1337"/>
                      <a:pt x="516" y="1362"/>
                      <a:pt x="548" y="1352"/>
                    </a:cubicBezTo>
                    <a:cubicBezTo>
                      <a:pt x="905" y="1252"/>
                      <a:pt x="905" y="1252"/>
                      <a:pt x="905" y="1252"/>
                    </a:cubicBezTo>
                    <a:cubicBezTo>
                      <a:pt x="910" y="1251"/>
                      <a:pt x="910" y="1251"/>
                      <a:pt x="910" y="1251"/>
                    </a:cubicBezTo>
                    <a:cubicBezTo>
                      <a:pt x="943" y="1241"/>
                      <a:pt x="956" y="1202"/>
                      <a:pt x="940" y="1162"/>
                    </a:cubicBezTo>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37" name="Google Shape;1137;p40"/>
              <p:cNvSpPr/>
              <p:nvPr/>
            </p:nvSpPr>
            <p:spPr>
              <a:xfrm rot="921106">
                <a:off x="97180" y="496500"/>
                <a:ext cx="901696" cy="2134584"/>
              </a:xfrm>
              <a:custGeom>
                <a:avLst/>
                <a:gdLst/>
                <a:ahLst/>
                <a:cxnLst/>
                <a:rect l="l" t="t" r="r" b="b"/>
                <a:pathLst>
                  <a:path w="599" h="1418" extrusionOk="0">
                    <a:moveTo>
                      <a:pt x="599" y="1392"/>
                    </a:moveTo>
                    <a:lnTo>
                      <a:pt x="558" y="1418"/>
                    </a:lnTo>
                    <a:lnTo>
                      <a:pt x="0" y="26"/>
                    </a:lnTo>
                    <a:lnTo>
                      <a:pt x="41" y="0"/>
                    </a:lnTo>
                    <a:lnTo>
                      <a:pt x="599" y="1392"/>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38" name="Google Shape;1138;p40"/>
              <p:cNvSpPr/>
              <p:nvPr/>
            </p:nvSpPr>
            <p:spPr>
              <a:xfrm rot="921106">
                <a:off x="621440" y="2689991"/>
                <a:ext cx="264939" cy="188169"/>
              </a:xfrm>
              <a:custGeom>
                <a:avLst/>
                <a:gdLst/>
                <a:ahLst/>
                <a:cxnLst/>
                <a:rect l="l" t="t" r="r" b="b"/>
                <a:pathLst>
                  <a:path w="137" h="97" extrusionOk="0">
                    <a:moveTo>
                      <a:pt x="137" y="66"/>
                    </a:moveTo>
                    <a:cubicBezTo>
                      <a:pt x="105" y="86"/>
                      <a:pt x="105" y="86"/>
                      <a:pt x="105" y="86"/>
                    </a:cubicBezTo>
                    <a:cubicBezTo>
                      <a:pt x="66" y="97"/>
                      <a:pt x="19" y="67"/>
                      <a:pt x="0" y="20"/>
                    </a:cubicBezTo>
                    <a:cubicBezTo>
                      <a:pt x="32" y="0"/>
                      <a:pt x="32" y="0"/>
                      <a:pt x="32" y="0"/>
                    </a:cubicBezTo>
                    <a:cubicBezTo>
                      <a:pt x="51" y="47"/>
                      <a:pt x="98" y="77"/>
                      <a:pt x="137" y="66"/>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39" name="Google Shape;1139;p40"/>
              <p:cNvSpPr/>
              <p:nvPr/>
            </p:nvSpPr>
            <p:spPr>
              <a:xfrm rot="921106">
                <a:off x="145650" y="216859"/>
                <a:ext cx="1880165" cy="2665971"/>
              </a:xfrm>
              <a:custGeom>
                <a:avLst/>
                <a:gdLst/>
                <a:ahLst/>
                <a:cxnLst/>
                <a:rect l="l" t="t" r="r" b="b"/>
                <a:pathLst>
                  <a:path w="970" h="1375" extrusionOk="0">
                    <a:moveTo>
                      <a:pt x="951" y="1158"/>
                    </a:moveTo>
                    <a:cubicBezTo>
                      <a:pt x="518" y="77"/>
                      <a:pt x="518" y="77"/>
                      <a:pt x="518" y="77"/>
                    </a:cubicBezTo>
                    <a:cubicBezTo>
                      <a:pt x="499" y="29"/>
                      <a:pt x="452" y="0"/>
                      <a:pt x="413" y="11"/>
                    </a:cubicBezTo>
                    <a:cubicBezTo>
                      <a:pt x="55" y="111"/>
                      <a:pt x="55" y="111"/>
                      <a:pt x="55" y="111"/>
                    </a:cubicBezTo>
                    <a:cubicBezTo>
                      <a:pt x="16" y="122"/>
                      <a:pt x="0" y="170"/>
                      <a:pt x="19" y="217"/>
                    </a:cubicBezTo>
                    <a:cubicBezTo>
                      <a:pt x="452" y="1298"/>
                      <a:pt x="452" y="1298"/>
                      <a:pt x="452" y="1298"/>
                    </a:cubicBezTo>
                    <a:cubicBezTo>
                      <a:pt x="471" y="1346"/>
                      <a:pt x="518" y="1375"/>
                      <a:pt x="557" y="1364"/>
                    </a:cubicBezTo>
                    <a:cubicBezTo>
                      <a:pt x="915" y="1263"/>
                      <a:pt x="915" y="1263"/>
                      <a:pt x="915" y="1263"/>
                    </a:cubicBezTo>
                    <a:cubicBezTo>
                      <a:pt x="954" y="1252"/>
                      <a:pt x="970" y="1205"/>
                      <a:pt x="951" y="1158"/>
                    </a:cubicBezTo>
                    <a:close/>
                    <a:moveTo>
                      <a:pt x="913" y="1259"/>
                    </a:moveTo>
                    <a:cubicBezTo>
                      <a:pt x="556" y="1360"/>
                      <a:pt x="556" y="1360"/>
                      <a:pt x="556" y="1360"/>
                    </a:cubicBezTo>
                    <a:cubicBezTo>
                      <a:pt x="519" y="1370"/>
                      <a:pt x="474" y="1342"/>
                      <a:pt x="456" y="1297"/>
                    </a:cubicBezTo>
                    <a:cubicBezTo>
                      <a:pt x="22" y="216"/>
                      <a:pt x="22" y="216"/>
                      <a:pt x="22" y="216"/>
                    </a:cubicBezTo>
                    <a:cubicBezTo>
                      <a:pt x="4" y="171"/>
                      <a:pt x="20" y="126"/>
                      <a:pt x="57" y="115"/>
                    </a:cubicBezTo>
                    <a:cubicBezTo>
                      <a:pt x="414" y="15"/>
                      <a:pt x="414" y="15"/>
                      <a:pt x="414" y="15"/>
                    </a:cubicBezTo>
                    <a:cubicBezTo>
                      <a:pt x="451" y="4"/>
                      <a:pt x="496" y="33"/>
                      <a:pt x="514" y="78"/>
                    </a:cubicBezTo>
                    <a:cubicBezTo>
                      <a:pt x="948" y="1159"/>
                      <a:pt x="948" y="1159"/>
                      <a:pt x="948" y="1159"/>
                    </a:cubicBezTo>
                    <a:cubicBezTo>
                      <a:pt x="966" y="1204"/>
                      <a:pt x="950" y="1249"/>
                      <a:pt x="913" y="1259"/>
                    </a:cubicBezTo>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40" name="Google Shape;1140;p40"/>
              <p:cNvSpPr/>
              <p:nvPr/>
            </p:nvSpPr>
            <p:spPr>
              <a:xfrm rot="921106">
                <a:off x="1209728" y="402056"/>
                <a:ext cx="97847" cy="69246"/>
              </a:xfrm>
              <a:custGeom>
                <a:avLst/>
                <a:gdLst/>
                <a:ahLst/>
                <a:cxnLst/>
                <a:rect l="l" t="t" r="r" b="b"/>
                <a:pathLst>
                  <a:path w="65" h="46" extrusionOk="0">
                    <a:moveTo>
                      <a:pt x="13" y="46"/>
                    </a:moveTo>
                    <a:lnTo>
                      <a:pt x="65" y="32"/>
                    </a:lnTo>
                    <a:lnTo>
                      <a:pt x="52" y="0"/>
                    </a:lnTo>
                    <a:lnTo>
                      <a:pt x="0" y="14"/>
                    </a:lnTo>
                    <a:lnTo>
                      <a:pt x="13" y="46"/>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41" name="Google Shape;1141;p40"/>
              <p:cNvSpPr/>
              <p:nvPr/>
            </p:nvSpPr>
            <p:spPr>
              <a:xfrm rot="921106">
                <a:off x="1529004" y="2829708"/>
                <a:ext cx="88815" cy="51182"/>
              </a:xfrm>
              <a:custGeom>
                <a:avLst/>
                <a:gdLst/>
                <a:ahLst/>
                <a:cxnLst/>
                <a:rect l="l" t="t" r="r" b="b"/>
                <a:pathLst>
                  <a:path w="46" h="26" extrusionOk="0">
                    <a:moveTo>
                      <a:pt x="46" y="0"/>
                    </a:moveTo>
                    <a:cubicBezTo>
                      <a:pt x="14" y="20"/>
                      <a:pt x="14" y="20"/>
                      <a:pt x="14" y="20"/>
                    </a:cubicBezTo>
                    <a:cubicBezTo>
                      <a:pt x="10" y="23"/>
                      <a:pt x="5" y="25"/>
                      <a:pt x="0" y="26"/>
                    </a:cubicBezTo>
                    <a:cubicBezTo>
                      <a:pt x="32" y="6"/>
                      <a:pt x="32" y="6"/>
                      <a:pt x="32" y="6"/>
                    </a:cubicBezTo>
                    <a:cubicBezTo>
                      <a:pt x="37" y="5"/>
                      <a:pt x="42" y="3"/>
                      <a:pt x="46" y="0"/>
                    </a:cubicBezTo>
                    <a:close/>
                  </a:path>
                </a:pathLst>
              </a:custGeom>
              <a:solidFill>
                <a:srgbClr val="CCCC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42" name="Google Shape;1142;p40"/>
              <p:cNvSpPr/>
              <p:nvPr/>
            </p:nvSpPr>
            <p:spPr>
              <a:xfrm rot="921106">
                <a:off x="785169" y="286410"/>
                <a:ext cx="308594" cy="158062"/>
              </a:xfrm>
              <a:custGeom>
                <a:avLst/>
                <a:gdLst/>
                <a:ahLst/>
                <a:cxnLst/>
                <a:rect l="l" t="t" r="r" b="b"/>
                <a:pathLst>
                  <a:path w="159" h="82" extrusionOk="0">
                    <a:moveTo>
                      <a:pt x="0" y="45"/>
                    </a:moveTo>
                    <a:cubicBezTo>
                      <a:pt x="159" y="0"/>
                      <a:pt x="159" y="0"/>
                      <a:pt x="159" y="0"/>
                    </a:cubicBezTo>
                    <a:cubicBezTo>
                      <a:pt x="158" y="1"/>
                      <a:pt x="143" y="9"/>
                      <a:pt x="151" y="28"/>
                    </a:cubicBezTo>
                    <a:cubicBezTo>
                      <a:pt x="158" y="47"/>
                      <a:pt x="146" y="55"/>
                      <a:pt x="134" y="58"/>
                    </a:cubicBezTo>
                    <a:cubicBezTo>
                      <a:pt x="122" y="61"/>
                      <a:pt x="99" y="68"/>
                      <a:pt x="98" y="68"/>
                    </a:cubicBezTo>
                    <a:cubicBezTo>
                      <a:pt x="97" y="69"/>
                      <a:pt x="73" y="75"/>
                      <a:pt x="61" y="78"/>
                    </a:cubicBezTo>
                    <a:cubicBezTo>
                      <a:pt x="49" y="82"/>
                      <a:pt x="35" y="82"/>
                      <a:pt x="27" y="63"/>
                    </a:cubicBezTo>
                    <a:cubicBezTo>
                      <a:pt x="19" y="44"/>
                      <a:pt x="1" y="45"/>
                      <a:pt x="0" y="45"/>
                    </a:cubicBezTo>
                    <a:close/>
                    <a:moveTo>
                      <a:pt x="103" y="38"/>
                    </a:moveTo>
                    <a:cubicBezTo>
                      <a:pt x="100" y="32"/>
                      <a:pt x="100" y="32"/>
                      <a:pt x="100" y="32"/>
                    </a:cubicBezTo>
                    <a:cubicBezTo>
                      <a:pt x="99" y="29"/>
                      <a:pt x="95" y="26"/>
                      <a:pt x="93" y="27"/>
                    </a:cubicBezTo>
                    <a:cubicBezTo>
                      <a:pt x="72" y="33"/>
                      <a:pt x="72" y="33"/>
                      <a:pt x="72" y="33"/>
                    </a:cubicBezTo>
                    <a:cubicBezTo>
                      <a:pt x="69" y="34"/>
                      <a:pt x="68" y="37"/>
                      <a:pt x="69" y="41"/>
                    </a:cubicBezTo>
                    <a:cubicBezTo>
                      <a:pt x="72" y="47"/>
                      <a:pt x="72" y="47"/>
                      <a:pt x="72" y="47"/>
                    </a:cubicBezTo>
                    <a:cubicBezTo>
                      <a:pt x="73" y="51"/>
                      <a:pt x="77" y="53"/>
                      <a:pt x="80" y="52"/>
                    </a:cubicBezTo>
                    <a:cubicBezTo>
                      <a:pt x="100" y="46"/>
                      <a:pt x="100" y="46"/>
                      <a:pt x="100" y="46"/>
                    </a:cubicBezTo>
                    <a:cubicBezTo>
                      <a:pt x="103" y="45"/>
                      <a:pt x="104" y="42"/>
                      <a:pt x="103" y="38"/>
                    </a:cubicBezTo>
                    <a:moveTo>
                      <a:pt x="54" y="66"/>
                    </a:moveTo>
                    <a:cubicBezTo>
                      <a:pt x="60" y="65"/>
                      <a:pt x="63" y="58"/>
                      <a:pt x="60" y="51"/>
                    </a:cubicBezTo>
                    <a:cubicBezTo>
                      <a:pt x="57" y="44"/>
                      <a:pt x="50" y="39"/>
                      <a:pt x="44" y="41"/>
                    </a:cubicBezTo>
                    <a:cubicBezTo>
                      <a:pt x="38" y="42"/>
                      <a:pt x="36" y="49"/>
                      <a:pt x="39" y="56"/>
                    </a:cubicBezTo>
                    <a:cubicBezTo>
                      <a:pt x="42" y="63"/>
                      <a:pt x="49" y="68"/>
                      <a:pt x="54" y="66"/>
                    </a:cubicBezTo>
                    <a:moveTo>
                      <a:pt x="128" y="42"/>
                    </a:moveTo>
                    <a:cubicBezTo>
                      <a:pt x="134" y="40"/>
                      <a:pt x="136" y="34"/>
                      <a:pt x="133" y="28"/>
                    </a:cubicBezTo>
                    <a:cubicBezTo>
                      <a:pt x="131" y="22"/>
                      <a:pt x="125" y="19"/>
                      <a:pt x="120" y="20"/>
                    </a:cubicBezTo>
                    <a:cubicBezTo>
                      <a:pt x="114" y="22"/>
                      <a:pt x="112" y="28"/>
                      <a:pt x="115" y="34"/>
                    </a:cubicBezTo>
                    <a:cubicBezTo>
                      <a:pt x="117" y="40"/>
                      <a:pt x="123" y="43"/>
                      <a:pt x="128" y="42"/>
                    </a:cubicBezTo>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43" name="Google Shape;1143;p40"/>
              <p:cNvSpPr/>
              <p:nvPr/>
            </p:nvSpPr>
            <p:spPr>
              <a:xfrm rot="921106">
                <a:off x="381745" y="234843"/>
                <a:ext cx="138491" cy="231824"/>
              </a:xfrm>
              <a:custGeom>
                <a:avLst/>
                <a:gdLst/>
                <a:ahLst/>
                <a:cxnLst/>
                <a:rect l="l" t="t" r="r" b="b"/>
                <a:pathLst>
                  <a:path w="71" h="119" extrusionOk="0">
                    <a:moveTo>
                      <a:pt x="38" y="19"/>
                    </a:moveTo>
                    <a:cubicBezTo>
                      <a:pt x="71" y="0"/>
                      <a:pt x="71" y="0"/>
                      <a:pt x="71" y="0"/>
                    </a:cubicBezTo>
                    <a:cubicBezTo>
                      <a:pt x="42" y="17"/>
                      <a:pt x="32" y="58"/>
                      <a:pt x="49" y="99"/>
                    </a:cubicBezTo>
                    <a:cubicBezTo>
                      <a:pt x="17" y="119"/>
                      <a:pt x="17" y="119"/>
                      <a:pt x="17" y="119"/>
                    </a:cubicBezTo>
                    <a:cubicBezTo>
                      <a:pt x="0" y="78"/>
                      <a:pt x="10" y="37"/>
                      <a:pt x="38" y="1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44" name="Google Shape;1144;p40"/>
              <p:cNvSpPr/>
              <p:nvPr/>
            </p:nvSpPr>
            <p:spPr>
              <a:xfrm rot="921106">
                <a:off x="820411" y="2742597"/>
                <a:ext cx="755678" cy="234834"/>
              </a:xfrm>
              <a:custGeom>
                <a:avLst/>
                <a:gdLst/>
                <a:ahLst/>
                <a:cxnLst/>
                <a:rect l="l" t="t" r="r" b="b"/>
                <a:pathLst>
                  <a:path w="502" h="156" extrusionOk="0">
                    <a:moveTo>
                      <a:pt x="502" y="0"/>
                    </a:moveTo>
                    <a:lnTo>
                      <a:pt x="461" y="26"/>
                    </a:lnTo>
                    <a:lnTo>
                      <a:pt x="0" y="156"/>
                    </a:lnTo>
                    <a:lnTo>
                      <a:pt x="41" y="130"/>
                    </a:lnTo>
                    <a:lnTo>
                      <a:pt x="50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45" name="Google Shape;1145;p40"/>
              <p:cNvSpPr/>
              <p:nvPr/>
            </p:nvSpPr>
            <p:spPr>
              <a:xfrm rot="921106">
                <a:off x="220290" y="253159"/>
                <a:ext cx="1726619" cy="2381461"/>
              </a:xfrm>
              <a:custGeom>
                <a:avLst/>
                <a:gdLst/>
                <a:ahLst/>
                <a:cxnLst/>
                <a:rect l="l" t="t" r="r" b="b"/>
                <a:pathLst>
                  <a:path w="891" h="1228" extrusionOk="0">
                    <a:moveTo>
                      <a:pt x="393" y="8"/>
                    </a:moveTo>
                    <a:cubicBezTo>
                      <a:pt x="423" y="0"/>
                      <a:pt x="459" y="22"/>
                      <a:pt x="474" y="58"/>
                    </a:cubicBezTo>
                    <a:cubicBezTo>
                      <a:pt x="891" y="1099"/>
                      <a:pt x="891" y="1099"/>
                      <a:pt x="891" y="1099"/>
                    </a:cubicBezTo>
                    <a:cubicBezTo>
                      <a:pt x="881" y="1102"/>
                      <a:pt x="881" y="1102"/>
                      <a:pt x="881" y="1102"/>
                    </a:cubicBezTo>
                    <a:cubicBezTo>
                      <a:pt x="466" y="66"/>
                      <a:pt x="466" y="66"/>
                      <a:pt x="466" y="66"/>
                    </a:cubicBezTo>
                    <a:cubicBezTo>
                      <a:pt x="455" y="39"/>
                      <a:pt x="428" y="22"/>
                      <a:pt x="406" y="28"/>
                    </a:cubicBezTo>
                    <a:cubicBezTo>
                      <a:pt x="306" y="56"/>
                      <a:pt x="306" y="56"/>
                      <a:pt x="306" y="56"/>
                    </a:cubicBezTo>
                    <a:cubicBezTo>
                      <a:pt x="147" y="101"/>
                      <a:pt x="147" y="101"/>
                      <a:pt x="147" y="101"/>
                    </a:cubicBezTo>
                    <a:cubicBezTo>
                      <a:pt x="47" y="129"/>
                      <a:pt x="47" y="129"/>
                      <a:pt x="47" y="129"/>
                    </a:cubicBezTo>
                    <a:cubicBezTo>
                      <a:pt x="25" y="135"/>
                      <a:pt x="15" y="162"/>
                      <a:pt x="26" y="189"/>
                    </a:cubicBezTo>
                    <a:cubicBezTo>
                      <a:pt x="171" y="550"/>
                      <a:pt x="171" y="550"/>
                      <a:pt x="171" y="550"/>
                    </a:cubicBezTo>
                    <a:cubicBezTo>
                      <a:pt x="296" y="863"/>
                      <a:pt x="296" y="863"/>
                      <a:pt x="296" y="863"/>
                    </a:cubicBezTo>
                    <a:cubicBezTo>
                      <a:pt x="406" y="1137"/>
                      <a:pt x="406" y="1137"/>
                      <a:pt x="406" y="1137"/>
                    </a:cubicBezTo>
                    <a:cubicBezTo>
                      <a:pt x="442" y="1226"/>
                      <a:pt x="442" y="1226"/>
                      <a:pt x="442" y="1226"/>
                    </a:cubicBezTo>
                    <a:cubicBezTo>
                      <a:pt x="432" y="1228"/>
                      <a:pt x="432" y="1228"/>
                      <a:pt x="432" y="1228"/>
                    </a:cubicBezTo>
                    <a:cubicBezTo>
                      <a:pt x="15" y="188"/>
                      <a:pt x="15" y="188"/>
                      <a:pt x="15" y="188"/>
                    </a:cubicBezTo>
                    <a:cubicBezTo>
                      <a:pt x="0" y="152"/>
                      <a:pt x="13" y="115"/>
                      <a:pt x="43" y="107"/>
                    </a:cubicBezTo>
                    <a:lnTo>
                      <a:pt x="393" y="8"/>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46" name="Google Shape;1146;p40"/>
              <p:cNvSpPr/>
              <p:nvPr/>
            </p:nvSpPr>
            <p:spPr>
              <a:xfrm rot="921106">
                <a:off x="732306" y="2462462"/>
                <a:ext cx="954382" cy="451605"/>
              </a:xfrm>
              <a:custGeom>
                <a:avLst/>
                <a:gdLst/>
                <a:ahLst/>
                <a:cxnLst/>
                <a:rect l="l" t="t" r="r" b="b"/>
                <a:pathLst>
                  <a:path w="492" h="233" extrusionOk="0">
                    <a:moveTo>
                      <a:pt x="459" y="0"/>
                    </a:moveTo>
                    <a:cubicBezTo>
                      <a:pt x="477" y="45"/>
                      <a:pt x="477" y="45"/>
                      <a:pt x="477" y="45"/>
                    </a:cubicBezTo>
                    <a:cubicBezTo>
                      <a:pt x="492" y="82"/>
                      <a:pt x="479" y="118"/>
                      <a:pt x="450" y="126"/>
                    </a:cubicBezTo>
                    <a:cubicBezTo>
                      <a:pt x="99" y="225"/>
                      <a:pt x="99" y="225"/>
                      <a:pt x="99" y="225"/>
                    </a:cubicBezTo>
                    <a:cubicBezTo>
                      <a:pt x="69" y="233"/>
                      <a:pt x="33" y="211"/>
                      <a:pt x="18" y="175"/>
                    </a:cubicBezTo>
                    <a:cubicBezTo>
                      <a:pt x="0" y="129"/>
                      <a:pt x="0" y="129"/>
                      <a:pt x="0" y="129"/>
                    </a:cubicBezTo>
                    <a:cubicBezTo>
                      <a:pt x="10" y="127"/>
                      <a:pt x="10" y="127"/>
                      <a:pt x="10" y="127"/>
                    </a:cubicBezTo>
                    <a:cubicBezTo>
                      <a:pt x="17" y="145"/>
                      <a:pt x="32" y="159"/>
                      <a:pt x="49" y="164"/>
                    </a:cubicBezTo>
                    <a:cubicBezTo>
                      <a:pt x="56" y="166"/>
                      <a:pt x="63" y="166"/>
                      <a:pt x="70" y="164"/>
                    </a:cubicBezTo>
                    <a:cubicBezTo>
                      <a:pt x="317" y="94"/>
                      <a:pt x="317" y="94"/>
                      <a:pt x="317" y="94"/>
                    </a:cubicBezTo>
                    <a:cubicBezTo>
                      <a:pt x="428" y="63"/>
                      <a:pt x="428" y="63"/>
                      <a:pt x="428" y="63"/>
                    </a:cubicBezTo>
                    <a:cubicBezTo>
                      <a:pt x="450" y="57"/>
                      <a:pt x="460" y="30"/>
                      <a:pt x="449" y="3"/>
                    </a:cubicBezTo>
                    <a:lnTo>
                      <a:pt x="459"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47" name="Google Shape;1147;p40"/>
              <p:cNvSpPr/>
              <p:nvPr/>
            </p:nvSpPr>
            <p:spPr>
              <a:xfrm rot="921106">
                <a:off x="411123" y="673186"/>
                <a:ext cx="45160" cy="49677"/>
              </a:xfrm>
              <a:custGeom>
                <a:avLst/>
                <a:gdLst/>
                <a:ahLst/>
                <a:cxnLst/>
                <a:rect l="l" t="t" r="r" b="b"/>
                <a:pathLst>
                  <a:path w="23" h="25" extrusionOk="0">
                    <a:moveTo>
                      <a:pt x="7" y="9"/>
                    </a:moveTo>
                    <a:cubicBezTo>
                      <a:pt x="23" y="0"/>
                      <a:pt x="23" y="0"/>
                      <a:pt x="23" y="0"/>
                    </a:cubicBezTo>
                    <a:cubicBezTo>
                      <a:pt x="18" y="3"/>
                      <a:pt x="17" y="9"/>
                      <a:pt x="19" y="15"/>
                    </a:cubicBezTo>
                    <a:cubicBezTo>
                      <a:pt x="3" y="25"/>
                      <a:pt x="3" y="25"/>
                      <a:pt x="3" y="25"/>
                    </a:cubicBezTo>
                    <a:cubicBezTo>
                      <a:pt x="0" y="18"/>
                      <a:pt x="2" y="12"/>
                      <a:pt x="7" y="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48" name="Google Shape;1148;p40"/>
              <p:cNvSpPr/>
              <p:nvPr/>
            </p:nvSpPr>
            <p:spPr>
              <a:xfrm rot="921106">
                <a:off x="333851" y="720674"/>
                <a:ext cx="245370" cy="590096"/>
              </a:xfrm>
              <a:custGeom>
                <a:avLst/>
                <a:gdLst/>
                <a:ahLst/>
                <a:cxnLst/>
                <a:rect l="l" t="t" r="r" b="b"/>
                <a:pathLst>
                  <a:path w="163" h="392" extrusionOk="0">
                    <a:moveTo>
                      <a:pt x="163" y="380"/>
                    </a:moveTo>
                    <a:lnTo>
                      <a:pt x="142" y="392"/>
                    </a:lnTo>
                    <a:lnTo>
                      <a:pt x="0" y="13"/>
                    </a:lnTo>
                    <a:lnTo>
                      <a:pt x="21" y="0"/>
                    </a:lnTo>
                    <a:lnTo>
                      <a:pt x="163" y="3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49" name="Google Shape;1149;p40"/>
              <p:cNvSpPr/>
              <p:nvPr/>
            </p:nvSpPr>
            <p:spPr>
              <a:xfrm rot="921106">
                <a:off x="464267" y="1314949"/>
                <a:ext cx="66235" cy="42150"/>
              </a:xfrm>
              <a:custGeom>
                <a:avLst/>
                <a:gdLst/>
                <a:ahLst/>
                <a:cxnLst/>
                <a:rect l="l" t="t" r="r" b="b"/>
                <a:pathLst>
                  <a:path w="34" h="22" extrusionOk="0">
                    <a:moveTo>
                      <a:pt x="34" y="10"/>
                    </a:moveTo>
                    <a:cubicBezTo>
                      <a:pt x="18" y="19"/>
                      <a:pt x="18" y="19"/>
                      <a:pt x="18" y="19"/>
                    </a:cubicBezTo>
                    <a:cubicBezTo>
                      <a:pt x="17" y="20"/>
                      <a:pt x="17" y="20"/>
                      <a:pt x="16" y="20"/>
                    </a:cubicBezTo>
                    <a:cubicBezTo>
                      <a:pt x="10" y="22"/>
                      <a:pt x="2" y="17"/>
                      <a:pt x="0" y="10"/>
                    </a:cubicBezTo>
                    <a:cubicBezTo>
                      <a:pt x="16" y="0"/>
                      <a:pt x="16" y="0"/>
                      <a:pt x="16" y="0"/>
                    </a:cubicBezTo>
                    <a:cubicBezTo>
                      <a:pt x="19" y="8"/>
                      <a:pt x="26" y="12"/>
                      <a:pt x="32" y="11"/>
                    </a:cubicBezTo>
                    <a:cubicBezTo>
                      <a:pt x="33" y="11"/>
                      <a:pt x="34" y="10"/>
                      <a:pt x="34" y="10"/>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50" name="Google Shape;1150;p40"/>
              <p:cNvSpPr/>
              <p:nvPr/>
            </p:nvSpPr>
            <p:spPr>
              <a:xfrm rot="921106">
                <a:off x="363233" y="699193"/>
                <a:ext cx="252896" cy="624719"/>
              </a:xfrm>
              <a:custGeom>
                <a:avLst/>
                <a:gdLst/>
                <a:ahLst/>
                <a:cxnLst/>
                <a:rect l="l" t="t" r="r" b="b"/>
                <a:pathLst>
                  <a:path w="130" h="322" extrusionOk="0">
                    <a:moveTo>
                      <a:pt x="130" y="320"/>
                    </a:moveTo>
                    <a:cubicBezTo>
                      <a:pt x="130" y="320"/>
                      <a:pt x="130" y="320"/>
                      <a:pt x="130" y="320"/>
                    </a:cubicBezTo>
                    <a:cubicBezTo>
                      <a:pt x="130" y="320"/>
                      <a:pt x="129" y="321"/>
                      <a:pt x="128" y="321"/>
                    </a:cubicBezTo>
                    <a:cubicBezTo>
                      <a:pt x="122" y="322"/>
                      <a:pt x="115" y="318"/>
                      <a:pt x="112" y="310"/>
                    </a:cubicBezTo>
                    <a:cubicBezTo>
                      <a:pt x="2" y="15"/>
                      <a:pt x="2" y="15"/>
                      <a:pt x="2" y="15"/>
                    </a:cubicBezTo>
                    <a:cubicBezTo>
                      <a:pt x="0" y="9"/>
                      <a:pt x="1" y="3"/>
                      <a:pt x="6" y="0"/>
                    </a:cubicBezTo>
                    <a:lnTo>
                      <a:pt x="130" y="32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51" name="Google Shape;1151;p40"/>
              <p:cNvSpPr/>
              <p:nvPr/>
            </p:nvSpPr>
            <p:spPr>
              <a:xfrm rot="921102">
                <a:off x="1208510" y="547394"/>
                <a:ext cx="668202" cy="679750"/>
              </a:xfrm>
              <a:custGeom>
                <a:avLst/>
                <a:gdLst/>
                <a:ahLst/>
                <a:cxnLst/>
                <a:rect l="l" t="t" r="r" b="b"/>
                <a:pathLst>
                  <a:path w="463" h="471" extrusionOk="0">
                    <a:moveTo>
                      <a:pt x="320" y="0"/>
                    </a:moveTo>
                    <a:lnTo>
                      <a:pt x="463" y="385"/>
                    </a:lnTo>
                    <a:lnTo>
                      <a:pt x="143" y="471"/>
                    </a:lnTo>
                    <a:lnTo>
                      <a:pt x="0" y="86"/>
                    </a:lnTo>
                    <a:lnTo>
                      <a:pt x="320" y="0"/>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52" name="Google Shape;1152;p40"/>
              <p:cNvSpPr/>
              <p:nvPr/>
            </p:nvSpPr>
            <p:spPr>
              <a:xfrm rot="921102">
                <a:off x="624069" y="545358"/>
                <a:ext cx="666758" cy="678307"/>
              </a:xfrm>
              <a:custGeom>
                <a:avLst/>
                <a:gdLst/>
                <a:ahLst/>
                <a:cxnLst/>
                <a:rect l="l" t="t" r="r" b="b"/>
                <a:pathLst>
                  <a:path w="462" h="470" extrusionOk="0">
                    <a:moveTo>
                      <a:pt x="318" y="0"/>
                    </a:moveTo>
                    <a:lnTo>
                      <a:pt x="462" y="385"/>
                    </a:lnTo>
                    <a:lnTo>
                      <a:pt x="143" y="470"/>
                    </a:lnTo>
                    <a:lnTo>
                      <a:pt x="0" y="85"/>
                    </a:lnTo>
                    <a:lnTo>
                      <a:pt x="318"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53" name="Google Shape;1153;p40"/>
              <p:cNvSpPr/>
              <p:nvPr/>
            </p:nvSpPr>
            <p:spPr>
              <a:xfrm rot="921102">
                <a:off x="1271415" y="1239436"/>
                <a:ext cx="666758" cy="679750"/>
              </a:xfrm>
              <a:custGeom>
                <a:avLst/>
                <a:gdLst/>
                <a:ahLst/>
                <a:cxnLst/>
                <a:rect l="l" t="t" r="r" b="b"/>
                <a:pathLst>
                  <a:path w="462" h="471" extrusionOk="0">
                    <a:moveTo>
                      <a:pt x="319" y="0"/>
                    </a:moveTo>
                    <a:lnTo>
                      <a:pt x="462" y="385"/>
                    </a:lnTo>
                    <a:lnTo>
                      <a:pt x="143" y="471"/>
                    </a:lnTo>
                    <a:lnTo>
                      <a:pt x="0" y="86"/>
                    </a:lnTo>
                    <a:lnTo>
                      <a:pt x="31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54" name="Google Shape;1154;p40"/>
              <p:cNvSpPr/>
              <p:nvPr/>
            </p:nvSpPr>
            <p:spPr>
              <a:xfrm rot="921102">
                <a:off x="685913" y="1236007"/>
                <a:ext cx="668202" cy="678307"/>
              </a:xfrm>
              <a:custGeom>
                <a:avLst/>
                <a:gdLst/>
                <a:ahLst/>
                <a:cxnLst/>
                <a:rect l="l" t="t" r="r" b="b"/>
                <a:pathLst>
                  <a:path w="463" h="470" extrusionOk="0">
                    <a:moveTo>
                      <a:pt x="320" y="0"/>
                    </a:moveTo>
                    <a:lnTo>
                      <a:pt x="463" y="385"/>
                    </a:lnTo>
                    <a:lnTo>
                      <a:pt x="143" y="470"/>
                    </a:lnTo>
                    <a:lnTo>
                      <a:pt x="0" y="85"/>
                    </a:lnTo>
                    <a:lnTo>
                      <a:pt x="320" y="0"/>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55" name="Google Shape;1155;p40"/>
              <p:cNvSpPr/>
              <p:nvPr/>
            </p:nvSpPr>
            <p:spPr>
              <a:xfrm rot="921102">
                <a:off x="1331267" y="1932703"/>
                <a:ext cx="669645" cy="678307"/>
              </a:xfrm>
              <a:custGeom>
                <a:avLst/>
                <a:gdLst/>
                <a:ahLst/>
                <a:cxnLst/>
                <a:rect l="l" t="t" r="r" b="b"/>
                <a:pathLst>
                  <a:path w="464" h="470" extrusionOk="0">
                    <a:moveTo>
                      <a:pt x="320" y="0"/>
                    </a:moveTo>
                    <a:lnTo>
                      <a:pt x="464" y="385"/>
                    </a:lnTo>
                    <a:lnTo>
                      <a:pt x="145" y="470"/>
                    </a:lnTo>
                    <a:lnTo>
                      <a:pt x="0" y="85"/>
                    </a:lnTo>
                    <a:lnTo>
                      <a:pt x="32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56" name="Google Shape;1156;p40"/>
              <p:cNvSpPr/>
              <p:nvPr/>
            </p:nvSpPr>
            <p:spPr>
              <a:xfrm rot="921102">
                <a:off x="747183" y="1928023"/>
                <a:ext cx="669645" cy="679750"/>
              </a:xfrm>
              <a:custGeom>
                <a:avLst/>
                <a:gdLst/>
                <a:ahLst/>
                <a:cxnLst/>
                <a:rect l="l" t="t" r="r" b="b"/>
                <a:pathLst>
                  <a:path w="464" h="471" extrusionOk="0">
                    <a:moveTo>
                      <a:pt x="319" y="0"/>
                    </a:moveTo>
                    <a:lnTo>
                      <a:pt x="464" y="385"/>
                    </a:lnTo>
                    <a:lnTo>
                      <a:pt x="144" y="471"/>
                    </a:lnTo>
                    <a:lnTo>
                      <a:pt x="0" y="86"/>
                    </a:lnTo>
                    <a:lnTo>
                      <a:pt x="319"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57" name="Google Shape;1157;p40"/>
              <p:cNvSpPr/>
              <p:nvPr/>
            </p:nvSpPr>
            <p:spPr>
              <a:xfrm>
                <a:off x="1767664" y="876172"/>
                <a:ext cx="0" cy="1506"/>
              </a:xfrm>
              <a:custGeom>
                <a:avLst/>
                <a:gdLst/>
                <a:ahLst/>
                <a:cxnLst/>
                <a:rect l="l" t="t" r="r" b="b"/>
                <a:pathLst>
                  <a:path w="120000" h="1" extrusionOk="0">
                    <a:moveTo>
                      <a:pt x="0" y="1"/>
                    </a:moveTo>
                    <a:lnTo>
                      <a:pt x="0" y="0"/>
                    </a:lnTo>
                    <a:lnTo>
                      <a:pt x="0" y="1"/>
                    </a:lnTo>
                    <a:lnTo>
                      <a:pt x="0" y="1"/>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58" name="Google Shape;1158;p40"/>
              <p:cNvSpPr/>
              <p:nvPr/>
            </p:nvSpPr>
            <p:spPr>
              <a:xfrm rot="921106">
                <a:off x="1715471" y="798695"/>
                <a:ext cx="6021" cy="3011"/>
              </a:xfrm>
              <a:custGeom>
                <a:avLst/>
                <a:gdLst/>
                <a:ahLst/>
                <a:cxnLst/>
                <a:rect l="l" t="t" r="r" b="b"/>
                <a:pathLst>
                  <a:path w="3" h="2" extrusionOk="0">
                    <a:moveTo>
                      <a:pt x="2" y="1"/>
                    </a:moveTo>
                    <a:cubicBezTo>
                      <a:pt x="3" y="1"/>
                      <a:pt x="3" y="1"/>
                      <a:pt x="3" y="0"/>
                    </a:cubicBezTo>
                    <a:cubicBezTo>
                      <a:pt x="3" y="1"/>
                      <a:pt x="3" y="1"/>
                      <a:pt x="3" y="1"/>
                    </a:cubicBezTo>
                    <a:cubicBezTo>
                      <a:pt x="3" y="1"/>
                      <a:pt x="3" y="1"/>
                      <a:pt x="3" y="1"/>
                    </a:cubicBezTo>
                    <a:cubicBezTo>
                      <a:pt x="3" y="1"/>
                      <a:pt x="3" y="1"/>
                      <a:pt x="3" y="1"/>
                    </a:cubicBezTo>
                    <a:cubicBezTo>
                      <a:pt x="3" y="1"/>
                      <a:pt x="3" y="1"/>
                      <a:pt x="3" y="1"/>
                    </a:cubicBezTo>
                    <a:cubicBezTo>
                      <a:pt x="2" y="2"/>
                      <a:pt x="2" y="2"/>
                      <a:pt x="2" y="2"/>
                    </a:cubicBezTo>
                    <a:cubicBezTo>
                      <a:pt x="2" y="2"/>
                      <a:pt x="2" y="2"/>
                      <a:pt x="2" y="2"/>
                    </a:cubicBezTo>
                    <a:cubicBezTo>
                      <a:pt x="2" y="2"/>
                      <a:pt x="1" y="2"/>
                      <a:pt x="0" y="2"/>
                    </a:cubicBezTo>
                    <a:cubicBezTo>
                      <a:pt x="1" y="2"/>
                      <a:pt x="1" y="2"/>
                      <a:pt x="1" y="2"/>
                    </a:cubicBezTo>
                    <a:cubicBezTo>
                      <a:pt x="2" y="1"/>
                      <a:pt x="2" y="1"/>
                      <a:pt x="2" y="1"/>
                    </a:cubicBez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59" name="Google Shape;1159;p40"/>
              <p:cNvSpPr/>
              <p:nvPr/>
            </p:nvSpPr>
            <p:spPr>
              <a:xfrm rot="921106">
                <a:off x="1721757" y="799745"/>
                <a:ext cx="1506" cy="0"/>
              </a:xfrm>
              <a:custGeom>
                <a:avLst/>
                <a:gdLst/>
                <a:ahLst/>
                <a:cxnLst/>
                <a:rect l="l" t="t" r="r" b="b"/>
                <a:pathLst>
                  <a:path w="1" h="120000" extrusionOk="0">
                    <a:moveTo>
                      <a:pt x="1" y="0"/>
                    </a:moveTo>
                    <a:lnTo>
                      <a:pt x="0" y="0"/>
                    </a:lnTo>
                    <a:lnTo>
                      <a:pt x="1" y="0"/>
                    </a:lnTo>
                    <a:lnTo>
                      <a:pt x="1" y="0"/>
                    </a:lnTo>
                    <a:close/>
                  </a:path>
                </a:pathLst>
              </a:custGeom>
              <a:solidFill>
                <a:srgbClr val="521A8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60" name="Google Shape;1160;p40"/>
              <p:cNvSpPr/>
              <p:nvPr/>
            </p:nvSpPr>
            <p:spPr>
              <a:xfrm rot="921106">
                <a:off x="1813065" y="2520132"/>
                <a:ext cx="22580" cy="13549"/>
              </a:xfrm>
              <a:custGeom>
                <a:avLst/>
                <a:gdLst/>
                <a:ahLst/>
                <a:cxnLst/>
                <a:rect l="l" t="t" r="r" b="b"/>
                <a:pathLst>
                  <a:path w="15" h="9" extrusionOk="0">
                    <a:moveTo>
                      <a:pt x="15" y="0"/>
                    </a:moveTo>
                    <a:lnTo>
                      <a:pt x="1" y="8"/>
                    </a:lnTo>
                    <a:lnTo>
                      <a:pt x="0" y="9"/>
                    </a:lnTo>
                    <a:lnTo>
                      <a:pt x="14" y="1"/>
                    </a:lnTo>
                    <a:lnTo>
                      <a:pt x="15" y="0"/>
                    </a:lnTo>
                    <a:close/>
                  </a:path>
                </a:pathLst>
              </a:custGeom>
              <a:solidFill>
                <a:srgbClr val="00C2C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nvGrpSpPr>
            <p:cNvPr id="1161" name="Google Shape;1161;p40"/>
            <p:cNvGrpSpPr/>
            <p:nvPr/>
          </p:nvGrpSpPr>
          <p:grpSpPr>
            <a:xfrm rot="1787099" flipH="1">
              <a:off x="754036" y="840779"/>
              <a:ext cx="294523" cy="215820"/>
              <a:chOff x="-1962182" y="2332573"/>
              <a:chExt cx="255641" cy="187328"/>
            </a:xfrm>
          </p:grpSpPr>
          <p:sp>
            <p:nvSpPr>
              <p:cNvPr id="1162" name="Google Shape;1162;p40"/>
              <p:cNvSpPr/>
              <p:nvPr/>
            </p:nvSpPr>
            <p:spPr>
              <a:xfrm rot="1352045" flipH="1">
                <a:off x="-1848704" y="2351484"/>
                <a:ext cx="123251" cy="123252"/>
              </a:xfrm>
              <a:custGeom>
                <a:avLst/>
                <a:gdLst/>
                <a:ahLst/>
                <a:cxnLst/>
                <a:rect l="l" t="t" r="r" b="b"/>
                <a:pathLst>
                  <a:path w="96" h="96" extrusionOk="0">
                    <a:moveTo>
                      <a:pt x="33" y="50"/>
                    </a:moveTo>
                    <a:lnTo>
                      <a:pt x="0" y="10"/>
                    </a:lnTo>
                    <a:lnTo>
                      <a:pt x="46" y="33"/>
                    </a:lnTo>
                    <a:lnTo>
                      <a:pt x="86" y="0"/>
                    </a:lnTo>
                    <a:lnTo>
                      <a:pt x="62" y="46"/>
                    </a:lnTo>
                    <a:lnTo>
                      <a:pt x="96" y="86"/>
                    </a:lnTo>
                    <a:lnTo>
                      <a:pt x="49" y="62"/>
                    </a:lnTo>
                    <a:lnTo>
                      <a:pt x="9" y="96"/>
                    </a:lnTo>
                    <a:lnTo>
                      <a:pt x="33" y="50"/>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63" name="Google Shape;1163;p40"/>
              <p:cNvSpPr/>
              <p:nvPr/>
            </p:nvSpPr>
            <p:spPr>
              <a:xfrm rot="1352045" flipH="1">
                <a:off x="-1949180" y="2411414"/>
                <a:ext cx="84735" cy="84736"/>
              </a:xfrm>
              <a:custGeom>
                <a:avLst/>
                <a:gdLst/>
                <a:ahLst/>
                <a:cxnLst/>
                <a:rect l="l" t="t" r="r" b="b"/>
                <a:pathLst>
                  <a:path w="66" h="66" extrusionOk="0">
                    <a:moveTo>
                      <a:pt x="28" y="39"/>
                    </a:moveTo>
                    <a:lnTo>
                      <a:pt x="0" y="36"/>
                    </a:lnTo>
                    <a:lnTo>
                      <a:pt x="27" y="27"/>
                    </a:lnTo>
                    <a:lnTo>
                      <a:pt x="30" y="0"/>
                    </a:lnTo>
                    <a:lnTo>
                      <a:pt x="38" y="26"/>
                    </a:lnTo>
                    <a:lnTo>
                      <a:pt x="66" y="30"/>
                    </a:lnTo>
                    <a:lnTo>
                      <a:pt x="39" y="38"/>
                    </a:lnTo>
                    <a:lnTo>
                      <a:pt x="35" y="66"/>
                    </a:lnTo>
                    <a:lnTo>
                      <a:pt x="28" y="39"/>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64" name="Google Shape;1164;p40"/>
              <p:cNvSpPr/>
              <p:nvPr/>
            </p:nvSpPr>
            <p:spPr>
              <a:xfrm rot="1352048" flipH="1">
                <a:off x="-1830742" y="2493496"/>
                <a:ext cx="28245" cy="21825"/>
              </a:xfrm>
              <a:custGeom>
                <a:avLst/>
                <a:gdLst/>
                <a:ahLst/>
                <a:cxnLst/>
                <a:rect l="l" t="t" r="r" b="b"/>
                <a:pathLst>
                  <a:path w="23" h="18" extrusionOk="0">
                    <a:moveTo>
                      <a:pt x="11" y="18"/>
                    </a:moveTo>
                    <a:cubicBezTo>
                      <a:pt x="23" y="18"/>
                      <a:pt x="23" y="1"/>
                      <a:pt x="12" y="0"/>
                    </a:cubicBezTo>
                    <a:cubicBezTo>
                      <a:pt x="1" y="0"/>
                      <a:pt x="0" y="17"/>
                      <a:pt x="11" y="18"/>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grpSp>
        <p:nvGrpSpPr>
          <p:cNvPr id="1165" name="Google Shape;1165;p40"/>
          <p:cNvGrpSpPr/>
          <p:nvPr/>
        </p:nvGrpSpPr>
        <p:grpSpPr>
          <a:xfrm rot="450670" flipH="1">
            <a:off x="1467690" y="1638504"/>
            <a:ext cx="170674" cy="172434"/>
            <a:chOff x="-1680469" y="1860337"/>
            <a:chExt cx="148144" cy="149671"/>
          </a:xfrm>
        </p:grpSpPr>
        <p:sp>
          <p:nvSpPr>
            <p:cNvPr id="1166" name="Google Shape;1166;p40"/>
            <p:cNvSpPr/>
            <p:nvPr/>
          </p:nvSpPr>
          <p:spPr>
            <a:xfrm rot="1352046" flipH="1">
              <a:off x="-1669486" y="1926832"/>
              <a:ext cx="73180" cy="71897"/>
            </a:xfrm>
            <a:custGeom>
              <a:avLst/>
              <a:gdLst/>
              <a:ahLst/>
              <a:cxnLst/>
              <a:rect l="l" t="t" r="r" b="b"/>
              <a:pathLst>
                <a:path w="57" h="56" extrusionOk="0">
                  <a:moveTo>
                    <a:pt x="31" y="35"/>
                  </a:moveTo>
                  <a:lnTo>
                    <a:pt x="16" y="56"/>
                  </a:lnTo>
                  <a:lnTo>
                    <a:pt x="21" y="31"/>
                  </a:lnTo>
                  <a:lnTo>
                    <a:pt x="0" y="16"/>
                  </a:lnTo>
                  <a:lnTo>
                    <a:pt x="26" y="21"/>
                  </a:lnTo>
                  <a:lnTo>
                    <a:pt x="41" y="0"/>
                  </a:lnTo>
                  <a:lnTo>
                    <a:pt x="35" y="25"/>
                  </a:lnTo>
                  <a:lnTo>
                    <a:pt x="57" y="40"/>
                  </a:lnTo>
                  <a:lnTo>
                    <a:pt x="31" y="35"/>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67" name="Google Shape;1167;p40"/>
            <p:cNvSpPr/>
            <p:nvPr/>
          </p:nvSpPr>
          <p:spPr>
            <a:xfrm rot="1352048" flipH="1">
              <a:off x="-1563674" y="1913474"/>
              <a:ext cx="28245" cy="21826"/>
            </a:xfrm>
            <a:custGeom>
              <a:avLst/>
              <a:gdLst/>
              <a:ahLst/>
              <a:cxnLst/>
              <a:rect l="l" t="t" r="r" b="b"/>
              <a:pathLst>
                <a:path w="23" h="17" extrusionOk="0">
                  <a:moveTo>
                    <a:pt x="11" y="0"/>
                  </a:moveTo>
                  <a:cubicBezTo>
                    <a:pt x="0" y="0"/>
                    <a:pt x="0" y="17"/>
                    <a:pt x="11" y="17"/>
                  </a:cubicBezTo>
                  <a:cubicBezTo>
                    <a:pt x="23" y="17"/>
                    <a:pt x="23"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68" name="Google Shape;1168;p40"/>
            <p:cNvSpPr/>
            <p:nvPr/>
          </p:nvSpPr>
          <p:spPr>
            <a:xfrm rot="1352050" flipH="1">
              <a:off x="-1650506" y="1864670"/>
              <a:ext cx="26961" cy="21825"/>
            </a:xfrm>
            <a:custGeom>
              <a:avLst/>
              <a:gdLst/>
              <a:ahLst/>
              <a:cxnLst/>
              <a:rect l="l" t="t" r="r" b="b"/>
              <a:pathLst>
                <a:path w="22" h="18" extrusionOk="0">
                  <a:moveTo>
                    <a:pt x="11" y="0"/>
                  </a:moveTo>
                  <a:cubicBezTo>
                    <a:pt x="0" y="0"/>
                    <a:pt x="0" y="18"/>
                    <a:pt x="11" y="18"/>
                  </a:cubicBezTo>
                  <a:cubicBezTo>
                    <a:pt x="22" y="18"/>
                    <a:pt x="22" y="0"/>
                    <a:pt x="11" y="0"/>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grpSp>
        <p:nvGrpSpPr>
          <p:cNvPr id="1169" name="Google Shape;1169;p40"/>
          <p:cNvGrpSpPr/>
          <p:nvPr/>
        </p:nvGrpSpPr>
        <p:grpSpPr>
          <a:xfrm rot="450670" flipH="1">
            <a:off x="953274" y="1744736"/>
            <a:ext cx="106884" cy="171402"/>
            <a:chOff x="-2102849" y="2055835"/>
            <a:chExt cx="92774" cy="148775"/>
          </a:xfrm>
        </p:grpSpPr>
        <p:sp>
          <p:nvSpPr>
            <p:cNvPr id="1170" name="Google Shape;1170;p40"/>
            <p:cNvSpPr/>
            <p:nvPr/>
          </p:nvSpPr>
          <p:spPr>
            <a:xfrm rot="1352046" flipH="1">
              <a:off x="-2091768" y="2066621"/>
              <a:ext cx="70612" cy="71897"/>
            </a:xfrm>
            <a:custGeom>
              <a:avLst/>
              <a:gdLst/>
              <a:ahLst/>
              <a:cxnLst/>
              <a:rect l="l" t="t" r="r" b="b"/>
              <a:pathLst>
                <a:path w="55" h="56" extrusionOk="0">
                  <a:moveTo>
                    <a:pt x="25" y="21"/>
                  </a:moveTo>
                  <a:lnTo>
                    <a:pt x="40" y="0"/>
                  </a:lnTo>
                  <a:lnTo>
                    <a:pt x="34" y="26"/>
                  </a:lnTo>
                  <a:lnTo>
                    <a:pt x="55" y="41"/>
                  </a:lnTo>
                  <a:lnTo>
                    <a:pt x="30" y="35"/>
                  </a:lnTo>
                  <a:lnTo>
                    <a:pt x="14" y="56"/>
                  </a:lnTo>
                  <a:lnTo>
                    <a:pt x="20" y="30"/>
                  </a:lnTo>
                  <a:lnTo>
                    <a:pt x="0" y="14"/>
                  </a:lnTo>
                  <a:lnTo>
                    <a:pt x="25" y="21"/>
                  </a:ln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1171" name="Google Shape;1171;p40"/>
            <p:cNvSpPr/>
            <p:nvPr/>
          </p:nvSpPr>
          <p:spPr>
            <a:xfrm rot="1352048" flipH="1">
              <a:off x="-2061320" y="2178206"/>
              <a:ext cx="28245" cy="21825"/>
            </a:xfrm>
            <a:custGeom>
              <a:avLst/>
              <a:gdLst/>
              <a:ahLst/>
              <a:cxnLst/>
              <a:rect l="l" t="t" r="r" b="b"/>
              <a:pathLst>
                <a:path w="23" h="18" extrusionOk="0">
                  <a:moveTo>
                    <a:pt x="11" y="17"/>
                  </a:moveTo>
                  <a:cubicBezTo>
                    <a:pt x="22" y="18"/>
                    <a:pt x="23" y="0"/>
                    <a:pt x="12" y="0"/>
                  </a:cubicBezTo>
                  <a:cubicBezTo>
                    <a:pt x="1" y="0"/>
                    <a:pt x="0" y="17"/>
                    <a:pt x="11" y="17"/>
                  </a:cubicBezTo>
                  <a:close/>
                </a:path>
              </a:pathLst>
            </a:custGeom>
            <a:solidFill>
              <a:schemeClr val="dk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grpSp>
      <p:sp>
        <p:nvSpPr>
          <p:cNvPr id="4" name="TextBox 3">
            <a:extLst>
              <a:ext uri="{FF2B5EF4-FFF2-40B4-BE49-F238E27FC236}">
                <a16:creationId xmlns:a16="http://schemas.microsoft.com/office/drawing/2014/main" id="{D3C21DEB-9BE0-D5D5-02DF-24CD5AE7B954}"/>
              </a:ext>
            </a:extLst>
          </p:cNvPr>
          <p:cNvSpPr txBox="1"/>
          <p:nvPr/>
        </p:nvSpPr>
        <p:spPr>
          <a:xfrm>
            <a:off x="930656" y="4425607"/>
            <a:ext cx="5879890" cy="307777"/>
          </a:xfrm>
          <a:prstGeom prst="rect">
            <a:avLst/>
          </a:prstGeom>
          <a:noFill/>
        </p:spPr>
        <p:txBody>
          <a:bodyPr wrap="square">
            <a:spAutoFit/>
          </a:bodyPr>
          <a:lstStyle/>
          <a:p>
            <a:r>
              <a:rPr lang="en-US" dirty="0">
                <a:latin typeface="Aptos Slab Black" panose="020F0502020204030204" pitchFamily="34" charset="0"/>
                <a:hlinkClick r:id="rId7"/>
              </a:rPr>
              <a:t>Release SUB v1.1.0 debug APK · asrieldev/SUB</a:t>
            </a:r>
            <a:endParaRPr lang="en-US" dirty="0">
              <a:latin typeface="Aptos Slab Black" panose="020F0502020204030204" pitchFamily="34" charset="0"/>
            </a:endParaRPr>
          </a:p>
        </p:txBody>
      </p:sp>
      <p:pic>
        <p:nvPicPr>
          <p:cNvPr id="7" name="Picture 6">
            <a:extLst>
              <a:ext uri="{FF2B5EF4-FFF2-40B4-BE49-F238E27FC236}">
                <a16:creationId xmlns:a16="http://schemas.microsoft.com/office/drawing/2014/main" id="{2C882C21-7FFD-0CB8-644E-526A5DEA4B2F}"/>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536925" y="4425607"/>
            <a:ext cx="393731" cy="393731"/>
          </a:xfrm>
          <a:prstGeom prst="rect">
            <a:avLst/>
          </a:prstGeom>
        </p:spPr>
      </p:pic>
      <p:pic>
        <p:nvPicPr>
          <p:cNvPr id="8" name="Graphic 7" descr="Clapper board outline">
            <a:extLst>
              <a:ext uri="{FF2B5EF4-FFF2-40B4-BE49-F238E27FC236}">
                <a16:creationId xmlns:a16="http://schemas.microsoft.com/office/drawing/2014/main" id="{94C08635-5A84-4972-5DD4-06EFA84273A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92106" y="3865788"/>
            <a:ext cx="393732" cy="393732"/>
          </a:xfrm>
          <a:prstGeom prst="rect">
            <a:avLst/>
          </a:prstGeom>
        </p:spPr>
      </p:pic>
      <p:sp>
        <p:nvSpPr>
          <p:cNvPr id="10" name="TextBox 9">
            <a:extLst>
              <a:ext uri="{FF2B5EF4-FFF2-40B4-BE49-F238E27FC236}">
                <a16:creationId xmlns:a16="http://schemas.microsoft.com/office/drawing/2014/main" id="{63D96A06-8DD2-7D83-4A11-2E55D7A2E9A9}"/>
              </a:ext>
            </a:extLst>
          </p:cNvPr>
          <p:cNvSpPr txBox="1"/>
          <p:nvPr/>
        </p:nvSpPr>
        <p:spPr>
          <a:xfrm>
            <a:off x="5879306" y="4418875"/>
            <a:ext cx="1480773" cy="307777"/>
          </a:xfrm>
          <a:prstGeom prst="rect">
            <a:avLst/>
          </a:prstGeom>
          <a:noFill/>
        </p:spPr>
        <p:txBody>
          <a:bodyPr wrap="square">
            <a:spAutoFit/>
          </a:bodyPr>
          <a:lstStyle/>
          <a:p>
            <a:r>
              <a:rPr lang="en-US" dirty="0">
                <a:solidFill>
                  <a:schemeClr val="accent3"/>
                </a:solidFill>
                <a:latin typeface="Aptos Slab Black" panose="020B0004020202020204" pitchFamily="34" charset="0"/>
                <a:hlinkClick r:id="rId11">
                  <a:extLst>
                    <a:ext uri="{A12FA001-AC4F-418D-AE19-62706E023703}">
                      <ahyp:hlinkClr xmlns:ahyp="http://schemas.microsoft.com/office/drawing/2018/hyperlinkcolor" val="tx"/>
                    </a:ext>
                  </a:extLst>
                </a:hlinkClick>
              </a:rPr>
              <a:t>Feedback link</a:t>
            </a:r>
            <a:endParaRPr lang="en-US" dirty="0">
              <a:solidFill>
                <a:schemeClr val="accent3"/>
              </a:solidFill>
              <a:latin typeface="Aptos Slab Black" panose="020B0004020202020204" pitchFamily="34" charset="0"/>
            </a:endParaRPr>
          </a:p>
        </p:txBody>
      </p:sp>
      <p:pic>
        <p:nvPicPr>
          <p:cNvPr id="12" name="Graphic 11" descr="Link outline">
            <a:extLst>
              <a:ext uri="{FF2B5EF4-FFF2-40B4-BE49-F238E27FC236}">
                <a16:creationId xmlns:a16="http://schemas.microsoft.com/office/drawing/2014/main" id="{CDEF0846-7DA4-CEA1-8259-F598C3DCAA0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564981" y="4418875"/>
            <a:ext cx="407194" cy="407194"/>
          </a:xfrm>
          <a:prstGeom prst="rect">
            <a:avLst/>
          </a:prstGeom>
        </p:spPr>
      </p:pic>
      <p:sp>
        <p:nvSpPr>
          <p:cNvPr id="2" name="Rectangle 1">
            <a:extLst>
              <a:ext uri="{FF2B5EF4-FFF2-40B4-BE49-F238E27FC236}">
                <a16:creationId xmlns:a16="http://schemas.microsoft.com/office/drawing/2014/main" id="{400CB3F9-DD70-C856-F750-21C939160053}"/>
              </a:ext>
            </a:extLst>
          </p:cNvPr>
          <p:cNvSpPr>
            <a:spLocks noChangeArrowheads="1"/>
          </p:cNvSpPr>
          <p:nvPr/>
        </p:nvSpPr>
        <p:spPr bwMode="auto">
          <a:xfrm>
            <a:off x="985838" y="3865788"/>
            <a:ext cx="20632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ptos Slab Black" panose="020B0004020202020204" pitchFamily="34" charset="0"/>
                <a:hlinkClick r:id="rId13"/>
              </a:rPr>
              <a:t>Demo_APP.mp4</a:t>
            </a:r>
            <a:endParaRPr kumimoji="0" lang="en-US" altLang="en-US" sz="1800" b="0" i="0" u="none" strike="noStrike" cap="none" normalizeH="0" baseline="0" dirty="0">
              <a:ln>
                <a:noFill/>
              </a:ln>
              <a:solidFill>
                <a:schemeClr val="tx1"/>
              </a:solidFill>
              <a:effectLst/>
              <a:latin typeface="Aptos Slab Black" panose="020B0004020202020204" pitchFamily="34" charset="0"/>
            </a:endParaRPr>
          </a:p>
        </p:txBody>
      </p:sp>
    </p:spTree>
  </p:cSld>
  <p:clrMapOvr>
    <a:masterClrMapping/>
  </p:clrMapOvr>
</p:sld>
</file>

<file path=ppt/theme/theme1.xml><?xml version="1.0" encoding="utf-8"?>
<a:theme xmlns:a="http://schemas.openxmlformats.org/drawingml/2006/main" name="New Smartphone Launch Marketing Plan by Slidesgo">
  <a:themeElements>
    <a:clrScheme name="Simple Light">
      <a:dk1>
        <a:srgbClr val="FFFFFF"/>
      </a:dk1>
      <a:lt1>
        <a:srgbClr val="4132E2"/>
      </a:lt1>
      <a:dk2>
        <a:srgbClr val="8177FF"/>
      </a:dk2>
      <a:lt2>
        <a:srgbClr val="313440"/>
      </a:lt2>
      <a:accent1>
        <a:srgbClr val="D3D3D3"/>
      </a:accent1>
      <a:accent2>
        <a:srgbClr val="58A1FF"/>
      </a:accent2>
      <a:accent3>
        <a:srgbClr val="13C2A8"/>
      </a:accent3>
      <a:accent4>
        <a:srgbClr val="FFA13D"/>
      </a:accent4>
      <a:accent5>
        <a:srgbClr val="F5F597"/>
      </a:accent5>
      <a:accent6>
        <a:srgbClr val="E748E7"/>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65690E0-A878-42F9-BDF7-1E48B5D70222}">
  <we:reference id="wa200005566" version="3.0.1.2" store="en-US" storeType="OMEX"/>
  <we:alternateReferences>
    <we:reference id="wa200005566" version="3.0.1.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238</TotalTime>
  <Words>1409</Words>
  <Application>Microsoft Office PowerPoint</Application>
  <PresentationFormat>On-screen Show (16:9)</PresentationFormat>
  <Paragraphs>243</Paragraphs>
  <Slides>26</Slides>
  <Notes>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26</vt:i4>
      </vt:variant>
    </vt:vector>
  </HeadingPairs>
  <TitlesOfParts>
    <vt:vector size="40" baseType="lpstr">
      <vt:lpstr>Albert Sans Black</vt:lpstr>
      <vt:lpstr>Albert Sans</vt:lpstr>
      <vt:lpstr>Aptos Slab Black</vt:lpstr>
      <vt:lpstr>Amasis MT Pro Light</vt:lpstr>
      <vt:lpstr>Aptos Black</vt:lpstr>
      <vt:lpstr>-apple-system</vt:lpstr>
      <vt:lpstr>Courier New</vt:lpstr>
      <vt:lpstr>Times New Roman</vt:lpstr>
      <vt:lpstr>Assistant</vt:lpstr>
      <vt:lpstr>Amasis MT Pro Black</vt:lpstr>
      <vt:lpstr>Amasis MT Pro Medium</vt:lpstr>
      <vt:lpstr>Arial</vt:lpstr>
      <vt:lpstr>Calibri</vt:lpstr>
      <vt:lpstr>New Smartphone Launch Marketing Plan by Slidesgo</vt:lpstr>
      <vt:lpstr>Student Utility Hub  (SUB Mobile Application)</vt:lpstr>
      <vt:lpstr>Contents</vt:lpstr>
      <vt:lpstr>State of Art</vt:lpstr>
      <vt:lpstr>Project Proposal (Problem &amp; Solution)</vt:lpstr>
      <vt:lpstr>Target Users &amp; Audience</vt:lpstr>
      <vt:lpstr>Comparison with Existing Solutions</vt:lpstr>
      <vt:lpstr>Methodology</vt:lpstr>
      <vt:lpstr>Technologies </vt:lpstr>
      <vt:lpstr>System Logic Diagram </vt:lpstr>
      <vt:lpstr>System Logic Diagram </vt:lpstr>
      <vt:lpstr>PowerPoint Presentation</vt:lpstr>
      <vt:lpstr>PowerPoint Presentation</vt:lpstr>
      <vt:lpstr>Graphical User Interface (GUI Design)</vt:lpstr>
      <vt:lpstr>Graphical User Interface (GUI Design)</vt:lpstr>
      <vt:lpstr>Experiment &amp; Testing (Survey Analysis)</vt:lpstr>
      <vt:lpstr>PowerPoint Presentation</vt:lpstr>
      <vt:lpstr>PowerPoint Presentation</vt:lpstr>
      <vt:lpstr>Usefulness &amp; User Impact</vt:lpstr>
      <vt:lpstr>Evaluation System (Scoring, Quiz &amp; Formula)</vt:lpstr>
      <vt:lpstr>Evaluation Criteria</vt:lpstr>
      <vt:lpstr>Limitations &amp; Future Plan</vt:lpstr>
      <vt:lpstr>PowerPoint Presentation</vt:lpstr>
      <vt:lpstr>PowerPoint Presentation</vt:lpstr>
      <vt:lpstr>PowerPoint Presentation</vt:lpstr>
      <vt:lpstr>PowerPoint Presentation</vt:lpstr>
      <vt:lpstr>SUB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fsociety</dc:creator>
  <cp:lastModifiedBy>Ashriel Nhembo</cp:lastModifiedBy>
  <cp:revision>6</cp:revision>
  <dcterms:modified xsi:type="dcterms:W3CDTF">2026-05-06T12:33:13Z</dcterms:modified>
</cp:coreProperties>
</file>